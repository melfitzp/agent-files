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8" r:id="rId3"/>
  </p:sldIdLst>
  <p:sldSz cx="7772400" cy="1005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0" userDrawn="1">
          <p15:clr>
            <a:srgbClr val="A4A3A4"/>
          </p15:clr>
        </p15:guide>
        <p15:guide id="2" pos="240" userDrawn="1">
          <p15:clr>
            <a:srgbClr val="A4A3A4"/>
          </p15:clr>
        </p15:guide>
        <p15:guide id="3" orient="horz" pos="864" userDrawn="1">
          <p15:clr>
            <a:srgbClr val="A4A3A4"/>
          </p15:clr>
        </p15:guide>
        <p15:guide id="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61" d="100"/>
          <a:sy n="61" d="100"/>
        </p:scale>
        <p:origin x="1205" y="26"/>
      </p:cViewPr>
      <p:guideLst>
        <p:guide orient="horz" pos="240"/>
        <p:guide pos="240"/>
        <p:guide orient="horz" pos="864"/>
        <p:guide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AC20D03-05C9-7E71-CB46-84DC5338AAE2}"/>
              </a:ext>
            </a:extLst>
          </p:cNvPr>
          <p:cNvSpPr txBox="1"/>
          <p:nvPr userDrawn="1"/>
        </p:nvSpPr>
        <p:spPr>
          <a:xfrm>
            <a:off x="343244" y="391531"/>
            <a:ext cx="1689311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R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900" b="1" dirty="0">
                <a:effectLst/>
                <a:latin typeface="IBM Plex Sans SmBld" panose="020B07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rPr>
              <a:t>IBM</a:t>
            </a:r>
            <a:r>
              <a:rPr lang="en-US" sz="900" b="1" spc="-10" dirty="0">
                <a:effectLst/>
                <a:latin typeface="IBM Plex Sans SmBld" panose="020B07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rPr>
              <a:t> Consulting</a:t>
            </a:r>
            <a:endParaRPr lang="en-US" sz="900" dirty="0">
              <a:effectLst/>
              <a:latin typeface="IBM Plex Sans" panose="020B0503050203000203" pitchFamily="34" charset="0"/>
              <a:ea typeface="IBM Plex Sans" panose="020B0503050203000203" pitchFamily="34" charset="0"/>
              <a:cs typeface="IBM Plex Sans" panose="020B0503050203000203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1F3150E-C0EA-B170-7370-985C1BD6DF7B}"/>
              </a:ext>
            </a:extLst>
          </p:cNvPr>
          <p:cNvGrpSpPr>
            <a:grpSpLocks/>
          </p:cNvGrpSpPr>
          <p:nvPr userDrawn="1"/>
        </p:nvGrpSpPr>
        <p:grpSpPr>
          <a:xfrm>
            <a:off x="382682" y="3296450"/>
            <a:ext cx="76200" cy="76200"/>
            <a:chOff x="0" y="0"/>
            <a:chExt cx="76200" cy="76200"/>
          </a:xfrm>
        </p:grpSpPr>
        <p:sp>
          <p:nvSpPr>
            <p:cNvPr id="10" name="Graphic 2">
              <a:extLst>
                <a:ext uri="{FF2B5EF4-FFF2-40B4-BE49-F238E27FC236}">
                  <a16:creationId xmlns:a16="http://schemas.microsoft.com/office/drawing/2014/main" id="{11DE57DC-BDE4-104A-648B-D7D253113E03}"/>
                </a:ext>
              </a:extLst>
            </p:cNvPr>
            <p:cNvSpPr/>
            <p:nvPr/>
          </p:nvSpPr>
          <p:spPr>
            <a:xfrm>
              <a:off x="0" y="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76200" y="0"/>
                  </a:moveTo>
                  <a:lnTo>
                    <a:pt x="0" y="0"/>
                  </a:lnTo>
                  <a:lnTo>
                    <a:pt x="0" y="76200"/>
                  </a:lnTo>
                  <a:lnTo>
                    <a:pt x="76200" y="7620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0F61FD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00000"/>
                </a:lnSpc>
              </a:pPr>
              <a:endParaRPr lang="en-US"/>
            </a:p>
          </p:txBody>
        </p:sp>
      </p:grpSp>
      <p:sp>
        <p:nvSpPr>
          <p:cNvPr id="11" name="Rectangle 4">
            <a:extLst>
              <a:ext uri="{FF2B5EF4-FFF2-40B4-BE49-F238E27FC236}">
                <a16:creationId xmlns:a16="http://schemas.microsoft.com/office/drawing/2014/main" id="{DBB28D3C-098D-4AA6-7C8E-747F2E518BD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82079" y="3422639"/>
            <a:ext cx="2221923" cy="2308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IBM Plex Sans SmBld" panose="020B07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rPr>
              <a:t>Highlights</a:t>
            </a:r>
            <a:endParaRPr kumimoji="0" lang="en-US" altLang="en-US" sz="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3" name="Graphic 4">
            <a:extLst>
              <a:ext uri="{FF2B5EF4-FFF2-40B4-BE49-F238E27FC236}">
                <a16:creationId xmlns:a16="http://schemas.microsoft.com/office/drawing/2014/main" id="{8F0A4277-0538-80E9-F6E0-75DD9B7A46AE}"/>
              </a:ext>
            </a:extLst>
          </p:cNvPr>
          <p:cNvSpPr>
            <a:spLocks/>
          </p:cNvSpPr>
          <p:nvPr userDrawn="1"/>
        </p:nvSpPr>
        <p:spPr>
          <a:xfrm>
            <a:off x="382682" y="9275020"/>
            <a:ext cx="742950" cy="276225"/>
          </a:xfrm>
          <a:custGeom>
            <a:avLst/>
            <a:gdLst/>
            <a:ahLst/>
            <a:cxnLst/>
            <a:rect l="l" t="t" r="r" b="b"/>
            <a:pathLst>
              <a:path w="742950" h="276225">
                <a:moveTo>
                  <a:pt x="134708" y="256209"/>
                </a:moveTo>
                <a:lnTo>
                  <a:pt x="0" y="256209"/>
                </a:lnTo>
                <a:lnTo>
                  <a:pt x="0" y="275386"/>
                </a:lnTo>
                <a:lnTo>
                  <a:pt x="134708" y="275386"/>
                </a:lnTo>
                <a:lnTo>
                  <a:pt x="134708" y="256209"/>
                </a:lnTo>
                <a:close/>
              </a:path>
              <a:path w="742950" h="276225">
                <a:moveTo>
                  <a:pt x="134708" y="219595"/>
                </a:moveTo>
                <a:lnTo>
                  <a:pt x="0" y="219595"/>
                </a:lnTo>
                <a:lnTo>
                  <a:pt x="0" y="238772"/>
                </a:lnTo>
                <a:lnTo>
                  <a:pt x="134708" y="238772"/>
                </a:lnTo>
                <a:lnTo>
                  <a:pt x="134708" y="219595"/>
                </a:lnTo>
                <a:close/>
              </a:path>
              <a:path w="742950" h="276225">
                <a:moveTo>
                  <a:pt x="96227" y="182994"/>
                </a:moveTo>
                <a:lnTo>
                  <a:pt x="38493" y="182994"/>
                </a:lnTo>
                <a:lnTo>
                  <a:pt x="38493" y="202171"/>
                </a:lnTo>
                <a:lnTo>
                  <a:pt x="96227" y="202171"/>
                </a:lnTo>
                <a:lnTo>
                  <a:pt x="96227" y="182994"/>
                </a:lnTo>
                <a:close/>
              </a:path>
              <a:path w="742950" h="276225">
                <a:moveTo>
                  <a:pt x="96227" y="146392"/>
                </a:moveTo>
                <a:lnTo>
                  <a:pt x="38493" y="146392"/>
                </a:lnTo>
                <a:lnTo>
                  <a:pt x="38493" y="165569"/>
                </a:lnTo>
                <a:lnTo>
                  <a:pt x="96227" y="165569"/>
                </a:lnTo>
                <a:lnTo>
                  <a:pt x="96227" y="146392"/>
                </a:lnTo>
                <a:close/>
              </a:path>
              <a:path w="742950" h="276225">
                <a:moveTo>
                  <a:pt x="96227" y="109791"/>
                </a:moveTo>
                <a:lnTo>
                  <a:pt x="38493" y="109791"/>
                </a:lnTo>
                <a:lnTo>
                  <a:pt x="38493" y="128968"/>
                </a:lnTo>
                <a:lnTo>
                  <a:pt x="96227" y="128968"/>
                </a:lnTo>
                <a:lnTo>
                  <a:pt x="96227" y="109791"/>
                </a:lnTo>
                <a:close/>
              </a:path>
              <a:path w="742950" h="276225">
                <a:moveTo>
                  <a:pt x="96227" y="73202"/>
                </a:moveTo>
                <a:lnTo>
                  <a:pt x="38493" y="73202"/>
                </a:lnTo>
                <a:lnTo>
                  <a:pt x="38493" y="92379"/>
                </a:lnTo>
                <a:lnTo>
                  <a:pt x="96227" y="92379"/>
                </a:lnTo>
                <a:lnTo>
                  <a:pt x="96227" y="73202"/>
                </a:lnTo>
                <a:close/>
              </a:path>
              <a:path w="742950" h="276225">
                <a:moveTo>
                  <a:pt x="134708" y="36601"/>
                </a:moveTo>
                <a:lnTo>
                  <a:pt x="0" y="36601"/>
                </a:lnTo>
                <a:lnTo>
                  <a:pt x="0" y="55778"/>
                </a:lnTo>
                <a:lnTo>
                  <a:pt x="134708" y="55778"/>
                </a:lnTo>
                <a:lnTo>
                  <a:pt x="134708" y="36601"/>
                </a:lnTo>
                <a:close/>
              </a:path>
              <a:path w="742950" h="276225">
                <a:moveTo>
                  <a:pt x="134708" y="0"/>
                </a:moveTo>
                <a:lnTo>
                  <a:pt x="0" y="0"/>
                </a:lnTo>
                <a:lnTo>
                  <a:pt x="0" y="19177"/>
                </a:lnTo>
                <a:lnTo>
                  <a:pt x="134708" y="19177"/>
                </a:lnTo>
                <a:lnTo>
                  <a:pt x="134708" y="0"/>
                </a:lnTo>
                <a:close/>
              </a:path>
              <a:path w="742950" h="276225">
                <a:moveTo>
                  <a:pt x="367042" y="219608"/>
                </a:moveTo>
                <a:lnTo>
                  <a:pt x="153962" y="219608"/>
                </a:lnTo>
                <a:lnTo>
                  <a:pt x="153962" y="238772"/>
                </a:lnTo>
                <a:lnTo>
                  <a:pt x="359295" y="238772"/>
                </a:lnTo>
                <a:lnTo>
                  <a:pt x="362737" y="232854"/>
                </a:lnTo>
                <a:lnTo>
                  <a:pt x="365366" y="226428"/>
                </a:lnTo>
                <a:lnTo>
                  <a:pt x="367042" y="219608"/>
                </a:lnTo>
                <a:close/>
              </a:path>
              <a:path w="742950" h="276225">
                <a:moveTo>
                  <a:pt x="343217" y="146405"/>
                </a:moveTo>
                <a:lnTo>
                  <a:pt x="192443" y="146405"/>
                </a:lnTo>
                <a:lnTo>
                  <a:pt x="192443" y="165569"/>
                </a:lnTo>
                <a:lnTo>
                  <a:pt x="359270" y="165569"/>
                </a:lnTo>
                <a:lnTo>
                  <a:pt x="355053" y="158305"/>
                </a:lnTo>
                <a:lnTo>
                  <a:pt x="349618" y="151815"/>
                </a:lnTo>
                <a:lnTo>
                  <a:pt x="343217" y="146405"/>
                </a:lnTo>
                <a:close/>
              </a:path>
              <a:path w="742950" h="276225">
                <a:moveTo>
                  <a:pt x="359270" y="109804"/>
                </a:moveTo>
                <a:lnTo>
                  <a:pt x="192443" y="109804"/>
                </a:lnTo>
                <a:lnTo>
                  <a:pt x="192443" y="128968"/>
                </a:lnTo>
                <a:lnTo>
                  <a:pt x="343217" y="128968"/>
                </a:lnTo>
                <a:lnTo>
                  <a:pt x="349618" y="123558"/>
                </a:lnTo>
                <a:lnTo>
                  <a:pt x="355053" y="117081"/>
                </a:lnTo>
                <a:lnTo>
                  <a:pt x="359270" y="109804"/>
                </a:lnTo>
                <a:close/>
              </a:path>
              <a:path w="742950" h="276225">
                <a:moveTo>
                  <a:pt x="359295" y="36601"/>
                </a:moveTo>
                <a:lnTo>
                  <a:pt x="153962" y="36601"/>
                </a:lnTo>
                <a:lnTo>
                  <a:pt x="153962" y="55778"/>
                </a:lnTo>
                <a:lnTo>
                  <a:pt x="367042" y="55778"/>
                </a:lnTo>
                <a:lnTo>
                  <a:pt x="365366" y="48958"/>
                </a:lnTo>
                <a:lnTo>
                  <a:pt x="362737" y="42519"/>
                </a:lnTo>
                <a:lnTo>
                  <a:pt x="359295" y="36601"/>
                </a:lnTo>
                <a:close/>
              </a:path>
              <a:path w="742950" h="276225">
                <a:moveTo>
                  <a:pt x="295668" y="0"/>
                </a:moveTo>
                <a:lnTo>
                  <a:pt x="153962" y="0"/>
                </a:lnTo>
                <a:lnTo>
                  <a:pt x="153962" y="19177"/>
                </a:lnTo>
                <a:lnTo>
                  <a:pt x="345236" y="19177"/>
                </a:lnTo>
                <a:lnTo>
                  <a:pt x="334666" y="11154"/>
                </a:lnTo>
                <a:lnTo>
                  <a:pt x="322719" y="5121"/>
                </a:lnTo>
                <a:lnTo>
                  <a:pt x="309639" y="1321"/>
                </a:lnTo>
                <a:lnTo>
                  <a:pt x="295668" y="0"/>
                </a:lnTo>
                <a:close/>
              </a:path>
              <a:path w="742950" h="276225">
                <a:moveTo>
                  <a:pt x="250177" y="73202"/>
                </a:moveTo>
                <a:lnTo>
                  <a:pt x="192443" y="73202"/>
                </a:lnTo>
                <a:lnTo>
                  <a:pt x="192443" y="92379"/>
                </a:lnTo>
                <a:lnTo>
                  <a:pt x="250177" y="92379"/>
                </a:lnTo>
                <a:lnTo>
                  <a:pt x="250177" y="73202"/>
                </a:lnTo>
                <a:close/>
              </a:path>
              <a:path w="742950" h="276225">
                <a:moveTo>
                  <a:pt x="369150" y="73202"/>
                </a:moveTo>
                <a:lnTo>
                  <a:pt x="304419" y="73202"/>
                </a:lnTo>
                <a:lnTo>
                  <a:pt x="304419" y="92379"/>
                </a:lnTo>
                <a:lnTo>
                  <a:pt x="366572" y="92379"/>
                </a:lnTo>
                <a:lnTo>
                  <a:pt x="368236" y="86258"/>
                </a:lnTo>
                <a:lnTo>
                  <a:pt x="369150" y="79844"/>
                </a:lnTo>
                <a:lnTo>
                  <a:pt x="369150" y="73202"/>
                </a:lnTo>
                <a:close/>
              </a:path>
              <a:path w="742950" h="276225">
                <a:moveTo>
                  <a:pt x="250177" y="182994"/>
                </a:moveTo>
                <a:lnTo>
                  <a:pt x="192443" y="182994"/>
                </a:lnTo>
                <a:lnTo>
                  <a:pt x="192443" y="202171"/>
                </a:lnTo>
                <a:lnTo>
                  <a:pt x="250177" y="202171"/>
                </a:lnTo>
                <a:lnTo>
                  <a:pt x="250177" y="182994"/>
                </a:lnTo>
                <a:close/>
              </a:path>
              <a:path w="742950" h="276225">
                <a:moveTo>
                  <a:pt x="366572" y="183007"/>
                </a:moveTo>
                <a:lnTo>
                  <a:pt x="304419" y="183007"/>
                </a:lnTo>
                <a:lnTo>
                  <a:pt x="304419" y="202171"/>
                </a:lnTo>
                <a:lnTo>
                  <a:pt x="369150" y="202171"/>
                </a:lnTo>
                <a:lnTo>
                  <a:pt x="369150" y="195541"/>
                </a:lnTo>
                <a:lnTo>
                  <a:pt x="368236" y="189115"/>
                </a:lnTo>
                <a:lnTo>
                  <a:pt x="366572" y="183007"/>
                </a:lnTo>
                <a:close/>
              </a:path>
              <a:path w="742950" h="276225">
                <a:moveTo>
                  <a:pt x="345236" y="256209"/>
                </a:moveTo>
                <a:lnTo>
                  <a:pt x="153962" y="256209"/>
                </a:lnTo>
                <a:lnTo>
                  <a:pt x="153962" y="275374"/>
                </a:lnTo>
                <a:lnTo>
                  <a:pt x="295668" y="275374"/>
                </a:lnTo>
                <a:lnTo>
                  <a:pt x="309698" y="274053"/>
                </a:lnTo>
                <a:lnTo>
                  <a:pt x="322772" y="270254"/>
                </a:lnTo>
                <a:lnTo>
                  <a:pt x="334686" y="264224"/>
                </a:lnTo>
                <a:lnTo>
                  <a:pt x="345236" y="256209"/>
                </a:lnTo>
                <a:close/>
              </a:path>
              <a:path w="742950" h="276225">
                <a:moveTo>
                  <a:pt x="545541" y="256209"/>
                </a:moveTo>
                <a:lnTo>
                  <a:pt x="532168" y="256209"/>
                </a:lnTo>
                <a:lnTo>
                  <a:pt x="538822" y="275374"/>
                </a:lnTo>
                <a:lnTo>
                  <a:pt x="545541" y="256209"/>
                </a:lnTo>
                <a:close/>
              </a:path>
              <a:path w="742950" h="276225">
                <a:moveTo>
                  <a:pt x="558444" y="219608"/>
                </a:moveTo>
                <a:lnTo>
                  <a:pt x="519264" y="219608"/>
                </a:lnTo>
                <a:lnTo>
                  <a:pt x="526021" y="238772"/>
                </a:lnTo>
                <a:lnTo>
                  <a:pt x="551688" y="238772"/>
                </a:lnTo>
                <a:lnTo>
                  <a:pt x="558444" y="219608"/>
                </a:lnTo>
                <a:close/>
              </a:path>
              <a:path w="742950" h="276225">
                <a:moveTo>
                  <a:pt x="571347" y="183007"/>
                </a:moveTo>
                <a:lnTo>
                  <a:pt x="506374" y="183007"/>
                </a:lnTo>
                <a:lnTo>
                  <a:pt x="513130" y="202171"/>
                </a:lnTo>
                <a:lnTo>
                  <a:pt x="564591" y="202171"/>
                </a:lnTo>
                <a:lnTo>
                  <a:pt x="571347" y="183007"/>
                </a:lnTo>
                <a:close/>
              </a:path>
              <a:path w="742950" h="276225">
                <a:moveTo>
                  <a:pt x="584238" y="146405"/>
                </a:moveTo>
                <a:lnTo>
                  <a:pt x="493471" y="146405"/>
                </a:lnTo>
                <a:lnTo>
                  <a:pt x="500227" y="165569"/>
                </a:lnTo>
                <a:lnTo>
                  <a:pt x="577481" y="165569"/>
                </a:lnTo>
                <a:lnTo>
                  <a:pt x="584238" y="146405"/>
                </a:lnTo>
                <a:close/>
              </a:path>
              <a:path w="742950" h="276225">
                <a:moveTo>
                  <a:pt x="520674" y="73202"/>
                </a:moveTo>
                <a:lnTo>
                  <a:pt x="423392" y="73202"/>
                </a:lnTo>
                <a:lnTo>
                  <a:pt x="423392" y="92379"/>
                </a:lnTo>
                <a:lnTo>
                  <a:pt x="527367" y="92379"/>
                </a:lnTo>
                <a:lnTo>
                  <a:pt x="520674" y="73202"/>
                </a:lnTo>
                <a:close/>
              </a:path>
              <a:path w="742950" h="276225">
                <a:moveTo>
                  <a:pt x="692823" y="36601"/>
                </a:moveTo>
                <a:lnTo>
                  <a:pt x="569823" y="36601"/>
                </a:lnTo>
                <a:lnTo>
                  <a:pt x="563130" y="55778"/>
                </a:lnTo>
                <a:lnTo>
                  <a:pt x="692823" y="55778"/>
                </a:lnTo>
                <a:lnTo>
                  <a:pt x="692823" y="36601"/>
                </a:lnTo>
                <a:close/>
              </a:path>
              <a:path w="742950" h="276225">
                <a:moveTo>
                  <a:pt x="692823" y="0"/>
                </a:moveTo>
                <a:lnTo>
                  <a:pt x="582599" y="0"/>
                </a:lnTo>
                <a:lnTo>
                  <a:pt x="575906" y="19177"/>
                </a:lnTo>
                <a:lnTo>
                  <a:pt x="692823" y="19177"/>
                </a:lnTo>
                <a:lnTo>
                  <a:pt x="692823" y="0"/>
                </a:lnTo>
                <a:close/>
              </a:path>
              <a:path w="742950" h="276225">
                <a:moveTo>
                  <a:pt x="481126" y="256197"/>
                </a:moveTo>
                <a:lnTo>
                  <a:pt x="384898" y="256197"/>
                </a:lnTo>
                <a:lnTo>
                  <a:pt x="384898" y="275374"/>
                </a:lnTo>
                <a:lnTo>
                  <a:pt x="481126" y="275374"/>
                </a:lnTo>
                <a:lnTo>
                  <a:pt x="481126" y="256197"/>
                </a:lnTo>
                <a:close/>
              </a:path>
              <a:path w="742950" h="276225">
                <a:moveTo>
                  <a:pt x="481126" y="219595"/>
                </a:moveTo>
                <a:lnTo>
                  <a:pt x="384898" y="219595"/>
                </a:lnTo>
                <a:lnTo>
                  <a:pt x="384898" y="238772"/>
                </a:lnTo>
                <a:lnTo>
                  <a:pt x="481126" y="238772"/>
                </a:lnTo>
                <a:lnTo>
                  <a:pt x="481126" y="219595"/>
                </a:lnTo>
                <a:close/>
              </a:path>
              <a:path w="742950" h="276225">
                <a:moveTo>
                  <a:pt x="481126" y="182994"/>
                </a:moveTo>
                <a:lnTo>
                  <a:pt x="423392" y="182994"/>
                </a:lnTo>
                <a:lnTo>
                  <a:pt x="423392" y="202171"/>
                </a:lnTo>
                <a:lnTo>
                  <a:pt x="481126" y="202171"/>
                </a:lnTo>
                <a:lnTo>
                  <a:pt x="481126" y="182994"/>
                </a:lnTo>
                <a:close/>
              </a:path>
              <a:path w="742950" h="276225">
                <a:moveTo>
                  <a:pt x="481126" y="146392"/>
                </a:moveTo>
                <a:lnTo>
                  <a:pt x="423392" y="146392"/>
                </a:lnTo>
                <a:lnTo>
                  <a:pt x="423392" y="165569"/>
                </a:lnTo>
                <a:lnTo>
                  <a:pt x="481126" y="165569"/>
                </a:lnTo>
                <a:lnTo>
                  <a:pt x="481126" y="146392"/>
                </a:lnTo>
                <a:close/>
              </a:path>
              <a:path w="742950" h="276225">
                <a:moveTo>
                  <a:pt x="654329" y="73202"/>
                </a:moveTo>
                <a:lnTo>
                  <a:pt x="557047" y="73202"/>
                </a:lnTo>
                <a:lnTo>
                  <a:pt x="550354" y="92379"/>
                </a:lnTo>
                <a:lnTo>
                  <a:pt x="654329" y="92379"/>
                </a:lnTo>
                <a:lnTo>
                  <a:pt x="654329" y="73202"/>
                </a:lnTo>
                <a:close/>
              </a:path>
              <a:path w="742950" h="276225">
                <a:moveTo>
                  <a:pt x="533450" y="109804"/>
                </a:moveTo>
                <a:lnTo>
                  <a:pt x="423392" y="109804"/>
                </a:lnTo>
                <a:lnTo>
                  <a:pt x="423392" y="128968"/>
                </a:lnTo>
                <a:lnTo>
                  <a:pt x="481126" y="128968"/>
                </a:lnTo>
                <a:lnTo>
                  <a:pt x="481126" y="111353"/>
                </a:lnTo>
                <a:lnTo>
                  <a:pt x="533991" y="111353"/>
                </a:lnTo>
                <a:lnTo>
                  <a:pt x="533450" y="109804"/>
                </a:lnTo>
                <a:close/>
              </a:path>
              <a:path w="742950" h="276225">
                <a:moveTo>
                  <a:pt x="533991" y="111353"/>
                </a:moveTo>
                <a:lnTo>
                  <a:pt x="481126" y="111353"/>
                </a:lnTo>
                <a:lnTo>
                  <a:pt x="487337" y="128968"/>
                </a:lnTo>
                <a:lnTo>
                  <a:pt x="590384" y="128968"/>
                </a:lnTo>
                <a:lnTo>
                  <a:pt x="591678" y="125298"/>
                </a:lnTo>
                <a:lnTo>
                  <a:pt x="538861" y="125298"/>
                </a:lnTo>
                <a:lnTo>
                  <a:pt x="533991" y="111353"/>
                </a:lnTo>
                <a:close/>
              </a:path>
              <a:path w="742950" h="276225">
                <a:moveTo>
                  <a:pt x="654329" y="111353"/>
                </a:moveTo>
                <a:lnTo>
                  <a:pt x="596595" y="111353"/>
                </a:lnTo>
                <a:lnTo>
                  <a:pt x="596595" y="128968"/>
                </a:lnTo>
                <a:lnTo>
                  <a:pt x="654329" y="128968"/>
                </a:lnTo>
                <a:lnTo>
                  <a:pt x="654329" y="111353"/>
                </a:lnTo>
                <a:close/>
              </a:path>
              <a:path w="742950" h="276225">
                <a:moveTo>
                  <a:pt x="654329" y="109804"/>
                </a:moveTo>
                <a:lnTo>
                  <a:pt x="544271" y="109804"/>
                </a:lnTo>
                <a:lnTo>
                  <a:pt x="538861" y="125298"/>
                </a:lnTo>
                <a:lnTo>
                  <a:pt x="591678" y="125298"/>
                </a:lnTo>
                <a:lnTo>
                  <a:pt x="596595" y="111353"/>
                </a:lnTo>
                <a:lnTo>
                  <a:pt x="654329" y="111353"/>
                </a:lnTo>
                <a:lnTo>
                  <a:pt x="654329" y="109804"/>
                </a:lnTo>
                <a:close/>
              </a:path>
              <a:path w="742950" h="276225">
                <a:moveTo>
                  <a:pt x="654329" y="146405"/>
                </a:moveTo>
                <a:lnTo>
                  <a:pt x="596595" y="146405"/>
                </a:lnTo>
                <a:lnTo>
                  <a:pt x="596595" y="165582"/>
                </a:lnTo>
                <a:lnTo>
                  <a:pt x="654329" y="165582"/>
                </a:lnTo>
                <a:lnTo>
                  <a:pt x="654329" y="146405"/>
                </a:lnTo>
                <a:close/>
              </a:path>
              <a:path w="742950" h="276225">
                <a:moveTo>
                  <a:pt x="654329" y="182994"/>
                </a:moveTo>
                <a:lnTo>
                  <a:pt x="596595" y="182994"/>
                </a:lnTo>
                <a:lnTo>
                  <a:pt x="596595" y="202171"/>
                </a:lnTo>
                <a:lnTo>
                  <a:pt x="654329" y="202171"/>
                </a:lnTo>
                <a:lnTo>
                  <a:pt x="654329" y="182994"/>
                </a:lnTo>
                <a:close/>
              </a:path>
              <a:path w="742950" h="276225">
                <a:moveTo>
                  <a:pt x="692823" y="219595"/>
                </a:moveTo>
                <a:lnTo>
                  <a:pt x="596595" y="219595"/>
                </a:lnTo>
                <a:lnTo>
                  <a:pt x="596595" y="238772"/>
                </a:lnTo>
                <a:lnTo>
                  <a:pt x="692823" y="238772"/>
                </a:lnTo>
                <a:lnTo>
                  <a:pt x="692823" y="219595"/>
                </a:lnTo>
                <a:close/>
              </a:path>
              <a:path w="742950" h="276225">
                <a:moveTo>
                  <a:pt x="692823" y="256197"/>
                </a:moveTo>
                <a:lnTo>
                  <a:pt x="596595" y="256197"/>
                </a:lnTo>
                <a:lnTo>
                  <a:pt x="596595" y="275374"/>
                </a:lnTo>
                <a:lnTo>
                  <a:pt x="692823" y="275374"/>
                </a:lnTo>
                <a:lnTo>
                  <a:pt x="692823" y="256197"/>
                </a:lnTo>
                <a:close/>
              </a:path>
              <a:path w="742950" h="276225">
                <a:moveTo>
                  <a:pt x="507898" y="36601"/>
                </a:moveTo>
                <a:lnTo>
                  <a:pt x="384898" y="36601"/>
                </a:lnTo>
                <a:lnTo>
                  <a:pt x="384898" y="55778"/>
                </a:lnTo>
                <a:lnTo>
                  <a:pt x="514591" y="55778"/>
                </a:lnTo>
                <a:lnTo>
                  <a:pt x="507898" y="36601"/>
                </a:lnTo>
                <a:close/>
              </a:path>
              <a:path w="742950" h="276225">
                <a:moveTo>
                  <a:pt x="495122" y="0"/>
                </a:moveTo>
                <a:lnTo>
                  <a:pt x="384898" y="0"/>
                </a:lnTo>
                <a:lnTo>
                  <a:pt x="384898" y="19177"/>
                </a:lnTo>
                <a:lnTo>
                  <a:pt x="501815" y="19177"/>
                </a:lnTo>
                <a:lnTo>
                  <a:pt x="495122" y="0"/>
                </a:lnTo>
                <a:close/>
              </a:path>
              <a:path w="742950" h="276225">
                <a:moveTo>
                  <a:pt x="736409" y="245999"/>
                </a:moveTo>
                <a:lnTo>
                  <a:pt x="720090" y="245999"/>
                </a:lnTo>
                <a:lnTo>
                  <a:pt x="713549" y="252514"/>
                </a:lnTo>
                <a:lnTo>
                  <a:pt x="713549" y="269646"/>
                </a:lnTo>
                <a:lnTo>
                  <a:pt x="720090" y="276161"/>
                </a:lnTo>
                <a:lnTo>
                  <a:pt x="736409" y="276161"/>
                </a:lnTo>
                <a:lnTo>
                  <a:pt x="739571" y="273011"/>
                </a:lnTo>
                <a:lnTo>
                  <a:pt x="721855" y="273011"/>
                </a:lnTo>
                <a:lnTo>
                  <a:pt x="717003" y="268185"/>
                </a:lnTo>
                <a:lnTo>
                  <a:pt x="717003" y="253974"/>
                </a:lnTo>
                <a:lnTo>
                  <a:pt x="721855" y="249148"/>
                </a:lnTo>
                <a:lnTo>
                  <a:pt x="739571" y="249148"/>
                </a:lnTo>
                <a:lnTo>
                  <a:pt x="736409" y="245999"/>
                </a:lnTo>
                <a:close/>
              </a:path>
              <a:path w="742950" h="276225">
                <a:moveTo>
                  <a:pt x="739571" y="249148"/>
                </a:moveTo>
                <a:lnTo>
                  <a:pt x="734644" y="249148"/>
                </a:lnTo>
                <a:lnTo>
                  <a:pt x="739495" y="253974"/>
                </a:lnTo>
                <a:lnTo>
                  <a:pt x="739495" y="268185"/>
                </a:lnTo>
                <a:lnTo>
                  <a:pt x="734644" y="273011"/>
                </a:lnTo>
                <a:lnTo>
                  <a:pt x="739571" y="273011"/>
                </a:lnTo>
                <a:lnTo>
                  <a:pt x="742950" y="269646"/>
                </a:lnTo>
                <a:lnTo>
                  <a:pt x="742950" y="252514"/>
                </a:lnTo>
                <a:lnTo>
                  <a:pt x="739571" y="249148"/>
                </a:lnTo>
                <a:close/>
              </a:path>
              <a:path w="742950" h="276225">
                <a:moveTo>
                  <a:pt x="732739" y="253542"/>
                </a:moveTo>
                <a:lnTo>
                  <a:pt x="722299" y="253542"/>
                </a:lnTo>
                <a:lnTo>
                  <a:pt x="722299" y="268833"/>
                </a:lnTo>
                <a:lnTo>
                  <a:pt x="726046" y="268833"/>
                </a:lnTo>
                <a:lnTo>
                  <a:pt x="726046" y="263563"/>
                </a:lnTo>
                <a:lnTo>
                  <a:pt x="732055" y="263563"/>
                </a:lnTo>
                <a:lnTo>
                  <a:pt x="731710" y="262978"/>
                </a:lnTo>
                <a:lnTo>
                  <a:pt x="733399" y="262318"/>
                </a:lnTo>
                <a:lnTo>
                  <a:pt x="734491" y="260781"/>
                </a:lnTo>
                <a:lnTo>
                  <a:pt x="726046" y="260781"/>
                </a:lnTo>
                <a:lnTo>
                  <a:pt x="726046" y="256463"/>
                </a:lnTo>
                <a:lnTo>
                  <a:pt x="734491" y="256463"/>
                </a:lnTo>
                <a:lnTo>
                  <a:pt x="734491" y="255587"/>
                </a:lnTo>
                <a:lnTo>
                  <a:pt x="732739" y="253542"/>
                </a:lnTo>
                <a:close/>
              </a:path>
              <a:path w="742950" h="276225">
                <a:moveTo>
                  <a:pt x="732055" y="263563"/>
                </a:moveTo>
                <a:lnTo>
                  <a:pt x="728179" y="263563"/>
                </a:lnTo>
                <a:lnTo>
                  <a:pt x="731037" y="268833"/>
                </a:lnTo>
                <a:lnTo>
                  <a:pt x="735164" y="268833"/>
                </a:lnTo>
                <a:lnTo>
                  <a:pt x="732055" y="263563"/>
                </a:lnTo>
                <a:close/>
              </a:path>
              <a:path w="742950" h="276225">
                <a:moveTo>
                  <a:pt x="734491" y="256463"/>
                </a:moveTo>
                <a:lnTo>
                  <a:pt x="730008" y="256463"/>
                </a:lnTo>
                <a:lnTo>
                  <a:pt x="730681" y="256984"/>
                </a:lnTo>
                <a:lnTo>
                  <a:pt x="730681" y="260273"/>
                </a:lnTo>
                <a:lnTo>
                  <a:pt x="730008" y="260781"/>
                </a:lnTo>
                <a:lnTo>
                  <a:pt x="734491" y="260781"/>
                </a:lnTo>
                <a:lnTo>
                  <a:pt x="734491" y="256463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54F7C5-58BD-E631-B757-9349F5B6CC5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43238" y="3238499"/>
            <a:ext cx="4422274" cy="108240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lang="en-US" sz="900" kern="1200" dirty="0" smtClean="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defRPr>
            </a:lvl1pPr>
            <a:lvl2pPr>
              <a:buNone/>
              <a:defRPr lang="en-US" sz="900" kern="1200" dirty="0" smtClean="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defRPr>
            </a:lvl2pPr>
            <a:lvl3pPr>
              <a:defRPr lang="en-US" sz="900" kern="1200" dirty="0" smtClean="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defRPr>
            </a:lvl3pPr>
          </a:lstStyle>
          <a:p>
            <a:pPr lvl="0"/>
            <a:r>
              <a:rPr lang="en-US" dirty="0"/>
              <a:t>Opening paragraph – case for change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49599F4-90C2-F140-B112-5D6D3A6FE99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43238" y="4431795"/>
            <a:ext cx="4422274" cy="43272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lang="en-US" sz="900" b="1" kern="1200" dirty="0" smtClean="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defRPr>
            </a:lvl1pPr>
            <a:lvl2pPr>
              <a:buNone/>
              <a:defRPr lang="en-US" sz="900" kern="1200" dirty="0" smtClean="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defRPr>
            </a:lvl2pPr>
            <a:lvl3pPr>
              <a:defRPr lang="en-US" sz="900" kern="1200" dirty="0" smtClean="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defRPr>
            </a:lvl3pPr>
          </a:lstStyle>
          <a:p>
            <a:pPr lvl="0"/>
            <a:r>
              <a:rPr lang="en-US" dirty="0"/>
              <a:t>Transition/What-if statement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06D7145C-6433-4838-0370-3A140CBFE5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43238" y="4975415"/>
            <a:ext cx="4422274" cy="18676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lang="en-US" sz="900" kern="1200" dirty="0" smtClean="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defRPr>
            </a:lvl1pPr>
            <a:lvl2pPr>
              <a:buNone/>
              <a:defRPr lang="en-US" sz="900" kern="1200" dirty="0" smtClean="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defRPr>
            </a:lvl2pPr>
            <a:lvl3pPr>
              <a:defRPr lang="en-US" sz="900" kern="1200" dirty="0" smtClean="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defRPr>
            </a:lvl3pPr>
          </a:lstStyle>
          <a:p>
            <a:pPr lvl="0"/>
            <a:r>
              <a:rPr lang="en-US" dirty="0"/>
              <a:t>Asset description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78F066D-8F22-5A06-9280-B38CA5F7721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043238" y="1415471"/>
            <a:ext cx="4422274" cy="7002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lang="en-US" sz="2400" kern="1200" dirty="0" smtClean="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IBM Plex Sans Light" panose="020B0403050203000203" pitchFamily="34" charset="0"/>
                <a:cs typeface="IBM Plex Sans Light" panose="020B0403050203000203" pitchFamily="34" charset="0"/>
              </a:defRPr>
            </a:lvl1pPr>
            <a:lvl4pPr marL="0" indent="0">
              <a:buNone/>
              <a:defRPr sz="1400">
                <a:latin typeface="IBM Plex Sans" panose="020B0503050203000203" pitchFamily="34" charset="0"/>
              </a:defRPr>
            </a:lvl4pPr>
          </a:lstStyle>
          <a:p>
            <a:pPr lvl="0"/>
            <a:r>
              <a:rPr lang="en-US" dirty="0"/>
              <a:t>Title - full asset name</a:t>
            </a: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A108E545-9050-5B53-D56E-B046D838631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043238" y="7053722"/>
            <a:ext cx="4422274" cy="2489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046CEEAD-9F92-4B35-B946-B6E1F0A7A25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3244" y="587204"/>
            <a:ext cx="205705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buNone/>
              <a:defRPr lang="en-US" sz="900" kern="1200" dirty="0" smtClean="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defRPr>
            </a:lvl1pPr>
            <a:lvl2pPr>
              <a:buNone/>
              <a:defRPr lang="en-US" sz="900" kern="1200" dirty="0" smtClean="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defRPr>
            </a:lvl2pPr>
            <a:lvl3pPr>
              <a:defRPr lang="en-US" sz="900" kern="1200" dirty="0" smtClean="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defRPr>
            </a:lvl3pPr>
          </a:lstStyle>
          <a:p>
            <a:pPr lvl="0"/>
            <a:r>
              <a:rPr lang="en-US" dirty="0"/>
              <a:t>Eyebrow: offering name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9C912D3C-0C50-35C3-0C39-1C1C94759DF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82682" y="3743151"/>
            <a:ext cx="2057056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buNone/>
              <a:defRPr lang="en-US" sz="900" kern="1200" dirty="0" smtClean="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defRPr>
            </a:lvl1pPr>
            <a:lvl2pPr>
              <a:buNone/>
              <a:defRPr lang="en-US" sz="900" kern="1200" dirty="0" smtClean="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defRPr>
            </a:lvl2pPr>
            <a:lvl3pPr>
              <a:defRPr lang="en-US" sz="900" kern="1200" dirty="0" smtClean="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defRPr>
            </a:lvl3pPr>
          </a:lstStyle>
          <a:p>
            <a:pPr lvl="0"/>
            <a:r>
              <a:rPr lang="en-US" dirty="0"/>
              <a:t>Highlights – up to 5 short benefits statements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4DA87A02-74E3-1B8D-7583-514E940EAAB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043238" y="2252302"/>
            <a:ext cx="4422274" cy="63625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lang="en-US" sz="1400" kern="1200" dirty="0" smtClean="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defRPr>
            </a:lvl1pPr>
            <a:lvl2pPr>
              <a:buNone/>
              <a:defRPr lang="en-US" sz="900" kern="1200" dirty="0" smtClean="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defRPr>
            </a:lvl2pPr>
            <a:lvl3pPr>
              <a:defRPr lang="en-US" sz="900" kern="1200" dirty="0" smtClean="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IBM Plex Sans" panose="020B0503050203000203" pitchFamily="34" charset="0"/>
                <a:cs typeface="IBM Plex Sans" panose="020B0503050203000203" pitchFamily="34" charset="0"/>
              </a:defRPr>
            </a:lvl3pPr>
          </a:lstStyle>
          <a:p>
            <a:pPr lvl="0"/>
            <a:r>
              <a:rPr lang="en-US" dirty="0"/>
              <a:t>Subtitle – teaser tagline</a:t>
            </a:r>
          </a:p>
        </p:txBody>
      </p:sp>
    </p:spTree>
    <p:extLst>
      <p:ext uri="{BB962C8B-B14F-4D97-AF65-F5344CB8AC3E}">
        <p14:creationId xmlns:p14="http://schemas.microsoft.com/office/powerpoint/2010/main" val="33693290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168" userDrawn="1">
          <p15:clr>
            <a:srgbClr val="FBAE40"/>
          </p15:clr>
        </p15:guide>
        <p15:guide id="2" pos="2448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2478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168" userDrawn="1">
          <p15:clr>
            <a:srgbClr val="F26B43"/>
          </p15:clr>
        </p15:guide>
        <p15:guide id="2" pos="244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56BBDE1-ED78-39D8-E0B1-6D4CA5A3A73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F04BD9-807E-61F2-111D-9730860153F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06941A-05A6-15EA-5983-4009CFDA8D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2EE858-6AF1-541A-7194-D0EEA6BB137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FC86D1F-5470-C5C8-6324-82B6E86D37D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9725560-F5E7-1B9F-D1A7-575D5DD7868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D1286D-6A29-434B-57C9-BC4CE58D567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5EC04D4-A073-CD73-A5C6-F2E6FF454E5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776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3F732-9213-5A0A-D034-B106D774D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0E0E387-C43A-EEE7-6BE1-968CEFDB2CF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B17311-DA20-D1AC-6A60-E52B1E75710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3C41F6-612C-DF1E-2E33-38F492C5C0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B72121-E140-E675-8017-6FDD3A217C5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6B8A9BD8-1B1E-0CD2-A715-A2927F49331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2809E89-128D-429F-0D4D-E70614C2341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94F4DB-52F9-213A-0C05-CE062FB61A6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C140C38-E46D-3236-FAAB-8A4C1CCA41F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1808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295</TotalTime>
  <Words>0</Words>
  <Application>Microsoft Office PowerPoint</Application>
  <PresentationFormat>Custom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IBM Plex Sans</vt:lpstr>
      <vt:lpstr>IBM Plex Sans SmBld</vt:lpstr>
      <vt:lpstr>Office Theme</vt:lpstr>
      <vt:lpstr>PowerPoint Presentation</vt:lpstr>
      <vt:lpstr>PowerPoint Presentation</vt:lpstr>
    </vt:vector>
  </TitlesOfParts>
  <Company>IBM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Melissa Fitzpatrick</dc:creator>
  <cp:lastModifiedBy>Melissa Fitzpatrick</cp:lastModifiedBy>
  <cp:revision>7</cp:revision>
  <dcterms:created xsi:type="dcterms:W3CDTF">2026-08-14T00:09:48Z</dcterms:created>
  <dcterms:modified xsi:type="dcterms:W3CDTF">2026-08-14T19:02:16Z</dcterms:modified>
</cp:coreProperties>
</file>