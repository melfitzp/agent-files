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60" r:id="rId4"/>
    <p:sldId id="258" r:id="rId5"/>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 userDrawn="1">
          <p15:clr>
            <a:srgbClr val="A4A3A4"/>
          </p15:clr>
        </p15:guide>
        <p15:guide id="2" pos="240" userDrawn="1">
          <p15:clr>
            <a:srgbClr val="A4A3A4"/>
          </p15:clr>
        </p15:guide>
        <p15:guide id="3" orient="horz" pos="864" userDrawn="1">
          <p15:clr>
            <a:srgbClr val="A4A3A4"/>
          </p15:clr>
        </p15:guide>
        <p15:guide id="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p:cViewPr>
        <p:scale>
          <a:sx n="64" d="100"/>
          <a:sy n="64" d="100"/>
        </p:scale>
        <p:origin x="2191" y="-65"/>
      </p:cViewPr>
      <p:guideLst>
        <p:guide orient="horz" pos="240"/>
        <p:guide pos="240"/>
        <p:guide orient="horz" pos="864"/>
        <p:guide/>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structions to Autho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F5E344B-214A-E781-5F29-A09A91F00B06}"/>
              </a:ext>
            </a:extLst>
          </p:cNvPr>
          <p:cNvSpPr/>
          <p:nvPr userDrawn="1"/>
        </p:nvSpPr>
        <p:spPr>
          <a:xfrm>
            <a:off x="259976" y="1072776"/>
            <a:ext cx="7201648" cy="1096683"/>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1ECAA94-BBCF-3801-F038-40585FE8B165}"/>
              </a:ext>
            </a:extLst>
          </p:cNvPr>
          <p:cNvSpPr txBox="1"/>
          <p:nvPr userDrawn="1"/>
        </p:nvSpPr>
        <p:spPr>
          <a:xfrm>
            <a:off x="179294" y="460188"/>
            <a:ext cx="2302233" cy="369332"/>
          </a:xfrm>
          <a:prstGeom prst="rect">
            <a:avLst/>
          </a:prstGeom>
          <a:noFill/>
        </p:spPr>
        <p:txBody>
          <a:bodyPr wrap="none" rtlCol="0">
            <a:spAutoFit/>
          </a:bodyPr>
          <a:lstStyle/>
          <a:p>
            <a:r>
              <a:rPr lang="en-US" b="1" dirty="0">
                <a:latin typeface="IBM Plex Sans" panose="020B0503050203000203" pitchFamily="34" charset="0"/>
              </a:rPr>
              <a:t>Solution brief draft </a:t>
            </a:r>
          </a:p>
        </p:txBody>
      </p:sp>
      <p:sp>
        <p:nvSpPr>
          <p:cNvPr id="5" name="TextBox 4">
            <a:extLst>
              <a:ext uri="{FF2B5EF4-FFF2-40B4-BE49-F238E27FC236}">
                <a16:creationId xmlns:a16="http://schemas.microsoft.com/office/drawing/2014/main" id="{52FAFCFD-1F97-C8D9-D9C4-260C6B6C027E}"/>
              </a:ext>
            </a:extLst>
          </p:cNvPr>
          <p:cNvSpPr txBox="1"/>
          <p:nvPr userDrawn="1"/>
        </p:nvSpPr>
        <p:spPr>
          <a:xfrm>
            <a:off x="310776" y="1109576"/>
            <a:ext cx="5623975" cy="892552"/>
          </a:xfrm>
          <a:prstGeom prst="rect">
            <a:avLst/>
          </a:prstGeom>
          <a:noFill/>
        </p:spPr>
        <p:txBody>
          <a:bodyPr wrap="none" rtlCol="0">
            <a:spAutoFit/>
          </a:bodyPr>
          <a:lstStyle/>
          <a:p>
            <a:r>
              <a:rPr lang="en-US" sz="1400" b="1" dirty="0">
                <a:solidFill>
                  <a:srgbClr val="C00000"/>
                </a:solidFill>
                <a:latin typeface="IBM Plex Sans" panose="020B0503050203000203" pitchFamily="34" charset="0"/>
              </a:rPr>
              <a:t>When ready to publish:</a:t>
            </a:r>
          </a:p>
          <a:p>
            <a:pPr marL="341313" indent="-168275">
              <a:spcBef>
                <a:spcPts val="600"/>
              </a:spcBef>
              <a:buFont typeface="Arial" panose="020B0604020202020204" pitchFamily="34" charset="0"/>
              <a:buChar char="•"/>
            </a:pPr>
            <a:r>
              <a:rPr lang="en-US" sz="1400" dirty="0">
                <a:latin typeface="IBM Plex Sans" panose="020B0503050203000203" pitchFamily="34" charset="0"/>
              </a:rPr>
              <a:t>Delete this slide</a:t>
            </a:r>
          </a:p>
          <a:p>
            <a:pPr marL="341313" indent="-168275">
              <a:spcBef>
                <a:spcPts val="600"/>
              </a:spcBef>
              <a:buFont typeface="Arial" panose="020B0604020202020204" pitchFamily="34" charset="0"/>
              <a:buChar char="•"/>
            </a:pPr>
            <a:r>
              <a:rPr lang="en-US" sz="1400" dirty="0">
                <a:latin typeface="IBM Plex Sans" panose="020B0503050203000203" pitchFamily="34" charset="0"/>
              </a:rPr>
              <a:t>Save as PPT then save as or export to PDF (publish the PDF file)</a:t>
            </a:r>
          </a:p>
        </p:txBody>
      </p:sp>
      <p:sp>
        <p:nvSpPr>
          <p:cNvPr id="9" name="TextBox 8">
            <a:extLst>
              <a:ext uri="{FF2B5EF4-FFF2-40B4-BE49-F238E27FC236}">
                <a16:creationId xmlns:a16="http://schemas.microsoft.com/office/drawing/2014/main" id="{A69A3A5D-C8FF-F139-CE8B-1A73AFED8704}"/>
              </a:ext>
            </a:extLst>
          </p:cNvPr>
          <p:cNvSpPr txBox="1"/>
          <p:nvPr userDrawn="1"/>
        </p:nvSpPr>
        <p:spPr>
          <a:xfrm>
            <a:off x="259976" y="2412715"/>
            <a:ext cx="7201648" cy="2923877"/>
          </a:xfrm>
          <a:prstGeom prst="rect">
            <a:avLst/>
          </a:prstGeom>
          <a:noFill/>
        </p:spPr>
        <p:txBody>
          <a:bodyPr wrap="square">
            <a:spAutoFit/>
          </a:bodyPr>
          <a:lstStyle/>
          <a:p>
            <a:r>
              <a:rPr kumimoji="0" lang="en-US" sz="1400" b="1"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Notes on editing this file:</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The agent chose the best fitting slide master for each page. You may select another or edit the slide master.</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Make text edits as you normally would.</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Spacing between text or image elements may need adjusting if copy went over/under the recommended length</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You will need to manually add screenshots and adjust placement/cropping</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Feel free to replace any agent-generated imagery (e.g. front/back page images, pictograms).</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If you need to move a fixed element on a page, go to View-&gt;Slide Master and move it on the master.</a:t>
            </a:r>
            <a:endParaRPr lang="en-US" dirty="0"/>
          </a:p>
        </p:txBody>
      </p:sp>
      <p:sp>
        <p:nvSpPr>
          <p:cNvPr id="6" name="Text Placeholder 5">
            <a:extLst>
              <a:ext uri="{FF2B5EF4-FFF2-40B4-BE49-F238E27FC236}">
                <a16:creationId xmlns:a16="http://schemas.microsoft.com/office/drawing/2014/main" id="{07937654-B41A-8C40-611D-FE2804FE997B}"/>
              </a:ext>
            </a:extLst>
          </p:cNvPr>
          <p:cNvSpPr>
            <a:spLocks noGrp="1"/>
          </p:cNvSpPr>
          <p:nvPr>
            <p:ph type="body" sz="quarter" idx="10" hasCustomPrompt="1"/>
          </p:nvPr>
        </p:nvSpPr>
        <p:spPr>
          <a:xfrm>
            <a:off x="553383" y="6024377"/>
            <a:ext cx="6908241" cy="914400"/>
          </a:xfrm>
          <a:prstGeom prst="rect">
            <a:avLst/>
          </a:prstGeom>
        </p:spPr>
        <p:txBody>
          <a:bodyPr/>
          <a:lstStyle>
            <a:lvl1pPr>
              <a:buNone/>
              <a:defRPr sz="1400">
                <a:latin typeface="IBM Plex Sans" panose="020B0503050203000203" pitchFamily="34" charset="0"/>
              </a:defRPr>
            </a:lvl1pPr>
            <a:lvl2pPr>
              <a:buNone/>
              <a:defRPr sz="1400">
                <a:latin typeface="IBM Plex Sans" panose="020B0503050203000203" pitchFamily="34" charset="0"/>
              </a:defRPr>
            </a:lvl2pPr>
            <a:lvl3pPr>
              <a:buNone/>
              <a:defRPr sz="1400">
                <a:latin typeface="IBM Plex Sans" panose="020B0503050203000203" pitchFamily="34" charset="0"/>
              </a:defRPr>
            </a:lvl3pPr>
            <a:lvl4pPr>
              <a:buNone/>
              <a:defRPr sz="1400">
                <a:latin typeface="IBM Plex Sans" panose="020B0503050203000203" pitchFamily="34" charset="0"/>
              </a:defRPr>
            </a:lvl4pPr>
            <a:lvl5pPr>
              <a:buNone/>
              <a:defRPr sz="1400">
                <a:latin typeface="IBM Plex Sans" panose="020B0503050203000203" pitchFamily="34" charset="0"/>
              </a:defRPr>
            </a:lvl5pPr>
          </a:lstStyle>
          <a:p>
            <a:pPr lvl="0"/>
            <a:r>
              <a:rPr lang="en-US" dirty="0"/>
              <a:t>Agent notes</a:t>
            </a:r>
          </a:p>
        </p:txBody>
      </p:sp>
      <p:sp>
        <p:nvSpPr>
          <p:cNvPr id="7" name="TextBox 6">
            <a:extLst>
              <a:ext uri="{FF2B5EF4-FFF2-40B4-BE49-F238E27FC236}">
                <a16:creationId xmlns:a16="http://schemas.microsoft.com/office/drawing/2014/main" id="{32F8908E-DF51-B3D0-FC73-B994200BBAF4}"/>
              </a:ext>
            </a:extLst>
          </p:cNvPr>
          <p:cNvSpPr txBox="1"/>
          <p:nvPr userDrawn="1"/>
        </p:nvSpPr>
        <p:spPr>
          <a:xfrm>
            <a:off x="466724" y="5579848"/>
            <a:ext cx="3807453" cy="307777"/>
          </a:xfrm>
          <a:prstGeom prst="rect">
            <a:avLst/>
          </a:prstGeom>
          <a:noFill/>
        </p:spPr>
        <p:txBody>
          <a:bodyPr wrap="none" rtlCol="0">
            <a:spAutoFit/>
          </a:bodyPr>
          <a:lstStyle/>
          <a:p>
            <a:r>
              <a:rPr lang="en-US" sz="1400" b="1" dirty="0">
                <a:latin typeface="IBM Plex Sans" panose="020B0503050203000203" pitchFamily="34" charset="0"/>
              </a:rPr>
              <a:t>Notes from the Solution Brief Builder agent</a:t>
            </a:r>
          </a:p>
        </p:txBody>
      </p:sp>
    </p:spTree>
    <p:extLst>
      <p:ext uri="{BB962C8B-B14F-4D97-AF65-F5344CB8AC3E}">
        <p14:creationId xmlns:p14="http://schemas.microsoft.com/office/powerpoint/2010/main" val="2503266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Page">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C20D03-05C9-7E71-CB46-84DC5338AAE2}"/>
              </a:ext>
            </a:extLst>
          </p:cNvPr>
          <p:cNvSpPr txBox="1"/>
          <p:nvPr userDrawn="1"/>
        </p:nvSpPr>
        <p:spPr>
          <a:xfrm>
            <a:off x="343244" y="391531"/>
            <a:ext cx="1689311" cy="138499"/>
          </a:xfrm>
          <a:prstGeom prst="rect">
            <a:avLst/>
          </a:prstGeom>
          <a:noFill/>
        </p:spPr>
        <p:txBody>
          <a:bodyPr wrap="square" lIns="0" tIns="0" rIns="0" bIns="0">
            <a:spAutoFit/>
          </a:bodyPr>
          <a:lstStyle/>
          <a:p>
            <a:pPr marR="0">
              <a:lnSpc>
                <a:spcPct val="100000"/>
              </a:lnSpc>
              <a:spcBef>
                <a:spcPts val="375"/>
              </a:spcBef>
              <a:buNone/>
            </a:pPr>
            <a:r>
              <a:rPr lang="en-US" sz="900" b="1" dirty="0">
                <a:effectLst/>
                <a:latin typeface="IBM Plex Sans SmBld" panose="020B0703050203000203" pitchFamily="34" charset="0"/>
                <a:ea typeface="IBM Plex Sans" panose="020B0503050203000203" pitchFamily="34" charset="0"/>
                <a:cs typeface="IBM Plex Sans" panose="020B0503050203000203" pitchFamily="34" charset="0"/>
              </a:rPr>
              <a:t>IBM</a:t>
            </a:r>
            <a:r>
              <a:rPr lang="en-US" sz="900" b="1" spc="-10" dirty="0">
                <a:effectLst/>
                <a:latin typeface="IBM Plex Sans SmBld" panose="020B0703050203000203" pitchFamily="34" charset="0"/>
                <a:ea typeface="IBM Plex Sans" panose="020B0503050203000203" pitchFamily="34" charset="0"/>
                <a:cs typeface="IBM Plex Sans" panose="020B0503050203000203" pitchFamily="34" charset="0"/>
              </a:rPr>
              <a:t> Consulting</a:t>
            </a:r>
            <a:endParaRPr lang="en-US" sz="900" dirty="0">
              <a:effectLst/>
              <a:latin typeface="IBM Plex Sans" panose="020B0503050203000203" pitchFamily="34" charset="0"/>
              <a:ea typeface="IBM Plex Sans" panose="020B0503050203000203" pitchFamily="34" charset="0"/>
              <a:cs typeface="IBM Plex Sans" panose="020B0503050203000203" pitchFamily="34" charset="0"/>
            </a:endParaRPr>
          </a:p>
        </p:txBody>
      </p:sp>
      <p:grpSp>
        <p:nvGrpSpPr>
          <p:cNvPr id="9" name="Group 8">
            <a:extLst>
              <a:ext uri="{FF2B5EF4-FFF2-40B4-BE49-F238E27FC236}">
                <a16:creationId xmlns:a16="http://schemas.microsoft.com/office/drawing/2014/main" id="{51F3150E-C0EA-B170-7370-985C1BD6DF7B}"/>
              </a:ext>
            </a:extLst>
          </p:cNvPr>
          <p:cNvGrpSpPr>
            <a:grpSpLocks/>
          </p:cNvGrpSpPr>
          <p:nvPr userDrawn="1"/>
        </p:nvGrpSpPr>
        <p:grpSpPr>
          <a:xfrm>
            <a:off x="382682" y="3296450"/>
            <a:ext cx="76200" cy="76200"/>
            <a:chOff x="0" y="0"/>
            <a:chExt cx="76200" cy="76200"/>
          </a:xfrm>
        </p:grpSpPr>
        <p:sp>
          <p:nvSpPr>
            <p:cNvPr id="10" name="Graphic 2">
              <a:extLst>
                <a:ext uri="{FF2B5EF4-FFF2-40B4-BE49-F238E27FC236}">
                  <a16:creationId xmlns:a16="http://schemas.microsoft.com/office/drawing/2014/main" id="{11DE57DC-BDE4-104A-648B-D7D253113E03}"/>
                </a:ext>
              </a:extLst>
            </p:cNvPr>
            <p:cNvSpPr/>
            <p:nvPr/>
          </p:nvSpPr>
          <p:spPr>
            <a:xfrm>
              <a:off x="0" y="0"/>
              <a:ext cx="76200" cy="76200"/>
            </a:xfrm>
            <a:custGeom>
              <a:avLst/>
              <a:gdLst/>
              <a:ahLst/>
              <a:cxnLst/>
              <a:rect l="l" t="t" r="r" b="b"/>
              <a:pathLst>
                <a:path w="76200" h="76200">
                  <a:moveTo>
                    <a:pt x="76200" y="0"/>
                  </a:moveTo>
                  <a:lnTo>
                    <a:pt x="0" y="0"/>
                  </a:lnTo>
                  <a:lnTo>
                    <a:pt x="0" y="76200"/>
                  </a:lnTo>
                  <a:lnTo>
                    <a:pt x="76200" y="76200"/>
                  </a:lnTo>
                  <a:lnTo>
                    <a:pt x="76200" y="0"/>
                  </a:lnTo>
                  <a:close/>
                </a:path>
              </a:pathLst>
            </a:custGeom>
            <a:solidFill>
              <a:srgbClr val="0F61FD"/>
            </a:solidFill>
          </p:spPr>
          <p:txBody>
            <a:bodyPr wrap="square" lIns="0" tIns="0" rIns="0" bIns="0" rtlCol="0">
              <a:prstTxWarp prst="textNoShape">
                <a:avLst/>
              </a:prstTxWarp>
              <a:noAutofit/>
            </a:bodyPr>
            <a:lstStyle/>
            <a:p>
              <a:pPr>
                <a:lnSpc>
                  <a:spcPct val="100000"/>
                </a:lnSpc>
              </a:pPr>
              <a:endParaRPr lang="en-US"/>
            </a:p>
          </p:txBody>
        </p:sp>
      </p:grpSp>
      <p:sp>
        <p:nvSpPr>
          <p:cNvPr id="11" name="Rectangle 4">
            <a:extLst>
              <a:ext uri="{FF2B5EF4-FFF2-40B4-BE49-F238E27FC236}">
                <a16:creationId xmlns:a16="http://schemas.microsoft.com/office/drawing/2014/main" id="{DBB28D3C-098D-4AA6-7C8E-747F2E518BDF}"/>
              </a:ext>
            </a:extLst>
          </p:cNvPr>
          <p:cNvSpPr>
            <a:spLocks noChangeArrowheads="1"/>
          </p:cNvSpPr>
          <p:nvPr userDrawn="1"/>
        </p:nvSpPr>
        <p:spPr bwMode="auto">
          <a:xfrm>
            <a:off x="282079" y="3422639"/>
            <a:ext cx="2221923"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1200"/>
              </a:spcBef>
              <a:spcAft>
                <a:spcPct val="0"/>
              </a:spcAft>
              <a:buClrTx/>
              <a:buSzTx/>
              <a:buFontTx/>
              <a:buNone/>
              <a:tabLst/>
            </a:pPr>
            <a:r>
              <a:rPr kumimoji="0" lang="en-US" altLang="en-US" sz="900" b="1" i="0" u="none" strike="noStrike" cap="none" normalizeH="0" baseline="0" dirty="0">
                <a:ln>
                  <a:noFill/>
                </a:ln>
                <a:solidFill>
                  <a:schemeClr val="tx1"/>
                </a:solidFill>
                <a:effectLst/>
                <a:latin typeface="IBM Plex Sans SmBld" panose="020B0703050203000203" pitchFamily="34" charset="0"/>
                <a:ea typeface="IBM Plex Sans" panose="020B0503050203000203" pitchFamily="34" charset="0"/>
                <a:cs typeface="IBM Plex Sans" panose="020B0503050203000203" pitchFamily="34" charset="0"/>
              </a:rPr>
              <a:t>Highlights</a:t>
            </a:r>
            <a:endParaRPr kumimoji="0" lang="en-US" altLang="en-US" sz="200" b="0" i="0" u="none" strike="noStrike" cap="none" normalizeH="0" baseline="0" dirty="0">
              <a:ln>
                <a:noFill/>
              </a:ln>
              <a:solidFill>
                <a:schemeClr val="tx1"/>
              </a:solidFill>
              <a:effectLst/>
            </a:endParaRPr>
          </a:p>
        </p:txBody>
      </p:sp>
      <p:sp>
        <p:nvSpPr>
          <p:cNvPr id="13" name="Graphic 4">
            <a:extLst>
              <a:ext uri="{FF2B5EF4-FFF2-40B4-BE49-F238E27FC236}">
                <a16:creationId xmlns:a16="http://schemas.microsoft.com/office/drawing/2014/main" id="{8F0A4277-0538-80E9-F6E0-75DD9B7A46AE}"/>
              </a:ext>
            </a:extLst>
          </p:cNvPr>
          <p:cNvSpPr>
            <a:spLocks/>
          </p:cNvSpPr>
          <p:nvPr userDrawn="1"/>
        </p:nvSpPr>
        <p:spPr>
          <a:xfrm>
            <a:off x="382682" y="9275020"/>
            <a:ext cx="742950" cy="276225"/>
          </a:xfrm>
          <a:custGeom>
            <a:avLst/>
            <a:gdLst/>
            <a:ahLst/>
            <a:cxnLst/>
            <a:rect l="l" t="t" r="r" b="b"/>
            <a:pathLst>
              <a:path w="742950" h="276225">
                <a:moveTo>
                  <a:pt x="134708" y="256209"/>
                </a:moveTo>
                <a:lnTo>
                  <a:pt x="0" y="256209"/>
                </a:lnTo>
                <a:lnTo>
                  <a:pt x="0" y="275386"/>
                </a:lnTo>
                <a:lnTo>
                  <a:pt x="134708" y="275386"/>
                </a:lnTo>
                <a:lnTo>
                  <a:pt x="134708" y="256209"/>
                </a:lnTo>
                <a:close/>
              </a:path>
              <a:path w="742950" h="276225">
                <a:moveTo>
                  <a:pt x="134708" y="219595"/>
                </a:moveTo>
                <a:lnTo>
                  <a:pt x="0" y="219595"/>
                </a:lnTo>
                <a:lnTo>
                  <a:pt x="0" y="238772"/>
                </a:lnTo>
                <a:lnTo>
                  <a:pt x="134708" y="238772"/>
                </a:lnTo>
                <a:lnTo>
                  <a:pt x="134708" y="219595"/>
                </a:lnTo>
                <a:close/>
              </a:path>
              <a:path w="742950" h="276225">
                <a:moveTo>
                  <a:pt x="96227" y="182994"/>
                </a:moveTo>
                <a:lnTo>
                  <a:pt x="38493" y="182994"/>
                </a:lnTo>
                <a:lnTo>
                  <a:pt x="38493" y="202171"/>
                </a:lnTo>
                <a:lnTo>
                  <a:pt x="96227" y="202171"/>
                </a:lnTo>
                <a:lnTo>
                  <a:pt x="96227" y="182994"/>
                </a:lnTo>
                <a:close/>
              </a:path>
              <a:path w="742950" h="276225">
                <a:moveTo>
                  <a:pt x="96227" y="146392"/>
                </a:moveTo>
                <a:lnTo>
                  <a:pt x="38493" y="146392"/>
                </a:lnTo>
                <a:lnTo>
                  <a:pt x="38493" y="165569"/>
                </a:lnTo>
                <a:lnTo>
                  <a:pt x="96227" y="165569"/>
                </a:lnTo>
                <a:lnTo>
                  <a:pt x="96227" y="146392"/>
                </a:lnTo>
                <a:close/>
              </a:path>
              <a:path w="742950" h="276225">
                <a:moveTo>
                  <a:pt x="96227" y="109791"/>
                </a:moveTo>
                <a:lnTo>
                  <a:pt x="38493" y="109791"/>
                </a:lnTo>
                <a:lnTo>
                  <a:pt x="38493" y="128968"/>
                </a:lnTo>
                <a:lnTo>
                  <a:pt x="96227" y="128968"/>
                </a:lnTo>
                <a:lnTo>
                  <a:pt x="96227" y="109791"/>
                </a:lnTo>
                <a:close/>
              </a:path>
              <a:path w="742950" h="276225">
                <a:moveTo>
                  <a:pt x="96227" y="73202"/>
                </a:moveTo>
                <a:lnTo>
                  <a:pt x="38493" y="73202"/>
                </a:lnTo>
                <a:lnTo>
                  <a:pt x="38493" y="92379"/>
                </a:lnTo>
                <a:lnTo>
                  <a:pt x="96227" y="92379"/>
                </a:lnTo>
                <a:lnTo>
                  <a:pt x="96227" y="73202"/>
                </a:lnTo>
                <a:close/>
              </a:path>
              <a:path w="742950" h="276225">
                <a:moveTo>
                  <a:pt x="134708" y="36601"/>
                </a:moveTo>
                <a:lnTo>
                  <a:pt x="0" y="36601"/>
                </a:lnTo>
                <a:lnTo>
                  <a:pt x="0" y="55778"/>
                </a:lnTo>
                <a:lnTo>
                  <a:pt x="134708" y="55778"/>
                </a:lnTo>
                <a:lnTo>
                  <a:pt x="134708" y="36601"/>
                </a:lnTo>
                <a:close/>
              </a:path>
              <a:path w="742950" h="276225">
                <a:moveTo>
                  <a:pt x="134708" y="0"/>
                </a:moveTo>
                <a:lnTo>
                  <a:pt x="0" y="0"/>
                </a:lnTo>
                <a:lnTo>
                  <a:pt x="0" y="19177"/>
                </a:lnTo>
                <a:lnTo>
                  <a:pt x="134708" y="19177"/>
                </a:lnTo>
                <a:lnTo>
                  <a:pt x="134708" y="0"/>
                </a:lnTo>
                <a:close/>
              </a:path>
              <a:path w="742950" h="276225">
                <a:moveTo>
                  <a:pt x="367042" y="219608"/>
                </a:moveTo>
                <a:lnTo>
                  <a:pt x="153962" y="219608"/>
                </a:lnTo>
                <a:lnTo>
                  <a:pt x="153962" y="238772"/>
                </a:lnTo>
                <a:lnTo>
                  <a:pt x="359295" y="238772"/>
                </a:lnTo>
                <a:lnTo>
                  <a:pt x="362737" y="232854"/>
                </a:lnTo>
                <a:lnTo>
                  <a:pt x="365366" y="226428"/>
                </a:lnTo>
                <a:lnTo>
                  <a:pt x="367042" y="219608"/>
                </a:lnTo>
                <a:close/>
              </a:path>
              <a:path w="742950" h="276225">
                <a:moveTo>
                  <a:pt x="343217" y="146405"/>
                </a:moveTo>
                <a:lnTo>
                  <a:pt x="192443" y="146405"/>
                </a:lnTo>
                <a:lnTo>
                  <a:pt x="192443" y="165569"/>
                </a:lnTo>
                <a:lnTo>
                  <a:pt x="359270" y="165569"/>
                </a:lnTo>
                <a:lnTo>
                  <a:pt x="355053" y="158305"/>
                </a:lnTo>
                <a:lnTo>
                  <a:pt x="349618" y="151815"/>
                </a:lnTo>
                <a:lnTo>
                  <a:pt x="343217" y="146405"/>
                </a:lnTo>
                <a:close/>
              </a:path>
              <a:path w="742950" h="276225">
                <a:moveTo>
                  <a:pt x="359270" y="109804"/>
                </a:moveTo>
                <a:lnTo>
                  <a:pt x="192443" y="109804"/>
                </a:lnTo>
                <a:lnTo>
                  <a:pt x="192443" y="128968"/>
                </a:lnTo>
                <a:lnTo>
                  <a:pt x="343217" y="128968"/>
                </a:lnTo>
                <a:lnTo>
                  <a:pt x="349618" y="123558"/>
                </a:lnTo>
                <a:lnTo>
                  <a:pt x="355053" y="117081"/>
                </a:lnTo>
                <a:lnTo>
                  <a:pt x="359270" y="109804"/>
                </a:lnTo>
                <a:close/>
              </a:path>
              <a:path w="742950" h="276225">
                <a:moveTo>
                  <a:pt x="359295" y="36601"/>
                </a:moveTo>
                <a:lnTo>
                  <a:pt x="153962" y="36601"/>
                </a:lnTo>
                <a:lnTo>
                  <a:pt x="153962" y="55778"/>
                </a:lnTo>
                <a:lnTo>
                  <a:pt x="367042" y="55778"/>
                </a:lnTo>
                <a:lnTo>
                  <a:pt x="365366" y="48958"/>
                </a:lnTo>
                <a:lnTo>
                  <a:pt x="362737" y="42519"/>
                </a:lnTo>
                <a:lnTo>
                  <a:pt x="359295" y="36601"/>
                </a:lnTo>
                <a:close/>
              </a:path>
              <a:path w="742950" h="276225">
                <a:moveTo>
                  <a:pt x="295668" y="0"/>
                </a:moveTo>
                <a:lnTo>
                  <a:pt x="153962" y="0"/>
                </a:lnTo>
                <a:lnTo>
                  <a:pt x="153962" y="19177"/>
                </a:lnTo>
                <a:lnTo>
                  <a:pt x="345236" y="19177"/>
                </a:lnTo>
                <a:lnTo>
                  <a:pt x="334666" y="11154"/>
                </a:lnTo>
                <a:lnTo>
                  <a:pt x="322719" y="5121"/>
                </a:lnTo>
                <a:lnTo>
                  <a:pt x="309639" y="1321"/>
                </a:lnTo>
                <a:lnTo>
                  <a:pt x="295668" y="0"/>
                </a:lnTo>
                <a:close/>
              </a:path>
              <a:path w="742950" h="276225">
                <a:moveTo>
                  <a:pt x="250177" y="73202"/>
                </a:moveTo>
                <a:lnTo>
                  <a:pt x="192443" y="73202"/>
                </a:lnTo>
                <a:lnTo>
                  <a:pt x="192443" y="92379"/>
                </a:lnTo>
                <a:lnTo>
                  <a:pt x="250177" y="92379"/>
                </a:lnTo>
                <a:lnTo>
                  <a:pt x="250177" y="73202"/>
                </a:lnTo>
                <a:close/>
              </a:path>
              <a:path w="742950" h="276225">
                <a:moveTo>
                  <a:pt x="369150" y="73202"/>
                </a:moveTo>
                <a:lnTo>
                  <a:pt x="304419" y="73202"/>
                </a:lnTo>
                <a:lnTo>
                  <a:pt x="304419" y="92379"/>
                </a:lnTo>
                <a:lnTo>
                  <a:pt x="366572" y="92379"/>
                </a:lnTo>
                <a:lnTo>
                  <a:pt x="368236" y="86258"/>
                </a:lnTo>
                <a:lnTo>
                  <a:pt x="369150" y="79844"/>
                </a:lnTo>
                <a:lnTo>
                  <a:pt x="369150" y="73202"/>
                </a:lnTo>
                <a:close/>
              </a:path>
              <a:path w="742950" h="276225">
                <a:moveTo>
                  <a:pt x="250177" y="182994"/>
                </a:moveTo>
                <a:lnTo>
                  <a:pt x="192443" y="182994"/>
                </a:lnTo>
                <a:lnTo>
                  <a:pt x="192443" y="202171"/>
                </a:lnTo>
                <a:lnTo>
                  <a:pt x="250177" y="202171"/>
                </a:lnTo>
                <a:lnTo>
                  <a:pt x="250177" y="182994"/>
                </a:lnTo>
                <a:close/>
              </a:path>
              <a:path w="742950" h="276225">
                <a:moveTo>
                  <a:pt x="366572" y="183007"/>
                </a:moveTo>
                <a:lnTo>
                  <a:pt x="304419" y="183007"/>
                </a:lnTo>
                <a:lnTo>
                  <a:pt x="304419" y="202171"/>
                </a:lnTo>
                <a:lnTo>
                  <a:pt x="369150" y="202171"/>
                </a:lnTo>
                <a:lnTo>
                  <a:pt x="369150" y="195541"/>
                </a:lnTo>
                <a:lnTo>
                  <a:pt x="368236" y="189115"/>
                </a:lnTo>
                <a:lnTo>
                  <a:pt x="366572" y="183007"/>
                </a:lnTo>
                <a:close/>
              </a:path>
              <a:path w="742950" h="276225">
                <a:moveTo>
                  <a:pt x="345236" y="256209"/>
                </a:moveTo>
                <a:lnTo>
                  <a:pt x="153962" y="256209"/>
                </a:lnTo>
                <a:lnTo>
                  <a:pt x="153962" y="275374"/>
                </a:lnTo>
                <a:lnTo>
                  <a:pt x="295668" y="275374"/>
                </a:lnTo>
                <a:lnTo>
                  <a:pt x="309698" y="274053"/>
                </a:lnTo>
                <a:lnTo>
                  <a:pt x="322772" y="270254"/>
                </a:lnTo>
                <a:lnTo>
                  <a:pt x="334686" y="264224"/>
                </a:lnTo>
                <a:lnTo>
                  <a:pt x="345236" y="256209"/>
                </a:lnTo>
                <a:close/>
              </a:path>
              <a:path w="742950" h="276225">
                <a:moveTo>
                  <a:pt x="545541" y="256209"/>
                </a:moveTo>
                <a:lnTo>
                  <a:pt x="532168" y="256209"/>
                </a:lnTo>
                <a:lnTo>
                  <a:pt x="538822" y="275374"/>
                </a:lnTo>
                <a:lnTo>
                  <a:pt x="545541" y="256209"/>
                </a:lnTo>
                <a:close/>
              </a:path>
              <a:path w="742950" h="276225">
                <a:moveTo>
                  <a:pt x="558444" y="219608"/>
                </a:moveTo>
                <a:lnTo>
                  <a:pt x="519264" y="219608"/>
                </a:lnTo>
                <a:lnTo>
                  <a:pt x="526021" y="238772"/>
                </a:lnTo>
                <a:lnTo>
                  <a:pt x="551688" y="238772"/>
                </a:lnTo>
                <a:lnTo>
                  <a:pt x="558444" y="219608"/>
                </a:lnTo>
                <a:close/>
              </a:path>
              <a:path w="742950" h="276225">
                <a:moveTo>
                  <a:pt x="571347" y="183007"/>
                </a:moveTo>
                <a:lnTo>
                  <a:pt x="506374" y="183007"/>
                </a:lnTo>
                <a:lnTo>
                  <a:pt x="513130" y="202171"/>
                </a:lnTo>
                <a:lnTo>
                  <a:pt x="564591" y="202171"/>
                </a:lnTo>
                <a:lnTo>
                  <a:pt x="571347" y="183007"/>
                </a:lnTo>
                <a:close/>
              </a:path>
              <a:path w="742950" h="276225">
                <a:moveTo>
                  <a:pt x="584238" y="146405"/>
                </a:moveTo>
                <a:lnTo>
                  <a:pt x="493471" y="146405"/>
                </a:lnTo>
                <a:lnTo>
                  <a:pt x="500227" y="165569"/>
                </a:lnTo>
                <a:lnTo>
                  <a:pt x="577481" y="165569"/>
                </a:lnTo>
                <a:lnTo>
                  <a:pt x="584238" y="146405"/>
                </a:lnTo>
                <a:close/>
              </a:path>
              <a:path w="742950" h="276225">
                <a:moveTo>
                  <a:pt x="520674" y="73202"/>
                </a:moveTo>
                <a:lnTo>
                  <a:pt x="423392" y="73202"/>
                </a:lnTo>
                <a:lnTo>
                  <a:pt x="423392" y="92379"/>
                </a:lnTo>
                <a:lnTo>
                  <a:pt x="527367" y="92379"/>
                </a:lnTo>
                <a:lnTo>
                  <a:pt x="520674" y="73202"/>
                </a:lnTo>
                <a:close/>
              </a:path>
              <a:path w="742950" h="276225">
                <a:moveTo>
                  <a:pt x="692823" y="36601"/>
                </a:moveTo>
                <a:lnTo>
                  <a:pt x="569823" y="36601"/>
                </a:lnTo>
                <a:lnTo>
                  <a:pt x="563130" y="55778"/>
                </a:lnTo>
                <a:lnTo>
                  <a:pt x="692823" y="55778"/>
                </a:lnTo>
                <a:lnTo>
                  <a:pt x="692823" y="36601"/>
                </a:lnTo>
                <a:close/>
              </a:path>
              <a:path w="742950" h="276225">
                <a:moveTo>
                  <a:pt x="692823" y="0"/>
                </a:moveTo>
                <a:lnTo>
                  <a:pt x="582599" y="0"/>
                </a:lnTo>
                <a:lnTo>
                  <a:pt x="575906" y="19177"/>
                </a:lnTo>
                <a:lnTo>
                  <a:pt x="692823" y="19177"/>
                </a:lnTo>
                <a:lnTo>
                  <a:pt x="692823" y="0"/>
                </a:lnTo>
                <a:close/>
              </a:path>
              <a:path w="742950" h="276225">
                <a:moveTo>
                  <a:pt x="481126" y="256197"/>
                </a:moveTo>
                <a:lnTo>
                  <a:pt x="384898" y="256197"/>
                </a:lnTo>
                <a:lnTo>
                  <a:pt x="384898" y="275374"/>
                </a:lnTo>
                <a:lnTo>
                  <a:pt x="481126" y="275374"/>
                </a:lnTo>
                <a:lnTo>
                  <a:pt x="481126" y="256197"/>
                </a:lnTo>
                <a:close/>
              </a:path>
              <a:path w="742950" h="276225">
                <a:moveTo>
                  <a:pt x="481126" y="219595"/>
                </a:moveTo>
                <a:lnTo>
                  <a:pt x="384898" y="219595"/>
                </a:lnTo>
                <a:lnTo>
                  <a:pt x="384898" y="238772"/>
                </a:lnTo>
                <a:lnTo>
                  <a:pt x="481126" y="238772"/>
                </a:lnTo>
                <a:lnTo>
                  <a:pt x="481126" y="219595"/>
                </a:lnTo>
                <a:close/>
              </a:path>
              <a:path w="742950" h="276225">
                <a:moveTo>
                  <a:pt x="481126" y="182994"/>
                </a:moveTo>
                <a:lnTo>
                  <a:pt x="423392" y="182994"/>
                </a:lnTo>
                <a:lnTo>
                  <a:pt x="423392" y="202171"/>
                </a:lnTo>
                <a:lnTo>
                  <a:pt x="481126" y="202171"/>
                </a:lnTo>
                <a:lnTo>
                  <a:pt x="481126" y="182994"/>
                </a:lnTo>
                <a:close/>
              </a:path>
              <a:path w="742950" h="276225">
                <a:moveTo>
                  <a:pt x="481126" y="146392"/>
                </a:moveTo>
                <a:lnTo>
                  <a:pt x="423392" y="146392"/>
                </a:lnTo>
                <a:lnTo>
                  <a:pt x="423392" y="165569"/>
                </a:lnTo>
                <a:lnTo>
                  <a:pt x="481126" y="165569"/>
                </a:lnTo>
                <a:lnTo>
                  <a:pt x="481126" y="146392"/>
                </a:lnTo>
                <a:close/>
              </a:path>
              <a:path w="742950" h="276225">
                <a:moveTo>
                  <a:pt x="654329" y="73202"/>
                </a:moveTo>
                <a:lnTo>
                  <a:pt x="557047" y="73202"/>
                </a:lnTo>
                <a:lnTo>
                  <a:pt x="550354" y="92379"/>
                </a:lnTo>
                <a:lnTo>
                  <a:pt x="654329" y="92379"/>
                </a:lnTo>
                <a:lnTo>
                  <a:pt x="654329" y="73202"/>
                </a:lnTo>
                <a:close/>
              </a:path>
              <a:path w="742950" h="276225">
                <a:moveTo>
                  <a:pt x="533450" y="109804"/>
                </a:moveTo>
                <a:lnTo>
                  <a:pt x="423392" y="109804"/>
                </a:lnTo>
                <a:lnTo>
                  <a:pt x="423392" y="128968"/>
                </a:lnTo>
                <a:lnTo>
                  <a:pt x="481126" y="128968"/>
                </a:lnTo>
                <a:lnTo>
                  <a:pt x="481126" y="111353"/>
                </a:lnTo>
                <a:lnTo>
                  <a:pt x="533991" y="111353"/>
                </a:lnTo>
                <a:lnTo>
                  <a:pt x="533450" y="109804"/>
                </a:lnTo>
                <a:close/>
              </a:path>
              <a:path w="742950" h="276225">
                <a:moveTo>
                  <a:pt x="533991" y="111353"/>
                </a:moveTo>
                <a:lnTo>
                  <a:pt x="481126" y="111353"/>
                </a:lnTo>
                <a:lnTo>
                  <a:pt x="487337" y="128968"/>
                </a:lnTo>
                <a:lnTo>
                  <a:pt x="590384" y="128968"/>
                </a:lnTo>
                <a:lnTo>
                  <a:pt x="591678" y="125298"/>
                </a:lnTo>
                <a:lnTo>
                  <a:pt x="538861" y="125298"/>
                </a:lnTo>
                <a:lnTo>
                  <a:pt x="533991" y="111353"/>
                </a:lnTo>
                <a:close/>
              </a:path>
              <a:path w="742950" h="276225">
                <a:moveTo>
                  <a:pt x="654329" y="111353"/>
                </a:moveTo>
                <a:lnTo>
                  <a:pt x="596595" y="111353"/>
                </a:lnTo>
                <a:lnTo>
                  <a:pt x="596595" y="128968"/>
                </a:lnTo>
                <a:lnTo>
                  <a:pt x="654329" y="128968"/>
                </a:lnTo>
                <a:lnTo>
                  <a:pt x="654329" y="111353"/>
                </a:lnTo>
                <a:close/>
              </a:path>
              <a:path w="742950" h="276225">
                <a:moveTo>
                  <a:pt x="654329" y="109804"/>
                </a:moveTo>
                <a:lnTo>
                  <a:pt x="544271" y="109804"/>
                </a:lnTo>
                <a:lnTo>
                  <a:pt x="538861" y="125298"/>
                </a:lnTo>
                <a:lnTo>
                  <a:pt x="591678" y="125298"/>
                </a:lnTo>
                <a:lnTo>
                  <a:pt x="596595" y="111353"/>
                </a:lnTo>
                <a:lnTo>
                  <a:pt x="654329" y="111353"/>
                </a:lnTo>
                <a:lnTo>
                  <a:pt x="654329" y="109804"/>
                </a:lnTo>
                <a:close/>
              </a:path>
              <a:path w="742950" h="276225">
                <a:moveTo>
                  <a:pt x="654329" y="146405"/>
                </a:moveTo>
                <a:lnTo>
                  <a:pt x="596595" y="146405"/>
                </a:lnTo>
                <a:lnTo>
                  <a:pt x="596595" y="165582"/>
                </a:lnTo>
                <a:lnTo>
                  <a:pt x="654329" y="165582"/>
                </a:lnTo>
                <a:lnTo>
                  <a:pt x="654329" y="146405"/>
                </a:lnTo>
                <a:close/>
              </a:path>
              <a:path w="742950" h="276225">
                <a:moveTo>
                  <a:pt x="654329" y="182994"/>
                </a:moveTo>
                <a:lnTo>
                  <a:pt x="596595" y="182994"/>
                </a:lnTo>
                <a:lnTo>
                  <a:pt x="596595" y="202171"/>
                </a:lnTo>
                <a:lnTo>
                  <a:pt x="654329" y="202171"/>
                </a:lnTo>
                <a:lnTo>
                  <a:pt x="654329" y="182994"/>
                </a:lnTo>
                <a:close/>
              </a:path>
              <a:path w="742950" h="276225">
                <a:moveTo>
                  <a:pt x="692823" y="219595"/>
                </a:moveTo>
                <a:lnTo>
                  <a:pt x="596595" y="219595"/>
                </a:lnTo>
                <a:lnTo>
                  <a:pt x="596595" y="238772"/>
                </a:lnTo>
                <a:lnTo>
                  <a:pt x="692823" y="238772"/>
                </a:lnTo>
                <a:lnTo>
                  <a:pt x="692823" y="219595"/>
                </a:lnTo>
                <a:close/>
              </a:path>
              <a:path w="742950" h="276225">
                <a:moveTo>
                  <a:pt x="692823" y="256197"/>
                </a:moveTo>
                <a:lnTo>
                  <a:pt x="596595" y="256197"/>
                </a:lnTo>
                <a:lnTo>
                  <a:pt x="596595" y="275374"/>
                </a:lnTo>
                <a:lnTo>
                  <a:pt x="692823" y="275374"/>
                </a:lnTo>
                <a:lnTo>
                  <a:pt x="692823" y="256197"/>
                </a:lnTo>
                <a:close/>
              </a:path>
              <a:path w="742950" h="276225">
                <a:moveTo>
                  <a:pt x="507898" y="36601"/>
                </a:moveTo>
                <a:lnTo>
                  <a:pt x="384898" y="36601"/>
                </a:lnTo>
                <a:lnTo>
                  <a:pt x="384898" y="55778"/>
                </a:lnTo>
                <a:lnTo>
                  <a:pt x="514591" y="55778"/>
                </a:lnTo>
                <a:lnTo>
                  <a:pt x="507898" y="36601"/>
                </a:lnTo>
                <a:close/>
              </a:path>
              <a:path w="742950" h="276225">
                <a:moveTo>
                  <a:pt x="495122" y="0"/>
                </a:moveTo>
                <a:lnTo>
                  <a:pt x="384898" y="0"/>
                </a:lnTo>
                <a:lnTo>
                  <a:pt x="384898" y="19177"/>
                </a:lnTo>
                <a:lnTo>
                  <a:pt x="501815" y="19177"/>
                </a:lnTo>
                <a:lnTo>
                  <a:pt x="495122" y="0"/>
                </a:lnTo>
                <a:close/>
              </a:path>
              <a:path w="742950" h="276225">
                <a:moveTo>
                  <a:pt x="736409" y="245999"/>
                </a:moveTo>
                <a:lnTo>
                  <a:pt x="720090" y="245999"/>
                </a:lnTo>
                <a:lnTo>
                  <a:pt x="713549" y="252514"/>
                </a:lnTo>
                <a:lnTo>
                  <a:pt x="713549" y="269646"/>
                </a:lnTo>
                <a:lnTo>
                  <a:pt x="720090" y="276161"/>
                </a:lnTo>
                <a:lnTo>
                  <a:pt x="736409" y="276161"/>
                </a:lnTo>
                <a:lnTo>
                  <a:pt x="739571" y="273011"/>
                </a:lnTo>
                <a:lnTo>
                  <a:pt x="721855" y="273011"/>
                </a:lnTo>
                <a:lnTo>
                  <a:pt x="717003" y="268185"/>
                </a:lnTo>
                <a:lnTo>
                  <a:pt x="717003" y="253974"/>
                </a:lnTo>
                <a:lnTo>
                  <a:pt x="721855" y="249148"/>
                </a:lnTo>
                <a:lnTo>
                  <a:pt x="739571" y="249148"/>
                </a:lnTo>
                <a:lnTo>
                  <a:pt x="736409" y="245999"/>
                </a:lnTo>
                <a:close/>
              </a:path>
              <a:path w="742950" h="276225">
                <a:moveTo>
                  <a:pt x="739571" y="249148"/>
                </a:moveTo>
                <a:lnTo>
                  <a:pt x="734644" y="249148"/>
                </a:lnTo>
                <a:lnTo>
                  <a:pt x="739495" y="253974"/>
                </a:lnTo>
                <a:lnTo>
                  <a:pt x="739495" y="268185"/>
                </a:lnTo>
                <a:lnTo>
                  <a:pt x="734644" y="273011"/>
                </a:lnTo>
                <a:lnTo>
                  <a:pt x="739571" y="273011"/>
                </a:lnTo>
                <a:lnTo>
                  <a:pt x="742950" y="269646"/>
                </a:lnTo>
                <a:lnTo>
                  <a:pt x="742950" y="252514"/>
                </a:lnTo>
                <a:lnTo>
                  <a:pt x="739571" y="249148"/>
                </a:lnTo>
                <a:close/>
              </a:path>
              <a:path w="742950" h="276225">
                <a:moveTo>
                  <a:pt x="732739" y="253542"/>
                </a:moveTo>
                <a:lnTo>
                  <a:pt x="722299" y="253542"/>
                </a:lnTo>
                <a:lnTo>
                  <a:pt x="722299" y="268833"/>
                </a:lnTo>
                <a:lnTo>
                  <a:pt x="726046" y="268833"/>
                </a:lnTo>
                <a:lnTo>
                  <a:pt x="726046" y="263563"/>
                </a:lnTo>
                <a:lnTo>
                  <a:pt x="732055" y="263563"/>
                </a:lnTo>
                <a:lnTo>
                  <a:pt x="731710" y="262978"/>
                </a:lnTo>
                <a:lnTo>
                  <a:pt x="733399" y="262318"/>
                </a:lnTo>
                <a:lnTo>
                  <a:pt x="734491" y="260781"/>
                </a:lnTo>
                <a:lnTo>
                  <a:pt x="726046" y="260781"/>
                </a:lnTo>
                <a:lnTo>
                  <a:pt x="726046" y="256463"/>
                </a:lnTo>
                <a:lnTo>
                  <a:pt x="734491" y="256463"/>
                </a:lnTo>
                <a:lnTo>
                  <a:pt x="734491" y="255587"/>
                </a:lnTo>
                <a:lnTo>
                  <a:pt x="732739" y="253542"/>
                </a:lnTo>
                <a:close/>
              </a:path>
              <a:path w="742950" h="276225">
                <a:moveTo>
                  <a:pt x="732055" y="263563"/>
                </a:moveTo>
                <a:lnTo>
                  <a:pt x="728179" y="263563"/>
                </a:lnTo>
                <a:lnTo>
                  <a:pt x="731037" y="268833"/>
                </a:lnTo>
                <a:lnTo>
                  <a:pt x="735164" y="268833"/>
                </a:lnTo>
                <a:lnTo>
                  <a:pt x="732055" y="263563"/>
                </a:lnTo>
                <a:close/>
              </a:path>
              <a:path w="742950" h="276225">
                <a:moveTo>
                  <a:pt x="734491" y="256463"/>
                </a:moveTo>
                <a:lnTo>
                  <a:pt x="730008" y="256463"/>
                </a:lnTo>
                <a:lnTo>
                  <a:pt x="730681" y="256984"/>
                </a:lnTo>
                <a:lnTo>
                  <a:pt x="730681" y="260273"/>
                </a:lnTo>
                <a:lnTo>
                  <a:pt x="730008" y="260781"/>
                </a:lnTo>
                <a:lnTo>
                  <a:pt x="734491" y="260781"/>
                </a:lnTo>
                <a:lnTo>
                  <a:pt x="734491" y="256463"/>
                </a:lnTo>
                <a:close/>
              </a:path>
            </a:pathLst>
          </a:custGeom>
          <a:solidFill>
            <a:srgbClr val="000000"/>
          </a:solidFill>
        </p:spPr>
        <p:txBody>
          <a:bodyPr wrap="square" lIns="0" tIns="0" rIns="0" bIns="0" rtlCol="0">
            <a:prstTxWarp prst="textNoShape">
              <a:avLst/>
            </a:prstTxWarp>
            <a:noAutofit/>
          </a:bodyPr>
          <a:lstStyle/>
          <a:p>
            <a:endParaRPr lang="en-US"/>
          </a:p>
        </p:txBody>
      </p:sp>
      <p:sp>
        <p:nvSpPr>
          <p:cNvPr id="3" name="Text Placeholder 2">
            <a:extLst>
              <a:ext uri="{FF2B5EF4-FFF2-40B4-BE49-F238E27FC236}">
                <a16:creationId xmlns:a16="http://schemas.microsoft.com/office/drawing/2014/main" id="{7B54F7C5-58BD-E631-B757-9349F5B6CC51}"/>
              </a:ext>
            </a:extLst>
          </p:cNvPr>
          <p:cNvSpPr>
            <a:spLocks noGrp="1"/>
          </p:cNvSpPr>
          <p:nvPr>
            <p:ph type="body" sz="quarter" idx="12" hasCustomPrompt="1"/>
          </p:nvPr>
        </p:nvSpPr>
        <p:spPr>
          <a:xfrm>
            <a:off x="3043238" y="3238499"/>
            <a:ext cx="4422274" cy="1082401"/>
          </a:xfrm>
          <a:prstGeom prst="rect">
            <a:avLst/>
          </a:prstGeom>
        </p:spPr>
        <p:txBody>
          <a:bodyPr lIns="0" tIns="0" rIns="0" bIns="0">
            <a:noAutofit/>
          </a:bodyPr>
          <a:lstStyle>
            <a:lvl1pPr marL="0" indent="0">
              <a:lnSpc>
                <a:spcPct val="100000"/>
              </a:lnSpc>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pPr lvl="0"/>
            <a:r>
              <a:rPr lang="en-US" dirty="0"/>
              <a:t>Opening paragraph – case for change</a:t>
            </a:r>
          </a:p>
        </p:txBody>
      </p:sp>
      <p:sp>
        <p:nvSpPr>
          <p:cNvPr id="4" name="Text Placeholder 2">
            <a:extLst>
              <a:ext uri="{FF2B5EF4-FFF2-40B4-BE49-F238E27FC236}">
                <a16:creationId xmlns:a16="http://schemas.microsoft.com/office/drawing/2014/main" id="{749599F4-90C2-F140-B112-5D6D3A6FE992}"/>
              </a:ext>
            </a:extLst>
          </p:cNvPr>
          <p:cNvSpPr>
            <a:spLocks noGrp="1"/>
          </p:cNvSpPr>
          <p:nvPr>
            <p:ph type="body" sz="quarter" idx="13" hasCustomPrompt="1"/>
          </p:nvPr>
        </p:nvSpPr>
        <p:spPr>
          <a:xfrm>
            <a:off x="3043238" y="4431795"/>
            <a:ext cx="4422274" cy="432726"/>
          </a:xfrm>
          <a:prstGeom prst="rect">
            <a:avLst/>
          </a:prstGeom>
        </p:spPr>
        <p:txBody>
          <a:bodyPr lIns="0" tIns="0" rIns="0" bIns="0">
            <a:noAutofit/>
          </a:bodyPr>
          <a:lstStyle>
            <a:lvl1pPr marL="0" indent="0">
              <a:lnSpc>
                <a:spcPct val="100000"/>
              </a:lnSpc>
              <a:buNone/>
              <a:defRPr lang="en-US" sz="900" b="1"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pPr lvl="0"/>
            <a:r>
              <a:rPr lang="en-US" dirty="0"/>
              <a:t>Transition/What-if statement</a:t>
            </a:r>
          </a:p>
        </p:txBody>
      </p:sp>
      <p:sp>
        <p:nvSpPr>
          <p:cNvPr id="5" name="Text Placeholder 2">
            <a:extLst>
              <a:ext uri="{FF2B5EF4-FFF2-40B4-BE49-F238E27FC236}">
                <a16:creationId xmlns:a16="http://schemas.microsoft.com/office/drawing/2014/main" id="{06D7145C-6433-4838-0370-3A140CBFE53A}"/>
              </a:ext>
            </a:extLst>
          </p:cNvPr>
          <p:cNvSpPr>
            <a:spLocks noGrp="1"/>
          </p:cNvSpPr>
          <p:nvPr>
            <p:ph type="body" sz="quarter" idx="14" hasCustomPrompt="1"/>
          </p:nvPr>
        </p:nvSpPr>
        <p:spPr>
          <a:xfrm>
            <a:off x="3043238" y="4975415"/>
            <a:ext cx="4422274" cy="1867644"/>
          </a:xfrm>
          <a:prstGeom prst="rect">
            <a:avLst/>
          </a:prstGeom>
        </p:spPr>
        <p:txBody>
          <a:bodyPr lIns="0" tIns="0" rIns="0" bIns="0">
            <a:noAutofit/>
          </a:bodyPr>
          <a:lstStyle>
            <a:lvl1pPr marL="0" indent="0">
              <a:lnSpc>
                <a:spcPct val="100000"/>
              </a:lnSpc>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pPr lvl="0"/>
            <a:r>
              <a:rPr lang="en-US" dirty="0"/>
              <a:t>Asset description</a:t>
            </a:r>
          </a:p>
        </p:txBody>
      </p:sp>
      <p:sp>
        <p:nvSpPr>
          <p:cNvPr id="15" name="Text Placeholder 14">
            <a:extLst>
              <a:ext uri="{FF2B5EF4-FFF2-40B4-BE49-F238E27FC236}">
                <a16:creationId xmlns:a16="http://schemas.microsoft.com/office/drawing/2014/main" id="{078F066D-8F22-5A06-9280-B38CA5F7721C}"/>
              </a:ext>
            </a:extLst>
          </p:cNvPr>
          <p:cNvSpPr>
            <a:spLocks noGrp="1"/>
          </p:cNvSpPr>
          <p:nvPr>
            <p:ph type="body" sz="quarter" idx="15" hasCustomPrompt="1"/>
          </p:nvPr>
        </p:nvSpPr>
        <p:spPr>
          <a:xfrm>
            <a:off x="3043238" y="1415471"/>
            <a:ext cx="4422274" cy="700200"/>
          </a:xfrm>
          <a:prstGeom prst="rect">
            <a:avLst/>
          </a:prstGeom>
        </p:spPr>
        <p:txBody>
          <a:bodyPr lIns="0" tIns="0" rIns="0" bIns="0">
            <a:noAutofit/>
          </a:bodyPr>
          <a:lstStyle>
            <a:lvl1pPr marL="0" indent="0">
              <a:lnSpc>
                <a:spcPct val="100000"/>
              </a:lnSpc>
              <a:buNone/>
              <a:defRPr lang="en-US" sz="2400" kern="1200" dirty="0" smtClean="0">
                <a:solidFill>
                  <a:schemeClr val="tx1"/>
                </a:solidFill>
                <a:effectLst/>
                <a:latin typeface="IBM Plex Sans" panose="020B0503050203000203" pitchFamily="34" charset="0"/>
                <a:ea typeface="IBM Plex Sans Light" panose="020B0403050203000203" pitchFamily="34" charset="0"/>
                <a:cs typeface="IBM Plex Sans Light" panose="020B0403050203000203" pitchFamily="34" charset="0"/>
              </a:defRPr>
            </a:lvl1pPr>
            <a:lvl4pPr marL="0" indent="0">
              <a:buNone/>
              <a:defRPr sz="1400">
                <a:latin typeface="IBM Plex Sans" panose="020B0503050203000203" pitchFamily="34" charset="0"/>
              </a:defRPr>
            </a:lvl4pPr>
          </a:lstStyle>
          <a:p>
            <a:pPr lvl="0"/>
            <a:r>
              <a:rPr lang="en-US" dirty="0"/>
              <a:t>Title - full asset name</a:t>
            </a:r>
          </a:p>
        </p:txBody>
      </p:sp>
      <p:sp>
        <p:nvSpPr>
          <p:cNvPr id="17" name="Picture Placeholder 16">
            <a:extLst>
              <a:ext uri="{FF2B5EF4-FFF2-40B4-BE49-F238E27FC236}">
                <a16:creationId xmlns:a16="http://schemas.microsoft.com/office/drawing/2014/main" id="{A108E545-9050-5B53-D56E-B046D8386316}"/>
              </a:ext>
            </a:extLst>
          </p:cNvPr>
          <p:cNvSpPr>
            <a:spLocks noGrp="1"/>
          </p:cNvSpPr>
          <p:nvPr>
            <p:ph type="pic" sz="quarter" idx="16"/>
          </p:nvPr>
        </p:nvSpPr>
        <p:spPr>
          <a:xfrm>
            <a:off x="3043238" y="7053722"/>
            <a:ext cx="4422274" cy="2489200"/>
          </a:xfrm>
          <a:prstGeom prst="rect">
            <a:avLst/>
          </a:prstGeom>
        </p:spPr>
        <p:txBody>
          <a:bodyPr/>
          <a:lstStyle/>
          <a:p>
            <a:endParaRPr lang="en-US" dirty="0"/>
          </a:p>
        </p:txBody>
      </p:sp>
      <p:sp>
        <p:nvSpPr>
          <p:cNvPr id="20" name="Text Placeholder 2">
            <a:extLst>
              <a:ext uri="{FF2B5EF4-FFF2-40B4-BE49-F238E27FC236}">
                <a16:creationId xmlns:a16="http://schemas.microsoft.com/office/drawing/2014/main" id="{046CEEAD-9F92-4B35-B946-B6E1F0A7A25E}"/>
              </a:ext>
            </a:extLst>
          </p:cNvPr>
          <p:cNvSpPr>
            <a:spLocks noGrp="1"/>
          </p:cNvSpPr>
          <p:nvPr>
            <p:ph type="body" sz="quarter" idx="18" hasCustomPrompt="1"/>
          </p:nvPr>
        </p:nvSpPr>
        <p:spPr>
          <a:xfrm>
            <a:off x="343244" y="563300"/>
            <a:ext cx="2057056" cy="138499"/>
          </a:xfrm>
          <a:prstGeom prst="rect">
            <a:avLst/>
          </a:prstGeom>
        </p:spPr>
        <p:txBody>
          <a:bodyPr wrap="square" lIns="0" tIns="0" rIns="0" bIns="0">
            <a:spAutoFit/>
          </a:bodyPr>
          <a:lstStyle>
            <a:lvl1pPr marL="0" indent="0">
              <a:lnSpc>
                <a:spcPct val="100000"/>
              </a:lnSpc>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pPr lvl="0"/>
            <a:r>
              <a:rPr lang="en-US" dirty="0"/>
              <a:t>Eyebrow: offering name</a:t>
            </a:r>
          </a:p>
        </p:txBody>
      </p:sp>
      <p:sp>
        <p:nvSpPr>
          <p:cNvPr id="21" name="Text Placeholder 2">
            <a:extLst>
              <a:ext uri="{FF2B5EF4-FFF2-40B4-BE49-F238E27FC236}">
                <a16:creationId xmlns:a16="http://schemas.microsoft.com/office/drawing/2014/main" id="{9C912D3C-0C50-35C3-0C39-1C1C94759DFB}"/>
              </a:ext>
            </a:extLst>
          </p:cNvPr>
          <p:cNvSpPr>
            <a:spLocks noGrp="1"/>
          </p:cNvSpPr>
          <p:nvPr>
            <p:ph type="body" sz="quarter" idx="19" hasCustomPrompt="1"/>
          </p:nvPr>
        </p:nvSpPr>
        <p:spPr>
          <a:xfrm>
            <a:off x="382682" y="3743151"/>
            <a:ext cx="2057056" cy="276999"/>
          </a:xfrm>
          <a:prstGeom prst="rect">
            <a:avLst/>
          </a:prstGeom>
        </p:spPr>
        <p:txBody>
          <a:bodyPr wrap="square" lIns="0" tIns="0" rIns="0" bIns="0">
            <a:spAutoFit/>
          </a:bodyPr>
          <a:lstStyle>
            <a:lvl1pPr marL="0" indent="0">
              <a:lnSpc>
                <a:spcPct val="100000"/>
              </a:lnSpc>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pPr lvl="0"/>
            <a:r>
              <a:rPr lang="en-US" dirty="0"/>
              <a:t>Highlights – up to 5 short benefits statements</a:t>
            </a:r>
          </a:p>
        </p:txBody>
      </p:sp>
      <p:sp>
        <p:nvSpPr>
          <p:cNvPr id="24" name="Text Placeholder 2">
            <a:extLst>
              <a:ext uri="{FF2B5EF4-FFF2-40B4-BE49-F238E27FC236}">
                <a16:creationId xmlns:a16="http://schemas.microsoft.com/office/drawing/2014/main" id="{4DA87A02-74E3-1B8D-7583-514E940EAABF}"/>
              </a:ext>
            </a:extLst>
          </p:cNvPr>
          <p:cNvSpPr>
            <a:spLocks noGrp="1"/>
          </p:cNvSpPr>
          <p:nvPr>
            <p:ph type="body" sz="quarter" idx="20" hasCustomPrompt="1"/>
          </p:nvPr>
        </p:nvSpPr>
        <p:spPr>
          <a:xfrm>
            <a:off x="3043238" y="2252302"/>
            <a:ext cx="4422274" cy="636250"/>
          </a:xfrm>
          <a:prstGeom prst="rect">
            <a:avLst/>
          </a:prstGeom>
        </p:spPr>
        <p:txBody>
          <a:bodyPr lIns="0" tIns="0" rIns="0" bIns="0">
            <a:noAutofit/>
          </a:bodyPr>
          <a:lstStyle>
            <a:lvl1pPr marL="0" indent="0">
              <a:lnSpc>
                <a:spcPct val="100000"/>
              </a:lnSpc>
              <a:buNone/>
              <a:defRPr lang="en-US" sz="14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pPr lvl="0"/>
            <a:r>
              <a:rPr lang="en-US" dirty="0"/>
              <a:t>Subtitle – teaser tagline</a:t>
            </a:r>
          </a:p>
        </p:txBody>
      </p:sp>
    </p:spTree>
    <p:extLst>
      <p:ext uri="{BB962C8B-B14F-4D97-AF65-F5344CB8AC3E}">
        <p14:creationId xmlns:p14="http://schemas.microsoft.com/office/powerpoint/2010/main" val="3369329012"/>
      </p:ext>
    </p:extLst>
  </p:cSld>
  <p:clrMapOvr>
    <a:masterClrMapping/>
  </p:clrMapOvr>
  <p:extLst>
    <p:ext uri="{DCECCB84-F9BA-43D5-87BE-67443E8EF086}">
      <p15:sldGuideLst xmlns:p15="http://schemas.microsoft.com/office/powerpoint/2012/main">
        <p15:guide id="1" orient="horz" pos="3168" userDrawn="1">
          <p15:clr>
            <a:srgbClr val="FBAE40"/>
          </p15:clr>
        </p15:guide>
        <p15:guide id="2" pos="244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enefits Page - 5 Benefits">
    <p:spTree>
      <p:nvGrpSpPr>
        <p:cNvPr id="1" name=""/>
        <p:cNvGrpSpPr/>
        <p:nvPr/>
      </p:nvGrpSpPr>
      <p:grpSpPr>
        <a:xfrm>
          <a:off x="0" y="0"/>
          <a:ext cx="0" cy="0"/>
          <a:chOff x="0" y="0"/>
          <a:chExt cx="0" cy="0"/>
        </a:xfrm>
      </p:grpSpPr>
      <p:sp>
        <p:nvSpPr>
          <p:cNvPr id="15" name="Online Image Placeholder 14">
            <a:extLst>
              <a:ext uri="{FF2B5EF4-FFF2-40B4-BE49-F238E27FC236}">
                <a16:creationId xmlns:a16="http://schemas.microsoft.com/office/drawing/2014/main" id="{BCC9471E-A58F-7242-F8F3-9E9190037A84}"/>
              </a:ext>
            </a:extLst>
          </p:cNvPr>
          <p:cNvSpPr>
            <a:spLocks noGrp="1"/>
          </p:cNvSpPr>
          <p:nvPr>
            <p:ph type="clipArt" sz="quarter" idx="22"/>
          </p:nvPr>
        </p:nvSpPr>
        <p:spPr>
          <a:xfrm>
            <a:off x="382681" y="1501101"/>
            <a:ext cx="429768" cy="429768"/>
          </a:xfrm>
          <a:prstGeom prst="rect">
            <a:avLst/>
          </a:prstGeom>
        </p:spPr>
        <p:txBody>
          <a:bodyPr lIns="0" tIns="0" rIns="0" bIns="0"/>
          <a:lstStyle/>
          <a:p>
            <a:endParaRPr lang="en-US"/>
          </a:p>
        </p:txBody>
      </p:sp>
      <p:sp>
        <p:nvSpPr>
          <p:cNvPr id="19" name="TextBox 18">
            <a:extLst>
              <a:ext uri="{FF2B5EF4-FFF2-40B4-BE49-F238E27FC236}">
                <a16:creationId xmlns:a16="http://schemas.microsoft.com/office/drawing/2014/main" id="{BDF2720D-4B02-B4E4-3BF0-57B693EE6A8F}"/>
              </a:ext>
            </a:extLst>
          </p:cNvPr>
          <p:cNvSpPr txBox="1"/>
          <p:nvPr userDrawn="1"/>
        </p:nvSpPr>
        <p:spPr>
          <a:xfrm>
            <a:off x="382681" y="450515"/>
            <a:ext cx="1983714" cy="246221"/>
          </a:xfrm>
          <a:prstGeom prst="rect">
            <a:avLst/>
          </a:prstGeom>
          <a:noFill/>
        </p:spPr>
        <p:txBody>
          <a:bodyPr wrap="square" lIns="0" tIns="0" rIns="0" bIns="0" rtlCol="0">
            <a:spAutoFit/>
          </a:bodyPr>
          <a:lstStyle/>
          <a:p>
            <a:pPr>
              <a:lnSpc>
                <a:spcPct val="100000"/>
              </a:lnSpc>
            </a:pPr>
            <a:r>
              <a:rPr lang="en-US" sz="1600" b="0" dirty="0">
                <a:latin typeface="IBM Plex Sans" panose="020B0503050203000203" pitchFamily="34" charset="0"/>
              </a:rPr>
              <a:t>Benefits</a:t>
            </a:r>
          </a:p>
        </p:txBody>
      </p:sp>
      <p:sp>
        <p:nvSpPr>
          <p:cNvPr id="21" name="Text Placeholder 20">
            <a:extLst>
              <a:ext uri="{FF2B5EF4-FFF2-40B4-BE49-F238E27FC236}">
                <a16:creationId xmlns:a16="http://schemas.microsoft.com/office/drawing/2014/main" id="{4563132C-8C69-3EF8-F27F-D0593DF7FE7C}"/>
              </a:ext>
            </a:extLst>
          </p:cNvPr>
          <p:cNvSpPr>
            <a:spLocks noGrp="1"/>
          </p:cNvSpPr>
          <p:nvPr>
            <p:ph type="body" sz="quarter" idx="26" hasCustomPrompt="1"/>
          </p:nvPr>
        </p:nvSpPr>
        <p:spPr>
          <a:xfrm>
            <a:off x="3045486" y="961836"/>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1 description</a:t>
            </a:r>
          </a:p>
        </p:txBody>
      </p:sp>
      <p:sp>
        <p:nvSpPr>
          <p:cNvPr id="25" name="Text Placeholder 24">
            <a:extLst>
              <a:ext uri="{FF2B5EF4-FFF2-40B4-BE49-F238E27FC236}">
                <a16:creationId xmlns:a16="http://schemas.microsoft.com/office/drawing/2014/main" id="{F8AD09F0-D906-F53F-AE7C-4D2B8F8CB6A0}"/>
              </a:ext>
            </a:extLst>
          </p:cNvPr>
          <p:cNvSpPr>
            <a:spLocks noGrp="1"/>
          </p:cNvSpPr>
          <p:nvPr>
            <p:ph type="body" sz="quarter" idx="29"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
        <p:nvSpPr>
          <p:cNvPr id="3" name="Text Placeholder 2">
            <a:extLst>
              <a:ext uri="{FF2B5EF4-FFF2-40B4-BE49-F238E27FC236}">
                <a16:creationId xmlns:a16="http://schemas.microsoft.com/office/drawing/2014/main" id="{8121472D-2C77-3171-1AB7-C591131AFCBA}"/>
              </a:ext>
            </a:extLst>
          </p:cNvPr>
          <p:cNvSpPr>
            <a:spLocks noGrp="1"/>
          </p:cNvSpPr>
          <p:nvPr>
            <p:ph type="body" sz="quarter" idx="30" hasCustomPrompt="1"/>
          </p:nvPr>
        </p:nvSpPr>
        <p:spPr>
          <a:xfrm>
            <a:off x="382680" y="961836"/>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1</a:t>
            </a:r>
          </a:p>
        </p:txBody>
      </p:sp>
      <p:sp>
        <p:nvSpPr>
          <p:cNvPr id="5" name="Online Image Placeholder 14">
            <a:extLst>
              <a:ext uri="{FF2B5EF4-FFF2-40B4-BE49-F238E27FC236}">
                <a16:creationId xmlns:a16="http://schemas.microsoft.com/office/drawing/2014/main" id="{36AC78FF-D10B-70AC-ADBF-6E770F5A5BE2}"/>
              </a:ext>
            </a:extLst>
          </p:cNvPr>
          <p:cNvSpPr>
            <a:spLocks noGrp="1"/>
          </p:cNvSpPr>
          <p:nvPr>
            <p:ph type="clipArt" sz="quarter" idx="31"/>
          </p:nvPr>
        </p:nvSpPr>
        <p:spPr>
          <a:xfrm>
            <a:off x="382681" y="2948402"/>
            <a:ext cx="429768" cy="429768"/>
          </a:xfrm>
          <a:prstGeom prst="rect">
            <a:avLst/>
          </a:prstGeom>
        </p:spPr>
        <p:txBody>
          <a:bodyPr lIns="0" tIns="0" rIns="0" bIns="0"/>
          <a:lstStyle/>
          <a:p>
            <a:endParaRPr lang="en-US"/>
          </a:p>
        </p:txBody>
      </p:sp>
      <p:sp>
        <p:nvSpPr>
          <p:cNvPr id="6" name="Text Placeholder 20">
            <a:extLst>
              <a:ext uri="{FF2B5EF4-FFF2-40B4-BE49-F238E27FC236}">
                <a16:creationId xmlns:a16="http://schemas.microsoft.com/office/drawing/2014/main" id="{A4794A6F-2D48-6D22-9F09-956D41B6423F}"/>
              </a:ext>
            </a:extLst>
          </p:cNvPr>
          <p:cNvSpPr>
            <a:spLocks noGrp="1"/>
          </p:cNvSpPr>
          <p:nvPr>
            <p:ph type="body" sz="quarter" idx="32" hasCustomPrompt="1"/>
          </p:nvPr>
        </p:nvSpPr>
        <p:spPr>
          <a:xfrm>
            <a:off x="3045486" y="2429659"/>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2 description</a:t>
            </a:r>
          </a:p>
        </p:txBody>
      </p:sp>
      <p:sp>
        <p:nvSpPr>
          <p:cNvPr id="7" name="Text Placeholder 2">
            <a:extLst>
              <a:ext uri="{FF2B5EF4-FFF2-40B4-BE49-F238E27FC236}">
                <a16:creationId xmlns:a16="http://schemas.microsoft.com/office/drawing/2014/main" id="{0CDA6011-9AE1-E2AB-ED59-43A728BF1C7D}"/>
              </a:ext>
            </a:extLst>
          </p:cNvPr>
          <p:cNvSpPr>
            <a:spLocks noGrp="1"/>
          </p:cNvSpPr>
          <p:nvPr>
            <p:ph type="body" sz="quarter" idx="33" hasCustomPrompt="1"/>
          </p:nvPr>
        </p:nvSpPr>
        <p:spPr>
          <a:xfrm>
            <a:off x="382680" y="2429659"/>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2</a:t>
            </a:r>
          </a:p>
        </p:txBody>
      </p:sp>
      <p:sp>
        <p:nvSpPr>
          <p:cNvPr id="11" name="Online Image Placeholder 14">
            <a:extLst>
              <a:ext uri="{FF2B5EF4-FFF2-40B4-BE49-F238E27FC236}">
                <a16:creationId xmlns:a16="http://schemas.microsoft.com/office/drawing/2014/main" id="{79B8A046-D95B-B149-ADCB-05982A805AF8}"/>
              </a:ext>
            </a:extLst>
          </p:cNvPr>
          <p:cNvSpPr>
            <a:spLocks noGrp="1"/>
          </p:cNvSpPr>
          <p:nvPr>
            <p:ph type="clipArt" sz="quarter" idx="34"/>
          </p:nvPr>
        </p:nvSpPr>
        <p:spPr>
          <a:xfrm>
            <a:off x="382681" y="4395703"/>
            <a:ext cx="429768" cy="429768"/>
          </a:xfrm>
          <a:prstGeom prst="rect">
            <a:avLst/>
          </a:prstGeom>
        </p:spPr>
        <p:txBody>
          <a:bodyPr lIns="0" tIns="0" rIns="0" bIns="0"/>
          <a:lstStyle/>
          <a:p>
            <a:endParaRPr lang="en-US"/>
          </a:p>
        </p:txBody>
      </p:sp>
      <p:sp>
        <p:nvSpPr>
          <p:cNvPr id="12" name="Text Placeholder 20">
            <a:extLst>
              <a:ext uri="{FF2B5EF4-FFF2-40B4-BE49-F238E27FC236}">
                <a16:creationId xmlns:a16="http://schemas.microsoft.com/office/drawing/2014/main" id="{CD58C0DE-4C53-8A2B-4429-68A9DD2188A4}"/>
              </a:ext>
            </a:extLst>
          </p:cNvPr>
          <p:cNvSpPr>
            <a:spLocks noGrp="1"/>
          </p:cNvSpPr>
          <p:nvPr>
            <p:ph type="body" sz="quarter" idx="35" hasCustomPrompt="1"/>
          </p:nvPr>
        </p:nvSpPr>
        <p:spPr>
          <a:xfrm>
            <a:off x="3045486" y="3862685"/>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3 description</a:t>
            </a:r>
          </a:p>
        </p:txBody>
      </p:sp>
      <p:sp>
        <p:nvSpPr>
          <p:cNvPr id="13" name="Text Placeholder 2">
            <a:extLst>
              <a:ext uri="{FF2B5EF4-FFF2-40B4-BE49-F238E27FC236}">
                <a16:creationId xmlns:a16="http://schemas.microsoft.com/office/drawing/2014/main" id="{BED39C06-AE12-5161-B884-16212C50B42D}"/>
              </a:ext>
            </a:extLst>
          </p:cNvPr>
          <p:cNvSpPr>
            <a:spLocks noGrp="1"/>
          </p:cNvSpPr>
          <p:nvPr>
            <p:ph type="body" sz="quarter" idx="36" hasCustomPrompt="1"/>
          </p:nvPr>
        </p:nvSpPr>
        <p:spPr>
          <a:xfrm>
            <a:off x="382680" y="3862685"/>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3</a:t>
            </a:r>
          </a:p>
        </p:txBody>
      </p:sp>
      <p:sp>
        <p:nvSpPr>
          <p:cNvPr id="14" name="Online Image Placeholder 14">
            <a:extLst>
              <a:ext uri="{FF2B5EF4-FFF2-40B4-BE49-F238E27FC236}">
                <a16:creationId xmlns:a16="http://schemas.microsoft.com/office/drawing/2014/main" id="{81E418BF-F223-79AC-621B-3FEB2FEFA849}"/>
              </a:ext>
            </a:extLst>
          </p:cNvPr>
          <p:cNvSpPr>
            <a:spLocks noGrp="1"/>
          </p:cNvSpPr>
          <p:nvPr>
            <p:ph type="clipArt" sz="quarter" idx="37"/>
          </p:nvPr>
        </p:nvSpPr>
        <p:spPr>
          <a:xfrm>
            <a:off x="382681" y="5843003"/>
            <a:ext cx="429768" cy="429768"/>
          </a:xfrm>
          <a:prstGeom prst="rect">
            <a:avLst/>
          </a:prstGeom>
        </p:spPr>
        <p:txBody>
          <a:bodyPr lIns="0" tIns="0" rIns="0" bIns="0"/>
          <a:lstStyle/>
          <a:p>
            <a:endParaRPr lang="en-US"/>
          </a:p>
        </p:txBody>
      </p:sp>
      <p:sp>
        <p:nvSpPr>
          <p:cNvPr id="16" name="Text Placeholder 20">
            <a:extLst>
              <a:ext uri="{FF2B5EF4-FFF2-40B4-BE49-F238E27FC236}">
                <a16:creationId xmlns:a16="http://schemas.microsoft.com/office/drawing/2014/main" id="{132D7B2A-D349-3EBC-6A43-8112CD6D8216}"/>
              </a:ext>
            </a:extLst>
          </p:cNvPr>
          <p:cNvSpPr>
            <a:spLocks noGrp="1"/>
          </p:cNvSpPr>
          <p:nvPr>
            <p:ph type="body" sz="quarter" idx="38" hasCustomPrompt="1"/>
          </p:nvPr>
        </p:nvSpPr>
        <p:spPr>
          <a:xfrm>
            <a:off x="3045486" y="5309949"/>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4 description</a:t>
            </a:r>
          </a:p>
        </p:txBody>
      </p:sp>
      <p:sp>
        <p:nvSpPr>
          <p:cNvPr id="17" name="Text Placeholder 2">
            <a:extLst>
              <a:ext uri="{FF2B5EF4-FFF2-40B4-BE49-F238E27FC236}">
                <a16:creationId xmlns:a16="http://schemas.microsoft.com/office/drawing/2014/main" id="{BA537BCD-CDB1-881E-8009-8B0A191687F1}"/>
              </a:ext>
            </a:extLst>
          </p:cNvPr>
          <p:cNvSpPr>
            <a:spLocks noGrp="1"/>
          </p:cNvSpPr>
          <p:nvPr>
            <p:ph type="body" sz="quarter" idx="39" hasCustomPrompt="1"/>
          </p:nvPr>
        </p:nvSpPr>
        <p:spPr>
          <a:xfrm>
            <a:off x="382680" y="5309949"/>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4</a:t>
            </a:r>
          </a:p>
        </p:txBody>
      </p:sp>
      <p:sp>
        <p:nvSpPr>
          <p:cNvPr id="18" name="Online Image Placeholder 14">
            <a:extLst>
              <a:ext uri="{FF2B5EF4-FFF2-40B4-BE49-F238E27FC236}">
                <a16:creationId xmlns:a16="http://schemas.microsoft.com/office/drawing/2014/main" id="{842DBE7C-7164-BB24-D183-C76C6D6488E5}"/>
              </a:ext>
            </a:extLst>
          </p:cNvPr>
          <p:cNvSpPr>
            <a:spLocks noGrp="1"/>
          </p:cNvSpPr>
          <p:nvPr>
            <p:ph type="clipArt" sz="quarter" idx="40"/>
          </p:nvPr>
        </p:nvSpPr>
        <p:spPr>
          <a:xfrm>
            <a:off x="382681" y="7290303"/>
            <a:ext cx="429768" cy="429768"/>
          </a:xfrm>
          <a:prstGeom prst="rect">
            <a:avLst/>
          </a:prstGeom>
        </p:spPr>
        <p:txBody>
          <a:bodyPr lIns="0" tIns="0" rIns="0" bIns="0"/>
          <a:lstStyle/>
          <a:p>
            <a:endParaRPr lang="en-US"/>
          </a:p>
        </p:txBody>
      </p:sp>
      <p:sp>
        <p:nvSpPr>
          <p:cNvPr id="20" name="Text Placeholder 20">
            <a:extLst>
              <a:ext uri="{FF2B5EF4-FFF2-40B4-BE49-F238E27FC236}">
                <a16:creationId xmlns:a16="http://schemas.microsoft.com/office/drawing/2014/main" id="{DD824137-E6B8-C939-37D6-957A66E4B14B}"/>
              </a:ext>
            </a:extLst>
          </p:cNvPr>
          <p:cNvSpPr>
            <a:spLocks noGrp="1"/>
          </p:cNvSpPr>
          <p:nvPr>
            <p:ph type="body" sz="quarter" idx="41" hasCustomPrompt="1"/>
          </p:nvPr>
        </p:nvSpPr>
        <p:spPr>
          <a:xfrm>
            <a:off x="3045486" y="6751038"/>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5 description</a:t>
            </a:r>
          </a:p>
        </p:txBody>
      </p:sp>
      <p:sp>
        <p:nvSpPr>
          <p:cNvPr id="23" name="Text Placeholder 2">
            <a:extLst>
              <a:ext uri="{FF2B5EF4-FFF2-40B4-BE49-F238E27FC236}">
                <a16:creationId xmlns:a16="http://schemas.microsoft.com/office/drawing/2014/main" id="{AFDC9A15-C93E-CA30-7658-9E3C9FE6F9D7}"/>
              </a:ext>
            </a:extLst>
          </p:cNvPr>
          <p:cNvSpPr>
            <a:spLocks noGrp="1"/>
          </p:cNvSpPr>
          <p:nvPr>
            <p:ph type="body" sz="quarter" idx="42" hasCustomPrompt="1"/>
          </p:nvPr>
        </p:nvSpPr>
        <p:spPr>
          <a:xfrm>
            <a:off x="382680" y="6751038"/>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5</a:t>
            </a:r>
          </a:p>
        </p:txBody>
      </p:sp>
      <p:sp>
        <p:nvSpPr>
          <p:cNvPr id="24" name="Text Placeholder 20">
            <a:extLst>
              <a:ext uri="{FF2B5EF4-FFF2-40B4-BE49-F238E27FC236}">
                <a16:creationId xmlns:a16="http://schemas.microsoft.com/office/drawing/2014/main" id="{6B67F95A-FE47-C137-2EF8-F5106515376B}"/>
              </a:ext>
            </a:extLst>
          </p:cNvPr>
          <p:cNvSpPr>
            <a:spLocks noGrp="1"/>
          </p:cNvSpPr>
          <p:nvPr>
            <p:ph type="body" sz="quarter" idx="43" hasCustomPrompt="1"/>
          </p:nvPr>
        </p:nvSpPr>
        <p:spPr>
          <a:xfrm>
            <a:off x="3045485" y="8412714"/>
            <a:ext cx="4439753" cy="312931"/>
          </a:xfrm>
          <a:prstGeom prst="rect">
            <a:avLst/>
          </a:prstGeom>
        </p:spPr>
        <p:txBody>
          <a:bodyPr lIns="0" tIns="0" rIns="0" bIns="0"/>
          <a:lstStyle>
            <a:lvl1pPr marL="0" indent="0">
              <a:lnSpc>
                <a:spcPct val="100000"/>
              </a:lnSpc>
              <a:spcBef>
                <a:spcPts val="600"/>
              </a:spcBef>
              <a:buNone/>
              <a:defRPr lang="en-US" sz="900" smtClean="0">
                <a:effectLst/>
              </a:defRPr>
            </a:lvl1pPr>
          </a:lstStyle>
          <a:p>
            <a:r>
              <a:rPr lang="en-US" sz="900" dirty="0">
                <a:effectLst/>
                <a:latin typeface="IBM Plex Sans SmBld" panose="020B0703050203000203" pitchFamily="34" charset="0"/>
                <a:ea typeface="IBM Plex Sans" panose="020B0503050203000203" pitchFamily="34" charset="0"/>
                <a:cs typeface="IBM Plex Sans" panose="020B0503050203000203" pitchFamily="34" charset="0"/>
              </a:rPr>
              <a:t>Summary statement of value</a:t>
            </a:r>
            <a:endParaRPr lang="en-US" sz="900" dirty="0">
              <a:effectLst/>
              <a:latin typeface="IBM Plex Sans" panose="020B0503050203000203" pitchFamily="34" charset="0"/>
              <a:ea typeface="IBM Plex Sans" panose="020B0503050203000203" pitchFamily="34" charset="0"/>
              <a:cs typeface="IBM Plex Sans" panose="020B0503050203000203" pitchFamily="34" charset="0"/>
            </a:endParaRPr>
          </a:p>
        </p:txBody>
      </p:sp>
      <p:cxnSp>
        <p:nvCxnSpPr>
          <p:cNvPr id="4" name="Straight Connector 3">
            <a:extLst>
              <a:ext uri="{FF2B5EF4-FFF2-40B4-BE49-F238E27FC236}">
                <a16:creationId xmlns:a16="http://schemas.microsoft.com/office/drawing/2014/main" id="{7AA12C02-C065-5945-9B1A-AA10C701B152}"/>
              </a:ext>
            </a:extLst>
          </p:cNvPr>
          <p:cNvCxnSpPr/>
          <p:nvPr userDrawn="1"/>
        </p:nvCxnSpPr>
        <p:spPr>
          <a:xfrm>
            <a:off x="2996514" y="8235778"/>
            <a:ext cx="4547286"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 Placeholder 20">
            <a:extLst>
              <a:ext uri="{FF2B5EF4-FFF2-40B4-BE49-F238E27FC236}">
                <a16:creationId xmlns:a16="http://schemas.microsoft.com/office/drawing/2014/main" id="{7D392C63-6EC4-15C9-7B30-AA8F9B8188A9}"/>
              </a:ext>
            </a:extLst>
          </p:cNvPr>
          <p:cNvSpPr>
            <a:spLocks noGrp="1"/>
          </p:cNvSpPr>
          <p:nvPr>
            <p:ph type="body" sz="quarter" idx="44" hasCustomPrompt="1"/>
          </p:nvPr>
        </p:nvSpPr>
        <p:spPr>
          <a:xfrm>
            <a:off x="3045484" y="8760318"/>
            <a:ext cx="4439753" cy="181451"/>
          </a:xfrm>
          <a:prstGeom prst="rect">
            <a:avLst/>
          </a:prstGeom>
        </p:spPr>
        <p:txBody>
          <a:bodyPr lIns="0" tIns="0" rIns="0" bIns="0"/>
          <a:lstStyle>
            <a:lvl1pPr marL="0" indent="0">
              <a:lnSpc>
                <a:spcPct val="100000"/>
              </a:lnSpc>
              <a:spcBef>
                <a:spcPts val="600"/>
              </a:spcBef>
              <a:buNone/>
              <a:defRPr lang="en-US" sz="900" smtClean="0">
                <a:effectLst/>
              </a:defRPr>
            </a:lvl1pPr>
          </a:lstStyle>
          <a:p>
            <a:r>
              <a:rPr lang="en-US" sz="900" dirty="0">
                <a:effectLst/>
                <a:latin typeface="IBM Plex Sans" panose="020B0503050203000203" pitchFamily="34" charset="0"/>
                <a:ea typeface="IBM Plex Sans" panose="020B0503050203000203" pitchFamily="34" charset="0"/>
                <a:cs typeface="IBM Plex Sans" panose="020B0503050203000203" pitchFamily="34" charset="0"/>
              </a:rPr>
              <a:t>Closing paragraph</a:t>
            </a:r>
          </a:p>
        </p:txBody>
      </p:sp>
    </p:spTree>
    <p:extLst>
      <p:ext uri="{BB962C8B-B14F-4D97-AF65-F5344CB8AC3E}">
        <p14:creationId xmlns:p14="http://schemas.microsoft.com/office/powerpoint/2010/main" val="1975161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enefits Page - 4 Benefits">
    <p:spTree>
      <p:nvGrpSpPr>
        <p:cNvPr id="1" name=""/>
        <p:cNvGrpSpPr/>
        <p:nvPr/>
      </p:nvGrpSpPr>
      <p:grpSpPr>
        <a:xfrm>
          <a:off x="0" y="0"/>
          <a:ext cx="0" cy="0"/>
          <a:chOff x="0" y="0"/>
          <a:chExt cx="0" cy="0"/>
        </a:xfrm>
      </p:grpSpPr>
      <p:sp>
        <p:nvSpPr>
          <p:cNvPr id="15" name="Online Image Placeholder 14">
            <a:extLst>
              <a:ext uri="{FF2B5EF4-FFF2-40B4-BE49-F238E27FC236}">
                <a16:creationId xmlns:a16="http://schemas.microsoft.com/office/drawing/2014/main" id="{BCC9471E-A58F-7242-F8F3-9E9190037A84}"/>
              </a:ext>
            </a:extLst>
          </p:cNvPr>
          <p:cNvSpPr>
            <a:spLocks noGrp="1"/>
          </p:cNvSpPr>
          <p:nvPr>
            <p:ph type="clipArt" sz="quarter" idx="22"/>
          </p:nvPr>
        </p:nvSpPr>
        <p:spPr>
          <a:xfrm>
            <a:off x="382681" y="1501101"/>
            <a:ext cx="429768" cy="429768"/>
          </a:xfrm>
          <a:prstGeom prst="rect">
            <a:avLst/>
          </a:prstGeom>
        </p:spPr>
        <p:txBody>
          <a:bodyPr lIns="0" tIns="0" rIns="0" bIns="0"/>
          <a:lstStyle/>
          <a:p>
            <a:endParaRPr lang="en-US"/>
          </a:p>
        </p:txBody>
      </p:sp>
      <p:sp>
        <p:nvSpPr>
          <p:cNvPr id="19" name="TextBox 18">
            <a:extLst>
              <a:ext uri="{FF2B5EF4-FFF2-40B4-BE49-F238E27FC236}">
                <a16:creationId xmlns:a16="http://schemas.microsoft.com/office/drawing/2014/main" id="{BDF2720D-4B02-B4E4-3BF0-57B693EE6A8F}"/>
              </a:ext>
            </a:extLst>
          </p:cNvPr>
          <p:cNvSpPr txBox="1"/>
          <p:nvPr userDrawn="1"/>
        </p:nvSpPr>
        <p:spPr>
          <a:xfrm>
            <a:off x="382681" y="450515"/>
            <a:ext cx="1983714" cy="246221"/>
          </a:xfrm>
          <a:prstGeom prst="rect">
            <a:avLst/>
          </a:prstGeom>
          <a:noFill/>
        </p:spPr>
        <p:txBody>
          <a:bodyPr wrap="square" lIns="0" tIns="0" rIns="0" bIns="0" rtlCol="0">
            <a:spAutoFit/>
          </a:bodyPr>
          <a:lstStyle/>
          <a:p>
            <a:pPr>
              <a:lnSpc>
                <a:spcPct val="100000"/>
              </a:lnSpc>
            </a:pPr>
            <a:r>
              <a:rPr lang="en-US" sz="1600" b="0" dirty="0">
                <a:latin typeface="IBM Plex Sans" panose="020B0503050203000203" pitchFamily="34" charset="0"/>
              </a:rPr>
              <a:t>Benefits</a:t>
            </a:r>
          </a:p>
        </p:txBody>
      </p:sp>
      <p:sp>
        <p:nvSpPr>
          <p:cNvPr id="21" name="Text Placeholder 20">
            <a:extLst>
              <a:ext uri="{FF2B5EF4-FFF2-40B4-BE49-F238E27FC236}">
                <a16:creationId xmlns:a16="http://schemas.microsoft.com/office/drawing/2014/main" id="{4563132C-8C69-3EF8-F27F-D0593DF7FE7C}"/>
              </a:ext>
            </a:extLst>
          </p:cNvPr>
          <p:cNvSpPr>
            <a:spLocks noGrp="1"/>
          </p:cNvSpPr>
          <p:nvPr>
            <p:ph type="body" sz="quarter" idx="26" hasCustomPrompt="1"/>
          </p:nvPr>
        </p:nvSpPr>
        <p:spPr>
          <a:xfrm>
            <a:off x="3045486" y="961836"/>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1 description</a:t>
            </a:r>
          </a:p>
        </p:txBody>
      </p:sp>
      <p:sp>
        <p:nvSpPr>
          <p:cNvPr id="25" name="Text Placeholder 24">
            <a:extLst>
              <a:ext uri="{FF2B5EF4-FFF2-40B4-BE49-F238E27FC236}">
                <a16:creationId xmlns:a16="http://schemas.microsoft.com/office/drawing/2014/main" id="{F8AD09F0-D906-F53F-AE7C-4D2B8F8CB6A0}"/>
              </a:ext>
            </a:extLst>
          </p:cNvPr>
          <p:cNvSpPr>
            <a:spLocks noGrp="1"/>
          </p:cNvSpPr>
          <p:nvPr>
            <p:ph type="body" sz="quarter" idx="29"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
        <p:nvSpPr>
          <p:cNvPr id="3" name="Text Placeholder 2">
            <a:extLst>
              <a:ext uri="{FF2B5EF4-FFF2-40B4-BE49-F238E27FC236}">
                <a16:creationId xmlns:a16="http://schemas.microsoft.com/office/drawing/2014/main" id="{8121472D-2C77-3171-1AB7-C591131AFCBA}"/>
              </a:ext>
            </a:extLst>
          </p:cNvPr>
          <p:cNvSpPr>
            <a:spLocks noGrp="1"/>
          </p:cNvSpPr>
          <p:nvPr>
            <p:ph type="body" sz="quarter" idx="30" hasCustomPrompt="1"/>
          </p:nvPr>
        </p:nvSpPr>
        <p:spPr>
          <a:xfrm>
            <a:off x="382680" y="961836"/>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1</a:t>
            </a:r>
          </a:p>
        </p:txBody>
      </p:sp>
      <p:sp>
        <p:nvSpPr>
          <p:cNvPr id="5" name="Online Image Placeholder 14">
            <a:extLst>
              <a:ext uri="{FF2B5EF4-FFF2-40B4-BE49-F238E27FC236}">
                <a16:creationId xmlns:a16="http://schemas.microsoft.com/office/drawing/2014/main" id="{36AC78FF-D10B-70AC-ADBF-6E770F5A5BE2}"/>
              </a:ext>
            </a:extLst>
          </p:cNvPr>
          <p:cNvSpPr>
            <a:spLocks noGrp="1"/>
          </p:cNvSpPr>
          <p:nvPr>
            <p:ph type="clipArt" sz="quarter" idx="31"/>
          </p:nvPr>
        </p:nvSpPr>
        <p:spPr>
          <a:xfrm>
            <a:off x="382681" y="3020116"/>
            <a:ext cx="429768" cy="429768"/>
          </a:xfrm>
          <a:prstGeom prst="rect">
            <a:avLst/>
          </a:prstGeom>
        </p:spPr>
        <p:txBody>
          <a:bodyPr lIns="0" tIns="0" rIns="0" bIns="0"/>
          <a:lstStyle/>
          <a:p>
            <a:endParaRPr lang="en-US"/>
          </a:p>
        </p:txBody>
      </p:sp>
      <p:sp>
        <p:nvSpPr>
          <p:cNvPr id="6" name="Text Placeholder 20">
            <a:extLst>
              <a:ext uri="{FF2B5EF4-FFF2-40B4-BE49-F238E27FC236}">
                <a16:creationId xmlns:a16="http://schemas.microsoft.com/office/drawing/2014/main" id="{A4794A6F-2D48-6D22-9F09-956D41B6423F}"/>
              </a:ext>
            </a:extLst>
          </p:cNvPr>
          <p:cNvSpPr>
            <a:spLocks noGrp="1"/>
          </p:cNvSpPr>
          <p:nvPr>
            <p:ph type="body" sz="quarter" idx="32" hasCustomPrompt="1"/>
          </p:nvPr>
        </p:nvSpPr>
        <p:spPr>
          <a:xfrm>
            <a:off x="3045486" y="2501373"/>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2 description</a:t>
            </a:r>
          </a:p>
        </p:txBody>
      </p:sp>
      <p:sp>
        <p:nvSpPr>
          <p:cNvPr id="7" name="Text Placeholder 2">
            <a:extLst>
              <a:ext uri="{FF2B5EF4-FFF2-40B4-BE49-F238E27FC236}">
                <a16:creationId xmlns:a16="http://schemas.microsoft.com/office/drawing/2014/main" id="{0CDA6011-9AE1-E2AB-ED59-43A728BF1C7D}"/>
              </a:ext>
            </a:extLst>
          </p:cNvPr>
          <p:cNvSpPr>
            <a:spLocks noGrp="1"/>
          </p:cNvSpPr>
          <p:nvPr>
            <p:ph type="body" sz="quarter" idx="33" hasCustomPrompt="1"/>
          </p:nvPr>
        </p:nvSpPr>
        <p:spPr>
          <a:xfrm>
            <a:off x="382680" y="2501373"/>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2</a:t>
            </a:r>
          </a:p>
        </p:txBody>
      </p:sp>
      <p:sp>
        <p:nvSpPr>
          <p:cNvPr id="11" name="Online Image Placeholder 14">
            <a:extLst>
              <a:ext uri="{FF2B5EF4-FFF2-40B4-BE49-F238E27FC236}">
                <a16:creationId xmlns:a16="http://schemas.microsoft.com/office/drawing/2014/main" id="{79B8A046-D95B-B149-ADCB-05982A805AF8}"/>
              </a:ext>
            </a:extLst>
          </p:cNvPr>
          <p:cNvSpPr>
            <a:spLocks noGrp="1"/>
          </p:cNvSpPr>
          <p:nvPr>
            <p:ph type="clipArt" sz="quarter" idx="34"/>
          </p:nvPr>
        </p:nvSpPr>
        <p:spPr>
          <a:xfrm>
            <a:off x="382681" y="4533154"/>
            <a:ext cx="429768" cy="429768"/>
          </a:xfrm>
          <a:prstGeom prst="rect">
            <a:avLst/>
          </a:prstGeom>
        </p:spPr>
        <p:txBody>
          <a:bodyPr lIns="0" tIns="0" rIns="0" bIns="0"/>
          <a:lstStyle/>
          <a:p>
            <a:endParaRPr lang="en-US"/>
          </a:p>
        </p:txBody>
      </p:sp>
      <p:sp>
        <p:nvSpPr>
          <p:cNvPr id="12" name="Text Placeholder 20">
            <a:extLst>
              <a:ext uri="{FF2B5EF4-FFF2-40B4-BE49-F238E27FC236}">
                <a16:creationId xmlns:a16="http://schemas.microsoft.com/office/drawing/2014/main" id="{CD58C0DE-4C53-8A2B-4429-68A9DD2188A4}"/>
              </a:ext>
            </a:extLst>
          </p:cNvPr>
          <p:cNvSpPr>
            <a:spLocks noGrp="1"/>
          </p:cNvSpPr>
          <p:nvPr>
            <p:ph type="body" sz="quarter" idx="35" hasCustomPrompt="1"/>
          </p:nvPr>
        </p:nvSpPr>
        <p:spPr>
          <a:xfrm>
            <a:off x="3045486" y="4000136"/>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3 description</a:t>
            </a:r>
          </a:p>
        </p:txBody>
      </p:sp>
      <p:sp>
        <p:nvSpPr>
          <p:cNvPr id="13" name="Text Placeholder 2">
            <a:extLst>
              <a:ext uri="{FF2B5EF4-FFF2-40B4-BE49-F238E27FC236}">
                <a16:creationId xmlns:a16="http://schemas.microsoft.com/office/drawing/2014/main" id="{BED39C06-AE12-5161-B884-16212C50B42D}"/>
              </a:ext>
            </a:extLst>
          </p:cNvPr>
          <p:cNvSpPr>
            <a:spLocks noGrp="1"/>
          </p:cNvSpPr>
          <p:nvPr>
            <p:ph type="body" sz="quarter" idx="36" hasCustomPrompt="1"/>
          </p:nvPr>
        </p:nvSpPr>
        <p:spPr>
          <a:xfrm>
            <a:off x="382680" y="4000136"/>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3</a:t>
            </a:r>
          </a:p>
        </p:txBody>
      </p:sp>
      <p:sp>
        <p:nvSpPr>
          <p:cNvPr id="14" name="Online Image Placeholder 14">
            <a:extLst>
              <a:ext uri="{FF2B5EF4-FFF2-40B4-BE49-F238E27FC236}">
                <a16:creationId xmlns:a16="http://schemas.microsoft.com/office/drawing/2014/main" id="{81E418BF-F223-79AC-621B-3FEB2FEFA849}"/>
              </a:ext>
            </a:extLst>
          </p:cNvPr>
          <p:cNvSpPr>
            <a:spLocks noGrp="1"/>
          </p:cNvSpPr>
          <p:nvPr>
            <p:ph type="clipArt" sz="quarter" idx="37"/>
          </p:nvPr>
        </p:nvSpPr>
        <p:spPr>
          <a:xfrm>
            <a:off x="382681" y="6052168"/>
            <a:ext cx="429768" cy="429768"/>
          </a:xfrm>
          <a:prstGeom prst="rect">
            <a:avLst/>
          </a:prstGeom>
        </p:spPr>
        <p:txBody>
          <a:bodyPr lIns="0" tIns="0" rIns="0" bIns="0"/>
          <a:lstStyle/>
          <a:p>
            <a:endParaRPr lang="en-US"/>
          </a:p>
        </p:txBody>
      </p:sp>
      <p:sp>
        <p:nvSpPr>
          <p:cNvPr id="16" name="Text Placeholder 20">
            <a:extLst>
              <a:ext uri="{FF2B5EF4-FFF2-40B4-BE49-F238E27FC236}">
                <a16:creationId xmlns:a16="http://schemas.microsoft.com/office/drawing/2014/main" id="{132D7B2A-D349-3EBC-6A43-8112CD6D8216}"/>
              </a:ext>
            </a:extLst>
          </p:cNvPr>
          <p:cNvSpPr>
            <a:spLocks noGrp="1"/>
          </p:cNvSpPr>
          <p:nvPr>
            <p:ph type="body" sz="quarter" idx="38" hasCustomPrompt="1"/>
          </p:nvPr>
        </p:nvSpPr>
        <p:spPr>
          <a:xfrm>
            <a:off x="3045486" y="5519114"/>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4 description</a:t>
            </a:r>
          </a:p>
        </p:txBody>
      </p:sp>
      <p:sp>
        <p:nvSpPr>
          <p:cNvPr id="17" name="Text Placeholder 2">
            <a:extLst>
              <a:ext uri="{FF2B5EF4-FFF2-40B4-BE49-F238E27FC236}">
                <a16:creationId xmlns:a16="http://schemas.microsoft.com/office/drawing/2014/main" id="{BA537BCD-CDB1-881E-8009-8B0A191687F1}"/>
              </a:ext>
            </a:extLst>
          </p:cNvPr>
          <p:cNvSpPr>
            <a:spLocks noGrp="1"/>
          </p:cNvSpPr>
          <p:nvPr>
            <p:ph type="body" sz="quarter" idx="39" hasCustomPrompt="1"/>
          </p:nvPr>
        </p:nvSpPr>
        <p:spPr>
          <a:xfrm>
            <a:off x="382680" y="5519114"/>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4</a:t>
            </a:r>
          </a:p>
        </p:txBody>
      </p:sp>
      <p:cxnSp>
        <p:nvCxnSpPr>
          <p:cNvPr id="4" name="Straight Connector 3">
            <a:extLst>
              <a:ext uri="{FF2B5EF4-FFF2-40B4-BE49-F238E27FC236}">
                <a16:creationId xmlns:a16="http://schemas.microsoft.com/office/drawing/2014/main" id="{7AA12C02-C065-5945-9B1A-AA10C701B152}"/>
              </a:ext>
            </a:extLst>
          </p:cNvPr>
          <p:cNvCxnSpPr/>
          <p:nvPr userDrawn="1"/>
        </p:nvCxnSpPr>
        <p:spPr>
          <a:xfrm>
            <a:off x="2996514" y="7422982"/>
            <a:ext cx="4547286"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 Placeholder 20">
            <a:extLst>
              <a:ext uri="{FF2B5EF4-FFF2-40B4-BE49-F238E27FC236}">
                <a16:creationId xmlns:a16="http://schemas.microsoft.com/office/drawing/2014/main" id="{377BB6D0-2FDA-2B04-F709-E2223109048B}"/>
              </a:ext>
            </a:extLst>
          </p:cNvPr>
          <p:cNvSpPr>
            <a:spLocks noGrp="1"/>
          </p:cNvSpPr>
          <p:nvPr>
            <p:ph type="body" sz="quarter" idx="43" hasCustomPrompt="1"/>
          </p:nvPr>
        </p:nvSpPr>
        <p:spPr>
          <a:xfrm>
            <a:off x="3045485" y="7552105"/>
            <a:ext cx="4439753" cy="312931"/>
          </a:xfrm>
          <a:prstGeom prst="rect">
            <a:avLst/>
          </a:prstGeom>
        </p:spPr>
        <p:txBody>
          <a:bodyPr lIns="0" tIns="0" rIns="0" bIns="0"/>
          <a:lstStyle>
            <a:lvl1pPr marL="0" indent="0">
              <a:lnSpc>
                <a:spcPct val="100000"/>
              </a:lnSpc>
              <a:spcBef>
                <a:spcPts val="600"/>
              </a:spcBef>
              <a:buNone/>
              <a:defRPr lang="en-US" sz="900" smtClean="0">
                <a:effectLst/>
              </a:defRPr>
            </a:lvl1pPr>
          </a:lstStyle>
          <a:p>
            <a:r>
              <a:rPr lang="en-US" sz="900" dirty="0">
                <a:effectLst/>
                <a:latin typeface="IBM Plex Sans SmBld" panose="020B0703050203000203" pitchFamily="34" charset="0"/>
                <a:ea typeface="IBM Plex Sans" panose="020B0503050203000203" pitchFamily="34" charset="0"/>
                <a:cs typeface="IBM Plex Sans" panose="020B0503050203000203" pitchFamily="34" charset="0"/>
              </a:rPr>
              <a:t>Summary statement of value</a:t>
            </a:r>
            <a:endParaRPr lang="en-US" sz="900" dirty="0">
              <a:effectLst/>
              <a:latin typeface="IBM Plex Sans" panose="020B0503050203000203" pitchFamily="34" charset="0"/>
              <a:ea typeface="IBM Plex Sans" panose="020B0503050203000203" pitchFamily="34" charset="0"/>
              <a:cs typeface="IBM Plex Sans" panose="020B0503050203000203" pitchFamily="34" charset="0"/>
            </a:endParaRPr>
          </a:p>
        </p:txBody>
      </p:sp>
      <p:sp>
        <p:nvSpPr>
          <p:cNvPr id="8" name="Text Placeholder 20">
            <a:extLst>
              <a:ext uri="{FF2B5EF4-FFF2-40B4-BE49-F238E27FC236}">
                <a16:creationId xmlns:a16="http://schemas.microsoft.com/office/drawing/2014/main" id="{ED3F6894-C885-143E-EBC6-52132EB39351}"/>
              </a:ext>
            </a:extLst>
          </p:cNvPr>
          <p:cNvSpPr>
            <a:spLocks noGrp="1"/>
          </p:cNvSpPr>
          <p:nvPr>
            <p:ph type="body" sz="quarter" idx="44" hasCustomPrompt="1"/>
          </p:nvPr>
        </p:nvSpPr>
        <p:spPr>
          <a:xfrm>
            <a:off x="3045484" y="7899709"/>
            <a:ext cx="4439753" cy="181451"/>
          </a:xfrm>
          <a:prstGeom prst="rect">
            <a:avLst/>
          </a:prstGeom>
        </p:spPr>
        <p:txBody>
          <a:bodyPr lIns="0" tIns="0" rIns="0" bIns="0"/>
          <a:lstStyle>
            <a:lvl1pPr marL="0" indent="0">
              <a:lnSpc>
                <a:spcPct val="100000"/>
              </a:lnSpc>
              <a:spcBef>
                <a:spcPts val="600"/>
              </a:spcBef>
              <a:buNone/>
              <a:defRPr lang="en-US" sz="900" smtClean="0">
                <a:effectLst/>
              </a:defRPr>
            </a:lvl1pPr>
          </a:lstStyle>
          <a:p>
            <a:r>
              <a:rPr lang="en-US" sz="900" dirty="0">
                <a:effectLst/>
                <a:latin typeface="IBM Plex Sans" panose="020B0503050203000203" pitchFamily="34" charset="0"/>
                <a:ea typeface="IBM Plex Sans" panose="020B0503050203000203" pitchFamily="34" charset="0"/>
                <a:cs typeface="IBM Plex Sans" panose="020B0503050203000203" pitchFamily="34" charset="0"/>
              </a:rPr>
              <a:t>Closing paragraph</a:t>
            </a:r>
          </a:p>
        </p:txBody>
      </p:sp>
    </p:spTree>
    <p:extLst>
      <p:ext uri="{BB962C8B-B14F-4D97-AF65-F5344CB8AC3E}">
        <p14:creationId xmlns:p14="http://schemas.microsoft.com/office/powerpoint/2010/main" val="1421951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bilities - 5 capabilities, KPI highlights, no image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2617844-A634-2605-CBF5-955D6AF90742}"/>
              </a:ext>
            </a:extLst>
          </p:cNvPr>
          <p:cNvSpPr>
            <a:spLocks noGrp="1"/>
          </p:cNvSpPr>
          <p:nvPr>
            <p:ph type="body" sz="quarter" idx="10" hasCustomPrompt="1"/>
          </p:nvPr>
        </p:nvSpPr>
        <p:spPr>
          <a:xfrm>
            <a:off x="460373" y="501650"/>
            <a:ext cx="2055719" cy="502397"/>
          </a:xfrm>
          <a:prstGeom prst="rect">
            <a:avLst/>
          </a:prstGeom>
        </p:spPr>
        <p:txBody>
          <a:bodyPr/>
          <a:lstStyle>
            <a:lvl1pPr marL="0" indent="0">
              <a:buNone/>
              <a:defRPr sz="3000">
                <a:solidFill>
                  <a:srgbClr val="0066FF"/>
                </a:solidFill>
                <a:latin typeface="IBM Plex Sans" panose="020B0503050203000203" pitchFamily="34" charset="0"/>
              </a:defRPr>
            </a:lvl1pPr>
            <a:lvl2pPr>
              <a:defRPr sz="3000">
                <a:latin typeface="IBM Plex Sans" panose="020B0503050203000203" pitchFamily="34" charset="0"/>
              </a:defRPr>
            </a:lvl2pPr>
            <a:lvl3pPr>
              <a:defRPr sz="3000">
                <a:latin typeface="IBM Plex Sans" panose="020B0503050203000203" pitchFamily="34" charset="0"/>
              </a:defRPr>
            </a:lvl3pPr>
            <a:lvl4pPr>
              <a:defRPr sz="3000">
                <a:latin typeface="IBM Plex Sans" panose="020B0503050203000203" pitchFamily="34" charset="0"/>
              </a:defRPr>
            </a:lvl4pPr>
            <a:lvl5pPr>
              <a:defRPr sz="3000">
                <a:latin typeface="IBM Plex Sans" panose="020B0503050203000203" pitchFamily="34" charset="0"/>
              </a:defRPr>
            </a:lvl5pPr>
          </a:lstStyle>
          <a:p>
            <a:pPr lvl="0"/>
            <a:r>
              <a:rPr lang="en-US" dirty="0"/>
              <a:t>KPI #/%</a:t>
            </a:r>
          </a:p>
        </p:txBody>
      </p:sp>
      <p:sp>
        <p:nvSpPr>
          <p:cNvPr id="6" name="Text Placeholder 5">
            <a:extLst>
              <a:ext uri="{FF2B5EF4-FFF2-40B4-BE49-F238E27FC236}">
                <a16:creationId xmlns:a16="http://schemas.microsoft.com/office/drawing/2014/main" id="{CD723210-D686-584C-F77C-707FFA173CC1}"/>
              </a:ext>
            </a:extLst>
          </p:cNvPr>
          <p:cNvSpPr>
            <a:spLocks noGrp="1"/>
          </p:cNvSpPr>
          <p:nvPr>
            <p:ph type="body" sz="quarter" idx="11" hasCustomPrompt="1"/>
          </p:nvPr>
        </p:nvSpPr>
        <p:spPr>
          <a:xfrm>
            <a:off x="2976562" y="501368"/>
            <a:ext cx="4500003"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1</a:t>
            </a:r>
          </a:p>
        </p:txBody>
      </p:sp>
      <p:sp>
        <p:nvSpPr>
          <p:cNvPr id="7" name="Text Placeholder 5">
            <a:extLst>
              <a:ext uri="{FF2B5EF4-FFF2-40B4-BE49-F238E27FC236}">
                <a16:creationId xmlns:a16="http://schemas.microsoft.com/office/drawing/2014/main" id="{BE95293A-8EA2-1A15-EC3B-D75DF2D10D88}"/>
              </a:ext>
            </a:extLst>
          </p:cNvPr>
          <p:cNvSpPr>
            <a:spLocks noGrp="1"/>
          </p:cNvSpPr>
          <p:nvPr>
            <p:ph type="body" sz="quarter" idx="12" hasCustomPrompt="1"/>
          </p:nvPr>
        </p:nvSpPr>
        <p:spPr>
          <a:xfrm>
            <a:off x="2976562" y="770311"/>
            <a:ext cx="4500003"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8" name="Text Placeholder 5">
            <a:extLst>
              <a:ext uri="{FF2B5EF4-FFF2-40B4-BE49-F238E27FC236}">
                <a16:creationId xmlns:a16="http://schemas.microsoft.com/office/drawing/2014/main" id="{5ECA4C2A-5AFE-6A9E-D1F9-EB50252078C2}"/>
              </a:ext>
            </a:extLst>
          </p:cNvPr>
          <p:cNvSpPr>
            <a:spLocks noGrp="1"/>
          </p:cNvSpPr>
          <p:nvPr>
            <p:ph type="body" sz="quarter" idx="13" hasCustomPrompt="1"/>
          </p:nvPr>
        </p:nvSpPr>
        <p:spPr>
          <a:xfrm>
            <a:off x="2976562" y="1039254"/>
            <a:ext cx="4500003" cy="968840"/>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9" name="Text Placeholder 5">
            <a:extLst>
              <a:ext uri="{FF2B5EF4-FFF2-40B4-BE49-F238E27FC236}">
                <a16:creationId xmlns:a16="http://schemas.microsoft.com/office/drawing/2014/main" id="{DB3C1361-51CE-1175-26F0-C5AB8898EC98}"/>
              </a:ext>
            </a:extLst>
          </p:cNvPr>
          <p:cNvSpPr>
            <a:spLocks noGrp="1"/>
          </p:cNvSpPr>
          <p:nvPr>
            <p:ph type="body" sz="quarter" idx="14" hasCustomPrompt="1"/>
          </p:nvPr>
        </p:nvSpPr>
        <p:spPr>
          <a:xfrm>
            <a:off x="460375" y="1039254"/>
            <a:ext cx="2055720" cy="371193"/>
          </a:xfrm>
          <a:prstGeom prst="rect">
            <a:avLst/>
          </a:prstGeom>
        </p:spPr>
        <p:txBody>
          <a:bodyPr/>
          <a:lstStyle>
            <a:lvl1pPr marL="0" indent="0">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KPI indicator</a:t>
            </a:r>
          </a:p>
        </p:txBody>
      </p:sp>
      <p:sp>
        <p:nvSpPr>
          <p:cNvPr id="10" name="Text Placeholder 3">
            <a:extLst>
              <a:ext uri="{FF2B5EF4-FFF2-40B4-BE49-F238E27FC236}">
                <a16:creationId xmlns:a16="http://schemas.microsoft.com/office/drawing/2014/main" id="{2688AFE8-39A2-3DC9-6DC3-9B0B85822D9D}"/>
              </a:ext>
            </a:extLst>
          </p:cNvPr>
          <p:cNvSpPr>
            <a:spLocks noGrp="1"/>
          </p:cNvSpPr>
          <p:nvPr>
            <p:ph type="body" sz="quarter" idx="15" hasCustomPrompt="1"/>
          </p:nvPr>
        </p:nvSpPr>
        <p:spPr>
          <a:xfrm>
            <a:off x="460370" y="1670050"/>
            <a:ext cx="2055719" cy="502397"/>
          </a:xfrm>
          <a:prstGeom prst="rect">
            <a:avLst/>
          </a:prstGeom>
        </p:spPr>
        <p:txBody>
          <a:bodyPr/>
          <a:lstStyle>
            <a:lvl1pPr marL="0" indent="0">
              <a:buNone/>
              <a:defRPr sz="3000">
                <a:solidFill>
                  <a:srgbClr val="0066FF"/>
                </a:solidFill>
                <a:latin typeface="IBM Plex Sans" panose="020B0503050203000203" pitchFamily="34" charset="0"/>
              </a:defRPr>
            </a:lvl1pPr>
            <a:lvl2pPr>
              <a:defRPr sz="3000">
                <a:latin typeface="IBM Plex Sans" panose="020B0503050203000203" pitchFamily="34" charset="0"/>
              </a:defRPr>
            </a:lvl2pPr>
            <a:lvl3pPr>
              <a:defRPr sz="3000">
                <a:latin typeface="IBM Plex Sans" panose="020B0503050203000203" pitchFamily="34" charset="0"/>
              </a:defRPr>
            </a:lvl3pPr>
            <a:lvl4pPr>
              <a:defRPr sz="3000">
                <a:latin typeface="IBM Plex Sans" panose="020B0503050203000203" pitchFamily="34" charset="0"/>
              </a:defRPr>
            </a:lvl4pPr>
            <a:lvl5pPr>
              <a:defRPr sz="3000">
                <a:latin typeface="IBM Plex Sans" panose="020B0503050203000203" pitchFamily="34" charset="0"/>
              </a:defRPr>
            </a:lvl5pPr>
          </a:lstStyle>
          <a:p>
            <a:pPr lvl="0"/>
            <a:r>
              <a:rPr lang="en-US" dirty="0"/>
              <a:t>KPI #/%</a:t>
            </a:r>
          </a:p>
        </p:txBody>
      </p:sp>
      <p:sp>
        <p:nvSpPr>
          <p:cNvPr id="11" name="Text Placeholder 5">
            <a:extLst>
              <a:ext uri="{FF2B5EF4-FFF2-40B4-BE49-F238E27FC236}">
                <a16:creationId xmlns:a16="http://schemas.microsoft.com/office/drawing/2014/main" id="{5E7DB8D8-D21C-F2C5-0507-C039E4FC4D88}"/>
              </a:ext>
            </a:extLst>
          </p:cNvPr>
          <p:cNvSpPr>
            <a:spLocks noGrp="1"/>
          </p:cNvSpPr>
          <p:nvPr>
            <p:ph type="body" sz="quarter" idx="16" hasCustomPrompt="1"/>
          </p:nvPr>
        </p:nvSpPr>
        <p:spPr>
          <a:xfrm>
            <a:off x="460372" y="2207654"/>
            <a:ext cx="2055720" cy="371193"/>
          </a:xfrm>
          <a:prstGeom prst="rect">
            <a:avLst/>
          </a:prstGeom>
        </p:spPr>
        <p:txBody>
          <a:bodyPr/>
          <a:lstStyle>
            <a:lvl1pPr marL="0" indent="0">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KPI indicator</a:t>
            </a:r>
          </a:p>
        </p:txBody>
      </p:sp>
      <p:sp>
        <p:nvSpPr>
          <p:cNvPr id="12" name="Text Placeholder 3">
            <a:extLst>
              <a:ext uri="{FF2B5EF4-FFF2-40B4-BE49-F238E27FC236}">
                <a16:creationId xmlns:a16="http://schemas.microsoft.com/office/drawing/2014/main" id="{64FB5E85-933D-8ECD-C81B-129291FA385F}"/>
              </a:ext>
            </a:extLst>
          </p:cNvPr>
          <p:cNvSpPr>
            <a:spLocks noGrp="1"/>
          </p:cNvSpPr>
          <p:nvPr>
            <p:ph type="body" sz="quarter" idx="17" hasCustomPrompt="1"/>
          </p:nvPr>
        </p:nvSpPr>
        <p:spPr>
          <a:xfrm>
            <a:off x="460367" y="2838450"/>
            <a:ext cx="2055719" cy="502397"/>
          </a:xfrm>
          <a:prstGeom prst="rect">
            <a:avLst/>
          </a:prstGeom>
        </p:spPr>
        <p:txBody>
          <a:bodyPr/>
          <a:lstStyle>
            <a:lvl1pPr marL="0" indent="0">
              <a:buNone/>
              <a:defRPr sz="3000">
                <a:solidFill>
                  <a:srgbClr val="0066FF"/>
                </a:solidFill>
                <a:latin typeface="IBM Plex Sans" panose="020B0503050203000203" pitchFamily="34" charset="0"/>
              </a:defRPr>
            </a:lvl1pPr>
            <a:lvl2pPr>
              <a:defRPr sz="3000">
                <a:latin typeface="IBM Plex Sans" panose="020B0503050203000203" pitchFamily="34" charset="0"/>
              </a:defRPr>
            </a:lvl2pPr>
            <a:lvl3pPr>
              <a:defRPr sz="3000">
                <a:latin typeface="IBM Plex Sans" panose="020B0503050203000203" pitchFamily="34" charset="0"/>
              </a:defRPr>
            </a:lvl3pPr>
            <a:lvl4pPr>
              <a:defRPr sz="3000">
                <a:latin typeface="IBM Plex Sans" panose="020B0503050203000203" pitchFamily="34" charset="0"/>
              </a:defRPr>
            </a:lvl4pPr>
            <a:lvl5pPr>
              <a:defRPr sz="3000">
                <a:latin typeface="IBM Plex Sans" panose="020B0503050203000203" pitchFamily="34" charset="0"/>
              </a:defRPr>
            </a:lvl5pPr>
          </a:lstStyle>
          <a:p>
            <a:pPr lvl="0"/>
            <a:r>
              <a:rPr lang="en-US" dirty="0"/>
              <a:t>KPI #/%</a:t>
            </a:r>
          </a:p>
        </p:txBody>
      </p:sp>
      <p:sp>
        <p:nvSpPr>
          <p:cNvPr id="13" name="Text Placeholder 5">
            <a:extLst>
              <a:ext uri="{FF2B5EF4-FFF2-40B4-BE49-F238E27FC236}">
                <a16:creationId xmlns:a16="http://schemas.microsoft.com/office/drawing/2014/main" id="{D2153654-8235-1CE0-64A5-1A21367FB437}"/>
              </a:ext>
            </a:extLst>
          </p:cNvPr>
          <p:cNvSpPr>
            <a:spLocks noGrp="1"/>
          </p:cNvSpPr>
          <p:nvPr>
            <p:ph type="body" sz="quarter" idx="18" hasCustomPrompt="1"/>
          </p:nvPr>
        </p:nvSpPr>
        <p:spPr>
          <a:xfrm>
            <a:off x="460369" y="3376054"/>
            <a:ext cx="2055720" cy="371193"/>
          </a:xfrm>
          <a:prstGeom prst="rect">
            <a:avLst/>
          </a:prstGeom>
        </p:spPr>
        <p:txBody>
          <a:bodyPr/>
          <a:lstStyle>
            <a:lvl1pPr marL="0" indent="0">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KPI indicator</a:t>
            </a:r>
          </a:p>
        </p:txBody>
      </p:sp>
      <p:sp>
        <p:nvSpPr>
          <p:cNvPr id="14" name="Text Placeholder 3">
            <a:extLst>
              <a:ext uri="{FF2B5EF4-FFF2-40B4-BE49-F238E27FC236}">
                <a16:creationId xmlns:a16="http://schemas.microsoft.com/office/drawing/2014/main" id="{8D242451-AE3E-FD7F-CD96-A44432C04577}"/>
              </a:ext>
            </a:extLst>
          </p:cNvPr>
          <p:cNvSpPr>
            <a:spLocks noGrp="1"/>
          </p:cNvSpPr>
          <p:nvPr>
            <p:ph type="body" sz="quarter" idx="19" hasCustomPrompt="1"/>
          </p:nvPr>
        </p:nvSpPr>
        <p:spPr>
          <a:xfrm>
            <a:off x="460364" y="4006850"/>
            <a:ext cx="2055719" cy="502397"/>
          </a:xfrm>
          <a:prstGeom prst="rect">
            <a:avLst/>
          </a:prstGeom>
        </p:spPr>
        <p:txBody>
          <a:bodyPr/>
          <a:lstStyle>
            <a:lvl1pPr marL="0" indent="0">
              <a:buNone/>
              <a:defRPr sz="3000">
                <a:solidFill>
                  <a:srgbClr val="0066FF"/>
                </a:solidFill>
                <a:latin typeface="IBM Plex Sans" panose="020B0503050203000203" pitchFamily="34" charset="0"/>
              </a:defRPr>
            </a:lvl1pPr>
            <a:lvl2pPr>
              <a:defRPr sz="3000">
                <a:latin typeface="IBM Plex Sans" panose="020B0503050203000203" pitchFamily="34" charset="0"/>
              </a:defRPr>
            </a:lvl2pPr>
            <a:lvl3pPr>
              <a:defRPr sz="3000">
                <a:latin typeface="IBM Plex Sans" panose="020B0503050203000203" pitchFamily="34" charset="0"/>
              </a:defRPr>
            </a:lvl3pPr>
            <a:lvl4pPr>
              <a:defRPr sz="3000">
                <a:latin typeface="IBM Plex Sans" panose="020B0503050203000203" pitchFamily="34" charset="0"/>
              </a:defRPr>
            </a:lvl4pPr>
            <a:lvl5pPr>
              <a:defRPr sz="3000">
                <a:latin typeface="IBM Plex Sans" panose="020B0503050203000203" pitchFamily="34" charset="0"/>
              </a:defRPr>
            </a:lvl5pPr>
          </a:lstStyle>
          <a:p>
            <a:pPr lvl="0"/>
            <a:r>
              <a:rPr lang="en-US" dirty="0"/>
              <a:t>KPI #/%</a:t>
            </a:r>
          </a:p>
        </p:txBody>
      </p:sp>
      <p:sp>
        <p:nvSpPr>
          <p:cNvPr id="15" name="Text Placeholder 5">
            <a:extLst>
              <a:ext uri="{FF2B5EF4-FFF2-40B4-BE49-F238E27FC236}">
                <a16:creationId xmlns:a16="http://schemas.microsoft.com/office/drawing/2014/main" id="{BEDAD2FF-6F26-BD39-6313-9DCEBBF1B9F9}"/>
              </a:ext>
            </a:extLst>
          </p:cNvPr>
          <p:cNvSpPr>
            <a:spLocks noGrp="1"/>
          </p:cNvSpPr>
          <p:nvPr>
            <p:ph type="body" sz="quarter" idx="20" hasCustomPrompt="1"/>
          </p:nvPr>
        </p:nvSpPr>
        <p:spPr>
          <a:xfrm>
            <a:off x="460366" y="4544454"/>
            <a:ext cx="2055720" cy="371193"/>
          </a:xfrm>
          <a:prstGeom prst="rect">
            <a:avLst/>
          </a:prstGeom>
        </p:spPr>
        <p:txBody>
          <a:bodyPr/>
          <a:lstStyle>
            <a:lvl1pPr marL="0" indent="0">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KPI indicator</a:t>
            </a:r>
          </a:p>
        </p:txBody>
      </p:sp>
      <p:sp>
        <p:nvSpPr>
          <p:cNvPr id="16" name="Text Placeholder 5">
            <a:extLst>
              <a:ext uri="{FF2B5EF4-FFF2-40B4-BE49-F238E27FC236}">
                <a16:creationId xmlns:a16="http://schemas.microsoft.com/office/drawing/2014/main" id="{DE954CF3-A0E0-0797-E081-E37A8BD81B8D}"/>
              </a:ext>
            </a:extLst>
          </p:cNvPr>
          <p:cNvSpPr>
            <a:spLocks noGrp="1"/>
          </p:cNvSpPr>
          <p:nvPr>
            <p:ph type="body" sz="quarter" idx="21" hasCustomPrompt="1"/>
          </p:nvPr>
        </p:nvSpPr>
        <p:spPr>
          <a:xfrm>
            <a:off x="2976562" y="2353748"/>
            <a:ext cx="4500003"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2</a:t>
            </a:r>
          </a:p>
        </p:txBody>
      </p:sp>
      <p:sp>
        <p:nvSpPr>
          <p:cNvPr id="17" name="Text Placeholder 5">
            <a:extLst>
              <a:ext uri="{FF2B5EF4-FFF2-40B4-BE49-F238E27FC236}">
                <a16:creationId xmlns:a16="http://schemas.microsoft.com/office/drawing/2014/main" id="{96A38355-EA1D-CE6D-82FC-43D7496D1361}"/>
              </a:ext>
            </a:extLst>
          </p:cNvPr>
          <p:cNvSpPr>
            <a:spLocks noGrp="1"/>
          </p:cNvSpPr>
          <p:nvPr>
            <p:ph type="body" sz="quarter" idx="22" hasCustomPrompt="1"/>
          </p:nvPr>
        </p:nvSpPr>
        <p:spPr>
          <a:xfrm>
            <a:off x="2976562" y="2622691"/>
            <a:ext cx="4500003"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a:t>
            </a:r>
          </a:p>
        </p:txBody>
      </p:sp>
      <p:sp>
        <p:nvSpPr>
          <p:cNvPr id="18" name="Text Placeholder 5">
            <a:extLst>
              <a:ext uri="{FF2B5EF4-FFF2-40B4-BE49-F238E27FC236}">
                <a16:creationId xmlns:a16="http://schemas.microsoft.com/office/drawing/2014/main" id="{B2041297-C4CE-7566-1966-4141BF753ED9}"/>
              </a:ext>
            </a:extLst>
          </p:cNvPr>
          <p:cNvSpPr>
            <a:spLocks noGrp="1"/>
          </p:cNvSpPr>
          <p:nvPr>
            <p:ph type="body" sz="quarter" idx="23" hasCustomPrompt="1"/>
          </p:nvPr>
        </p:nvSpPr>
        <p:spPr>
          <a:xfrm>
            <a:off x="2976562" y="2891634"/>
            <a:ext cx="4500003" cy="968840"/>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5" name="Text Placeholder 5">
            <a:extLst>
              <a:ext uri="{FF2B5EF4-FFF2-40B4-BE49-F238E27FC236}">
                <a16:creationId xmlns:a16="http://schemas.microsoft.com/office/drawing/2014/main" id="{A0894EF7-D293-9EA1-CAF1-4E87DEE17905}"/>
              </a:ext>
            </a:extLst>
          </p:cNvPr>
          <p:cNvSpPr>
            <a:spLocks noGrp="1"/>
          </p:cNvSpPr>
          <p:nvPr>
            <p:ph type="body" sz="quarter" idx="24" hasCustomPrompt="1"/>
          </p:nvPr>
        </p:nvSpPr>
        <p:spPr>
          <a:xfrm>
            <a:off x="2976562" y="4209442"/>
            <a:ext cx="4500003"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3</a:t>
            </a:r>
          </a:p>
        </p:txBody>
      </p:sp>
      <p:sp>
        <p:nvSpPr>
          <p:cNvPr id="26" name="Text Placeholder 5">
            <a:extLst>
              <a:ext uri="{FF2B5EF4-FFF2-40B4-BE49-F238E27FC236}">
                <a16:creationId xmlns:a16="http://schemas.microsoft.com/office/drawing/2014/main" id="{61D26315-0751-357C-6786-58C438E977D5}"/>
              </a:ext>
            </a:extLst>
          </p:cNvPr>
          <p:cNvSpPr>
            <a:spLocks noGrp="1"/>
          </p:cNvSpPr>
          <p:nvPr>
            <p:ph type="body" sz="quarter" idx="25" hasCustomPrompt="1"/>
          </p:nvPr>
        </p:nvSpPr>
        <p:spPr>
          <a:xfrm>
            <a:off x="2976562" y="4478385"/>
            <a:ext cx="4500003"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27" name="Text Placeholder 5">
            <a:extLst>
              <a:ext uri="{FF2B5EF4-FFF2-40B4-BE49-F238E27FC236}">
                <a16:creationId xmlns:a16="http://schemas.microsoft.com/office/drawing/2014/main" id="{AFE33296-31C6-0A25-75B4-6A3B9A495341}"/>
              </a:ext>
            </a:extLst>
          </p:cNvPr>
          <p:cNvSpPr>
            <a:spLocks noGrp="1"/>
          </p:cNvSpPr>
          <p:nvPr>
            <p:ph type="body" sz="quarter" idx="26" hasCustomPrompt="1"/>
          </p:nvPr>
        </p:nvSpPr>
        <p:spPr>
          <a:xfrm>
            <a:off x="2976562" y="4747328"/>
            <a:ext cx="4500003" cy="968840"/>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1" name="Text Placeholder 5">
            <a:extLst>
              <a:ext uri="{FF2B5EF4-FFF2-40B4-BE49-F238E27FC236}">
                <a16:creationId xmlns:a16="http://schemas.microsoft.com/office/drawing/2014/main" id="{6F958C5D-107F-0AB4-6717-3C716E4DA1D9}"/>
              </a:ext>
            </a:extLst>
          </p:cNvPr>
          <p:cNvSpPr>
            <a:spLocks noGrp="1"/>
          </p:cNvSpPr>
          <p:nvPr>
            <p:ph type="body" sz="quarter" idx="27" hasCustomPrompt="1"/>
          </p:nvPr>
        </p:nvSpPr>
        <p:spPr>
          <a:xfrm>
            <a:off x="2976562" y="6065136"/>
            <a:ext cx="4500003"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4</a:t>
            </a:r>
          </a:p>
        </p:txBody>
      </p:sp>
      <p:sp>
        <p:nvSpPr>
          <p:cNvPr id="32" name="Text Placeholder 5">
            <a:extLst>
              <a:ext uri="{FF2B5EF4-FFF2-40B4-BE49-F238E27FC236}">
                <a16:creationId xmlns:a16="http://schemas.microsoft.com/office/drawing/2014/main" id="{37AD72D8-279F-29B1-403F-FE036615776F}"/>
              </a:ext>
            </a:extLst>
          </p:cNvPr>
          <p:cNvSpPr>
            <a:spLocks noGrp="1"/>
          </p:cNvSpPr>
          <p:nvPr>
            <p:ph type="body" sz="quarter" idx="28" hasCustomPrompt="1"/>
          </p:nvPr>
        </p:nvSpPr>
        <p:spPr>
          <a:xfrm>
            <a:off x="2976562" y="6334079"/>
            <a:ext cx="4500003"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a:t>
            </a:r>
          </a:p>
        </p:txBody>
      </p:sp>
      <p:sp>
        <p:nvSpPr>
          <p:cNvPr id="33" name="Text Placeholder 5">
            <a:extLst>
              <a:ext uri="{FF2B5EF4-FFF2-40B4-BE49-F238E27FC236}">
                <a16:creationId xmlns:a16="http://schemas.microsoft.com/office/drawing/2014/main" id="{D5804CDD-CFF5-094B-6FEA-9F742D6A2FE1}"/>
              </a:ext>
            </a:extLst>
          </p:cNvPr>
          <p:cNvSpPr>
            <a:spLocks noGrp="1"/>
          </p:cNvSpPr>
          <p:nvPr>
            <p:ph type="body" sz="quarter" idx="29" hasCustomPrompt="1"/>
          </p:nvPr>
        </p:nvSpPr>
        <p:spPr>
          <a:xfrm>
            <a:off x="2976562" y="6603022"/>
            <a:ext cx="4500003" cy="968840"/>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4" name="Text Placeholder 5">
            <a:extLst>
              <a:ext uri="{FF2B5EF4-FFF2-40B4-BE49-F238E27FC236}">
                <a16:creationId xmlns:a16="http://schemas.microsoft.com/office/drawing/2014/main" id="{99C829CC-92BA-E016-70CF-500278993651}"/>
              </a:ext>
            </a:extLst>
          </p:cNvPr>
          <p:cNvSpPr>
            <a:spLocks noGrp="1"/>
          </p:cNvSpPr>
          <p:nvPr>
            <p:ph type="body" sz="quarter" idx="30" hasCustomPrompt="1"/>
          </p:nvPr>
        </p:nvSpPr>
        <p:spPr>
          <a:xfrm>
            <a:off x="2976562" y="7920830"/>
            <a:ext cx="4500003"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5</a:t>
            </a:r>
          </a:p>
        </p:txBody>
      </p:sp>
      <p:sp>
        <p:nvSpPr>
          <p:cNvPr id="35" name="Text Placeholder 5">
            <a:extLst>
              <a:ext uri="{FF2B5EF4-FFF2-40B4-BE49-F238E27FC236}">
                <a16:creationId xmlns:a16="http://schemas.microsoft.com/office/drawing/2014/main" id="{E8C68F9B-9B87-D84F-7816-EE2BFF42F377}"/>
              </a:ext>
            </a:extLst>
          </p:cNvPr>
          <p:cNvSpPr>
            <a:spLocks noGrp="1"/>
          </p:cNvSpPr>
          <p:nvPr>
            <p:ph type="body" sz="quarter" idx="31" hasCustomPrompt="1"/>
          </p:nvPr>
        </p:nvSpPr>
        <p:spPr>
          <a:xfrm>
            <a:off x="2976562" y="8189773"/>
            <a:ext cx="4500003"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a:t>
            </a:r>
          </a:p>
        </p:txBody>
      </p:sp>
      <p:sp>
        <p:nvSpPr>
          <p:cNvPr id="36" name="Text Placeholder 5">
            <a:extLst>
              <a:ext uri="{FF2B5EF4-FFF2-40B4-BE49-F238E27FC236}">
                <a16:creationId xmlns:a16="http://schemas.microsoft.com/office/drawing/2014/main" id="{FBCAEDFC-D3D2-CDC4-7A0C-B47E299BB629}"/>
              </a:ext>
            </a:extLst>
          </p:cNvPr>
          <p:cNvSpPr>
            <a:spLocks noGrp="1"/>
          </p:cNvSpPr>
          <p:nvPr>
            <p:ph type="body" sz="quarter" idx="32" hasCustomPrompt="1"/>
          </p:nvPr>
        </p:nvSpPr>
        <p:spPr>
          <a:xfrm>
            <a:off x="2976562" y="8458716"/>
            <a:ext cx="4500003" cy="968840"/>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7" name="Text Placeholder 24">
            <a:extLst>
              <a:ext uri="{FF2B5EF4-FFF2-40B4-BE49-F238E27FC236}">
                <a16:creationId xmlns:a16="http://schemas.microsoft.com/office/drawing/2014/main" id="{2C56CB10-4C41-663F-8076-EB31129B16FD}"/>
              </a:ext>
            </a:extLst>
          </p:cNvPr>
          <p:cNvSpPr>
            <a:spLocks noGrp="1"/>
          </p:cNvSpPr>
          <p:nvPr>
            <p:ph type="body" sz="quarter" idx="33"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Tree>
    <p:extLst>
      <p:ext uri="{BB962C8B-B14F-4D97-AF65-F5344CB8AC3E}">
        <p14:creationId xmlns:p14="http://schemas.microsoft.com/office/powerpoint/2010/main" val="1801311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bilities - 4 capabilities with images or screenshots">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D723210-D686-584C-F77C-707FFA173CC1}"/>
              </a:ext>
            </a:extLst>
          </p:cNvPr>
          <p:cNvSpPr>
            <a:spLocks noGrp="1"/>
          </p:cNvSpPr>
          <p:nvPr>
            <p:ph type="body" sz="quarter" idx="11" hasCustomPrompt="1"/>
          </p:nvPr>
        </p:nvSpPr>
        <p:spPr>
          <a:xfrm>
            <a:off x="3430494" y="812133"/>
            <a:ext cx="4046071"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1</a:t>
            </a:r>
          </a:p>
        </p:txBody>
      </p:sp>
      <p:sp>
        <p:nvSpPr>
          <p:cNvPr id="7" name="Text Placeholder 5">
            <a:extLst>
              <a:ext uri="{FF2B5EF4-FFF2-40B4-BE49-F238E27FC236}">
                <a16:creationId xmlns:a16="http://schemas.microsoft.com/office/drawing/2014/main" id="{BE95293A-8EA2-1A15-EC3B-D75DF2D10D88}"/>
              </a:ext>
            </a:extLst>
          </p:cNvPr>
          <p:cNvSpPr>
            <a:spLocks noGrp="1"/>
          </p:cNvSpPr>
          <p:nvPr>
            <p:ph type="body" sz="quarter" idx="12" hasCustomPrompt="1"/>
          </p:nvPr>
        </p:nvSpPr>
        <p:spPr>
          <a:xfrm>
            <a:off x="3430494" y="1110957"/>
            <a:ext cx="4046071"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8" name="Text Placeholder 5">
            <a:extLst>
              <a:ext uri="{FF2B5EF4-FFF2-40B4-BE49-F238E27FC236}">
                <a16:creationId xmlns:a16="http://schemas.microsoft.com/office/drawing/2014/main" id="{5ECA4C2A-5AFE-6A9E-D1F9-EB50252078C2}"/>
              </a:ext>
            </a:extLst>
          </p:cNvPr>
          <p:cNvSpPr>
            <a:spLocks noGrp="1"/>
          </p:cNvSpPr>
          <p:nvPr>
            <p:ph type="body" sz="quarter" idx="13" hasCustomPrompt="1"/>
          </p:nvPr>
        </p:nvSpPr>
        <p:spPr>
          <a:xfrm>
            <a:off x="3430494" y="1487473"/>
            <a:ext cx="4046071" cy="1079067"/>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7" name="Text Placeholder 24">
            <a:extLst>
              <a:ext uri="{FF2B5EF4-FFF2-40B4-BE49-F238E27FC236}">
                <a16:creationId xmlns:a16="http://schemas.microsoft.com/office/drawing/2014/main" id="{2C56CB10-4C41-663F-8076-EB31129B16FD}"/>
              </a:ext>
            </a:extLst>
          </p:cNvPr>
          <p:cNvSpPr>
            <a:spLocks noGrp="1"/>
          </p:cNvSpPr>
          <p:nvPr>
            <p:ph type="body" sz="quarter" idx="33"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
        <p:nvSpPr>
          <p:cNvPr id="2" name="Text Placeholder 5">
            <a:extLst>
              <a:ext uri="{FF2B5EF4-FFF2-40B4-BE49-F238E27FC236}">
                <a16:creationId xmlns:a16="http://schemas.microsoft.com/office/drawing/2014/main" id="{C33FEACC-5827-88F6-691E-CBF2E8D0B698}"/>
              </a:ext>
            </a:extLst>
          </p:cNvPr>
          <p:cNvSpPr>
            <a:spLocks noGrp="1"/>
          </p:cNvSpPr>
          <p:nvPr>
            <p:ph type="body" sz="quarter" idx="34" hasCustomPrompt="1"/>
          </p:nvPr>
        </p:nvSpPr>
        <p:spPr>
          <a:xfrm>
            <a:off x="3430494" y="2884884"/>
            <a:ext cx="4046071"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2</a:t>
            </a:r>
          </a:p>
        </p:txBody>
      </p:sp>
      <p:sp>
        <p:nvSpPr>
          <p:cNvPr id="3" name="Text Placeholder 5">
            <a:extLst>
              <a:ext uri="{FF2B5EF4-FFF2-40B4-BE49-F238E27FC236}">
                <a16:creationId xmlns:a16="http://schemas.microsoft.com/office/drawing/2014/main" id="{1A754903-3062-3742-EB29-3903CBED8785}"/>
              </a:ext>
            </a:extLst>
          </p:cNvPr>
          <p:cNvSpPr>
            <a:spLocks noGrp="1"/>
          </p:cNvSpPr>
          <p:nvPr>
            <p:ph type="body" sz="quarter" idx="35" hasCustomPrompt="1"/>
          </p:nvPr>
        </p:nvSpPr>
        <p:spPr>
          <a:xfrm>
            <a:off x="3430494" y="3183708"/>
            <a:ext cx="4046071"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5" name="Text Placeholder 5">
            <a:extLst>
              <a:ext uri="{FF2B5EF4-FFF2-40B4-BE49-F238E27FC236}">
                <a16:creationId xmlns:a16="http://schemas.microsoft.com/office/drawing/2014/main" id="{6AF50D65-F39F-5240-54A3-DAE8E7000B98}"/>
              </a:ext>
            </a:extLst>
          </p:cNvPr>
          <p:cNvSpPr>
            <a:spLocks noGrp="1"/>
          </p:cNvSpPr>
          <p:nvPr>
            <p:ph type="body" sz="quarter" idx="36" hasCustomPrompt="1"/>
          </p:nvPr>
        </p:nvSpPr>
        <p:spPr>
          <a:xfrm>
            <a:off x="3430494" y="3560224"/>
            <a:ext cx="4046071" cy="1079067"/>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19" name="Text Placeholder 5">
            <a:extLst>
              <a:ext uri="{FF2B5EF4-FFF2-40B4-BE49-F238E27FC236}">
                <a16:creationId xmlns:a16="http://schemas.microsoft.com/office/drawing/2014/main" id="{CEFBCB2C-9D51-CBB5-A12E-4BA13086F351}"/>
              </a:ext>
            </a:extLst>
          </p:cNvPr>
          <p:cNvSpPr>
            <a:spLocks noGrp="1"/>
          </p:cNvSpPr>
          <p:nvPr>
            <p:ph type="body" sz="quarter" idx="37" hasCustomPrompt="1"/>
          </p:nvPr>
        </p:nvSpPr>
        <p:spPr>
          <a:xfrm>
            <a:off x="3424518" y="4975520"/>
            <a:ext cx="4046071"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3</a:t>
            </a:r>
          </a:p>
        </p:txBody>
      </p:sp>
      <p:sp>
        <p:nvSpPr>
          <p:cNvPr id="20" name="Text Placeholder 5">
            <a:extLst>
              <a:ext uri="{FF2B5EF4-FFF2-40B4-BE49-F238E27FC236}">
                <a16:creationId xmlns:a16="http://schemas.microsoft.com/office/drawing/2014/main" id="{7EB18778-1302-5DBC-8F64-74F6D3E44F5D}"/>
              </a:ext>
            </a:extLst>
          </p:cNvPr>
          <p:cNvSpPr>
            <a:spLocks noGrp="1"/>
          </p:cNvSpPr>
          <p:nvPr>
            <p:ph type="body" sz="quarter" idx="38" hasCustomPrompt="1"/>
          </p:nvPr>
        </p:nvSpPr>
        <p:spPr>
          <a:xfrm>
            <a:off x="3424518" y="5274344"/>
            <a:ext cx="4046071"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21" name="Text Placeholder 5">
            <a:extLst>
              <a:ext uri="{FF2B5EF4-FFF2-40B4-BE49-F238E27FC236}">
                <a16:creationId xmlns:a16="http://schemas.microsoft.com/office/drawing/2014/main" id="{CCD8A539-F68E-3A40-3960-241BC42C5655}"/>
              </a:ext>
            </a:extLst>
          </p:cNvPr>
          <p:cNvSpPr>
            <a:spLocks noGrp="1"/>
          </p:cNvSpPr>
          <p:nvPr>
            <p:ph type="body" sz="quarter" idx="39" hasCustomPrompt="1"/>
          </p:nvPr>
        </p:nvSpPr>
        <p:spPr>
          <a:xfrm>
            <a:off x="3424518" y="5650860"/>
            <a:ext cx="4046071" cy="1079067"/>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2" name="Text Placeholder 5">
            <a:extLst>
              <a:ext uri="{FF2B5EF4-FFF2-40B4-BE49-F238E27FC236}">
                <a16:creationId xmlns:a16="http://schemas.microsoft.com/office/drawing/2014/main" id="{72F44A7B-2E82-5ACA-EF76-49CA09440E53}"/>
              </a:ext>
            </a:extLst>
          </p:cNvPr>
          <p:cNvSpPr>
            <a:spLocks noGrp="1"/>
          </p:cNvSpPr>
          <p:nvPr>
            <p:ph type="body" sz="quarter" idx="40" hasCustomPrompt="1"/>
          </p:nvPr>
        </p:nvSpPr>
        <p:spPr>
          <a:xfrm>
            <a:off x="3424518" y="7048271"/>
            <a:ext cx="4046071"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4</a:t>
            </a:r>
          </a:p>
        </p:txBody>
      </p:sp>
      <p:sp>
        <p:nvSpPr>
          <p:cNvPr id="23" name="Text Placeholder 5">
            <a:extLst>
              <a:ext uri="{FF2B5EF4-FFF2-40B4-BE49-F238E27FC236}">
                <a16:creationId xmlns:a16="http://schemas.microsoft.com/office/drawing/2014/main" id="{48B123C0-B0D9-F1BA-68A8-08785BA16A89}"/>
              </a:ext>
            </a:extLst>
          </p:cNvPr>
          <p:cNvSpPr>
            <a:spLocks noGrp="1"/>
          </p:cNvSpPr>
          <p:nvPr>
            <p:ph type="body" sz="quarter" idx="41" hasCustomPrompt="1"/>
          </p:nvPr>
        </p:nvSpPr>
        <p:spPr>
          <a:xfrm>
            <a:off x="3424518" y="7347095"/>
            <a:ext cx="4046071"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24" name="Text Placeholder 5">
            <a:extLst>
              <a:ext uri="{FF2B5EF4-FFF2-40B4-BE49-F238E27FC236}">
                <a16:creationId xmlns:a16="http://schemas.microsoft.com/office/drawing/2014/main" id="{C7F51743-0F6F-3120-A056-91594ABB59E9}"/>
              </a:ext>
            </a:extLst>
          </p:cNvPr>
          <p:cNvSpPr>
            <a:spLocks noGrp="1"/>
          </p:cNvSpPr>
          <p:nvPr>
            <p:ph type="body" sz="quarter" idx="42" hasCustomPrompt="1"/>
          </p:nvPr>
        </p:nvSpPr>
        <p:spPr>
          <a:xfrm>
            <a:off x="3424518" y="7723611"/>
            <a:ext cx="4046071" cy="1079067"/>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8" name="TextBox 27">
            <a:extLst>
              <a:ext uri="{FF2B5EF4-FFF2-40B4-BE49-F238E27FC236}">
                <a16:creationId xmlns:a16="http://schemas.microsoft.com/office/drawing/2014/main" id="{EED5685B-D03A-A227-FEF6-C06A6880CD65}"/>
              </a:ext>
            </a:extLst>
          </p:cNvPr>
          <p:cNvSpPr txBox="1"/>
          <p:nvPr userDrawn="1"/>
        </p:nvSpPr>
        <p:spPr>
          <a:xfrm>
            <a:off x="352612" y="372877"/>
            <a:ext cx="1264770" cy="215444"/>
          </a:xfrm>
          <a:prstGeom prst="rect">
            <a:avLst/>
          </a:prstGeom>
          <a:noFill/>
        </p:spPr>
        <p:txBody>
          <a:bodyPr wrap="none" lIns="0" tIns="0" rIns="0" bIns="0" rtlCol="0">
            <a:spAutoFit/>
          </a:bodyPr>
          <a:lstStyle/>
          <a:p>
            <a:r>
              <a:rPr lang="en-US" sz="1400" dirty="0">
                <a:latin typeface="IBM Plex Sans" panose="020B0503050203000203" pitchFamily="34" charset="0"/>
              </a:rPr>
              <a:t>Key capabilities</a:t>
            </a:r>
          </a:p>
        </p:txBody>
      </p:sp>
      <p:sp>
        <p:nvSpPr>
          <p:cNvPr id="30" name="Picture Placeholder 29">
            <a:extLst>
              <a:ext uri="{FF2B5EF4-FFF2-40B4-BE49-F238E27FC236}">
                <a16:creationId xmlns:a16="http://schemas.microsoft.com/office/drawing/2014/main" id="{0099EFCC-C38C-F39F-5FDF-925BE1C72898}"/>
              </a:ext>
            </a:extLst>
          </p:cNvPr>
          <p:cNvSpPr>
            <a:spLocks noGrp="1"/>
          </p:cNvSpPr>
          <p:nvPr>
            <p:ph type="pic" sz="quarter" idx="43"/>
          </p:nvPr>
        </p:nvSpPr>
        <p:spPr>
          <a:xfrm>
            <a:off x="352612" y="812234"/>
            <a:ext cx="2593787" cy="1754305"/>
          </a:xfrm>
          <a:prstGeom prst="rect">
            <a:avLst/>
          </a:prstGeom>
        </p:spPr>
        <p:txBody>
          <a:bodyPr/>
          <a:lstStyle/>
          <a:p>
            <a:endParaRPr lang="en-US"/>
          </a:p>
        </p:txBody>
      </p:sp>
      <p:sp>
        <p:nvSpPr>
          <p:cNvPr id="38" name="Picture Placeholder 29">
            <a:extLst>
              <a:ext uri="{FF2B5EF4-FFF2-40B4-BE49-F238E27FC236}">
                <a16:creationId xmlns:a16="http://schemas.microsoft.com/office/drawing/2014/main" id="{BBAFDD6C-D0D7-B0EA-0A8D-BD4C15218E73}"/>
              </a:ext>
            </a:extLst>
          </p:cNvPr>
          <p:cNvSpPr>
            <a:spLocks noGrp="1"/>
          </p:cNvSpPr>
          <p:nvPr>
            <p:ph type="pic" sz="quarter" idx="44"/>
          </p:nvPr>
        </p:nvSpPr>
        <p:spPr>
          <a:xfrm>
            <a:off x="352612" y="2884986"/>
            <a:ext cx="2593787" cy="1754305"/>
          </a:xfrm>
          <a:prstGeom prst="rect">
            <a:avLst/>
          </a:prstGeom>
        </p:spPr>
        <p:txBody>
          <a:bodyPr/>
          <a:lstStyle/>
          <a:p>
            <a:endParaRPr lang="en-US"/>
          </a:p>
        </p:txBody>
      </p:sp>
      <p:sp>
        <p:nvSpPr>
          <p:cNvPr id="39" name="Picture Placeholder 29">
            <a:extLst>
              <a:ext uri="{FF2B5EF4-FFF2-40B4-BE49-F238E27FC236}">
                <a16:creationId xmlns:a16="http://schemas.microsoft.com/office/drawing/2014/main" id="{FB5BEC41-1806-C166-F20E-6166CB823BEA}"/>
              </a:ext>
            </a:extLst>
          </p:cNvPr>
          <p:cNvSpPr>
            <a:spLocks noGrp="1"/>
          </p:cNvSpPr>
          <p:nvPr>
            <p:ph type="pic" sz="quarter" idx="45"/>
          </p:nvPr>
        </p:nvSpPr>
        <p:spPr>
          <a:xfrm>
            <a:off x="352612" y="4957738"/>
            <a:ext cx="2593787" cy="1754305"/>
          </a:xfrm>
          <a:prstGeom prst="rect">
            <a:avLst/>
          </a:prstGeom>
        </p:spPr>
        <p:txBody>
          <a:bodyPr/>
          <a:lstStyle/>
          <a:p>
            <a:endParaRPr lang="en-US"/>
          </a:p>
        </p:txBody>
      </p:sp>
      <p:sp>
        <p:nvSpPr>
          <p:cNvPr id="40" name="Picture Placeholder 29">
            <a:extLst>
              <a:ext uri="{FF2B5EF4-FFF2-40B4-BE49-F238E27FC236}">
                <a16:creationId xmlns:a16="http://schemas.microsoft.com/office/drawing/2014/main" id="{D99A82B8-58E2-9EE4-B27A-4796EC33ED9C}"/>
              </a:ext>
            </a:extLst>
          </p:cNvPr>
          <p:cNvSpPr>
            <a:spLocks noGrp="1"/>
          </p:cNvSpPr>
          <p:nvPr>
            <p:ph type="pic" sz="quarter" idx="46"/>
          </p:nvPr>
        </p:nvSpPr>
        <p:spPr>
          <a:xfrm>
            <a:off x="352612" y="7030490"/>
            <a:ext cx="2593787" cy="1754305"/>
          </a:xfrm>
          <a:prstGeom prst="rect">
            <a:avLst/>
          </a:prstGeom>
        </p:spPr>
        <p:txBody>
          <a:bodyPr/>
          <a:lstStyle/>
          <a:p>
            <a:endParaRPr lang="en-US"/>
          </a:p>
        </p:txBody>
      </p:sp>
    </p:spTree>
    <p:extLst>
      <p:ext uri="{BB962C8B-B14F-4D97-AF65-F5344CB8AC3E}">
        <p14:creationId xmlns:p14="http://schemas.microsoft.com/office/powerpoint/2010/main" val="4030677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pabilities - 4 capabilities with screenshots, 50/50 column width">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D723210-D686-584C-F77C-707FFA173CC1}"/>
              </a:ext>
            </a:extLst>
          </p:cNvPr>
          <p:cNvSpPr>
            <a:spLocks noGrp="1"/>
          </p:cNvSpPr>
          <p:nvPr>
            <p:ph type="body" sz="quarter" idx="11" hasCustomPrompt="1"/>
          </p:nvPr>
        </p:nvSpPr>
        <p:spPr>
          <a:xfrm>
            <a:off x="352613" y="954913"/>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1</a:t>
            </a:r>
          </a:p>
        </p:txBody>
      </p:sp>
      <p:sp>
        <p:nvSpPr>
          <p:cNvPr id="7" name="Text Placeholder 5">
            <a:extLst>
              <a:ext uri="{FF2B5EF4-FFF2-40B4-BE49-F238E27FC236}">
                <a16:creationId xmlns:a16="http://schemas.microsoft.com/office/drawing/2014/main" id="{BE95293A-8EA2-1A15-EC3B-D75DF2D10D88}"/>
              </a:ext>
            </a:extLst>
          </p:cNvPr>
          <p:cNvSpPr>
            <a:spLocks noGrp="1"/>
          </p:cNvSpPr>
          <p:nvPr>
            <p:ph type="body" sz="quarter" idx="12" hasCustomPrompt="1"/>
          </p:nvPr>
        </p:nvSpPr>
        <p:spPr>
          <a:xfrm>
            <a:off x="352613" y="1253737"/>
            <a:ext cx="3281082"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8" name="Text Placeholder 5">
            <a:extLst>
              <a:ext uri="{FF2B5EF4-FFF2-40B4-BE49-F238E27FC236}">
                <a16:creationId xmlns:a16="http://schemas.microsoft.com/office/drawing/2014/main" id="{5ECA4C2A-5AFE-6A9E-D1F9-EB50252078C2}"/>
              </a:ext>
            </a:extLst>
          </p:cNvPr>
          <p:cNvSpPr>
            <a:spLocks noGrp="1"/>
          </p:cNvSpPr>
          <p:nvPr>
            <p:ph type="body" sz="quarter" idx="13" hasCustomPrompt="1"/>
          </p:nvPr>
        </p:nvSpPr>
        <p:spPr>
          <a:xfrm>
            <a:off x="352613" y="3955851"/>
            <a:ext cx="3281082" cy="1079067"/>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7" name="Text Placeholder 24">
            <a:extLst>
              <a:ext uri="{FF2B5EF4-FFF2-40B4-BE49-F238E27FC236}">
                <a16:creationId xmlns:a16="http://schemas.microsoft.com/office/drawing/2014/main" id="{2C56CB10-4C41-663F-8076-EB31129B16FD}"/>
              </a:ext>
            </a:extLst>
          </p:cNvPr>
          <p:cNvSpPr>
            <a:spLocks noGrp="1"/>
          </p:cNvSpPr>
          <p:nvPr>
            <p:ph type="body" sz="quarter" idx="33"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
        <p:nvSpPr>
          <p:cNvPr id="28" name="TextBox 27">
            <a:extLst>
              <a:ext uri="{FF2B5EF4-FFF2-40B4-BE49-F238E27FC236}">
                <a16:creationId xmlns:a16="http://schemas.microsoft.com/office/drawing/2014/main" id="{EED5685B-D03A-A227-FEF6-C06A6880CD65}"/>
              </a:ext>
            </a:extLst>
          </p:cNvPr>
          <p:cNvSpPr txBox="1"/>
          <p:nvPr userDrawn="1"/>
        </p:nvSpPr>
        <p:spPr>
          <a:xfrm>
            <a:off x="352612" y="372877"/>
            <a:ext cx="1264770" cy="215444"/>
          </a:xfrm>
          <a:prstGeom prst="rect">
            <a:avLst/>
          </a:prstGeom>
          <a:noFill/>
        </p:spPr>
        <p:txBody>
          <a:bodyPr wrap="none" lIns="0" tIns="0" rIns="0" bIns="0" rtlCol="0">
            <a:spAutoFit/>
          </a:bodyPr>
          <a:lstStyle/>
          <a:p>
            <a:r>
              <a:rPr lang="en-US" sz="1400" dirty="0">
                <a:latin typeface="IBM Plex Sans" panose="020B0503050203000203" pitchFamily="34" charset="0"/>
              </a:rPr>
              <a:t>Key capabilities</a:t>
            </a:r>
          </a:p>
        </p:txBody>
      </p:sp>
      <p:sp>
        <p:nvSpPr>
          <p:cNvPr id="30" name="Picture Placeholder 29">
            <a:extLst>
              <a:ext uri="{FF2B5EF4-FFF2-40B4-BE49-F238E27FC236}">
                <a16:creationId xmlns:a16="http://schemas.microsoft.com/office/drawing/2014/main" id="{0099EFCC-C38C-F39F-5FDF-925BE1C72898}"/>
              </a:ext>
            </a:extLst>
          </p:cNvPr>
          <p:cNvSpPr>
            <a:spLocks noGrp="1"/>
          </p:cNvSpPr>
          <p:nvPr>
            <p:ph type="pic" sz="quarter" idx="43"/>
          </p:nvPr>
        </p:nvSpPr>
        <p:spPr>
          <a:xfrm>
            <a:off x="352612" y="1678816"/>
            <a:ext cx="3281082" cy="2104290"/>
          </a:xfrm>
          <a:prstGeom prst="rect">
            <a:avLst/>
          </a:prstGeom>
        </p:spPr>
        <p:txBody>
          <a:bodyPr/>
          <a:lstStyle/>
          <a:p>
            <a:endParaRPr lang="en-US"/>
          </a:p>
        </p:txBody>
      </p:sp>
      <p:sp>
        <p:nvSpPr>
          <p:cNvPr id="4" name="Text Placeholder 5">
            <a:extLst>
              <a:ext uri="{FF2B5EF4-FFF2-40B4-BE49-F238E27FC236}">
                <a16:creationId xmlns:a16="http://schemas.microsoft.com/office/drawing/2014/main" id="{178F2ACB-2B0C-701F-374E-2D9B60AB7E1B}"/>
              </a:ext>
            </a:extLst>
          </p:cNvPr>
          <p:cNvSpPr>
            <a:spLocks noGrp="1"/>
          </p:cNvSpPr>
          <p:nvPr>
            <p:ph type="body" sz="quarter" idx="44" hasCustomPrompt="1"/>
          </p:nvPr>
        </p:nvSpPr>
        <p:spPr>
          <a:xfrm>
            <a:off x="4138705" y="954913"/>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2</a:t>
            </a:r>
          </a:p>
        </p:txBody>
      </p:sp>
      <p:sp>
        <p:nvSpPr>
          <p:cNvPr id="9" name="Text Placeholder 5">
            <a:extLst>
              <a:ext uri="{FF2B5EF4-FFF2-40B4-BE49-F238E27FC236}">
                <a16:creationId xmlns:a16="http://schemas.microsoft.com/office/drawing/2014/main" id="{B887B4DD-0353-32A1-BF41-07D514386166}"/>
              </a:ext>
            </a:extLst>
          </p:cNvPr>
          <p:cNvSpPr>
            <a:spLocks noGrp="1"/>
          </p:cNvSpPr>
          <p:nvPr>
            <p:ph type="body" sz="quarter" idx="45" hasCustomPrompt="1"/>
          </p:nvPr>
        </p:nvSpPr>
        <p:spPr>
          <a:xfrm>
            <a:off x="4138705" y="1253737"/>
            <a:ext cx="3281082"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10" name="Text Placeholder 5">
            <a:extLst>
              <a:ext uri="{FF2B5EF4-FFF2-40B4-BE49-F238E27FC236}">
                <a16:creationId xmlns:a16="http://schemas.microsoft.com/office/drawing/2014/main" id="{38DC11FD-7492-EB75-C173-B1785AE15C4E}"/>
              </a:ext>
            </a:extLst>
          </p:cNvPr>
          <p:cNvSpPr>
            <a:spLocks noGrp="1"/>
          </p:cNvSpPr>
          <p:nvPr>
            <p:ph type="body" sz="quarter" idx="46" hasCustomPrompt="1"/>
          </p:nvPr>
        </p:nvSpPr>
        <p:spPr>
          <a:xfrm>
            <a:off x="4138705" y="3955851"/>
            <a:ext cx="3281082" cy="1079067"/>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11" name="Picture Placeholder 29">
            <a:extLst>
              <a:ext uri="{FF2B5EF4-FFF2-40B4-BE49-F238E27FC236}">
                <a16:creationId xmlns:a16="http://schemas.microsoft.com/office/drawing/2014/main" id="{C253FFFE-A6C5-8513-3621-134C7936EB81}"/>
              </a:ext>
            </a:extLst>
          </p:cNvPr>
          <p:cNvSpPr>
            <a:spLocks noGrp="1"/>
          </p:cNvSpPr>
          <p:nvPr>
            <p:ph type="pic" sz="quarter" idx="47"/>
          </p:nvPr>
        </p:nvSpPr>
        <p:spPr>
          <a:xfrm>
            <a:off x="4138704" y="1678816"/>
            <a:ext cx="3281082" cy="2104290"/>
          </a:xfrm>
          <a:prstGeom prst="rect">
            <a:avLst/>
          </a:prstGeom>
        </p:spPr>
        <p:txBody>
          <a:bodyPr/>
          <a:lstStyle/>
          <a:p>
            <a:endParaRPr lang="en-US"/>
          </a:p>
        </p:txBody>
      </p:sp>
      <p:sp>
        <p:nvSpPr>
          <p:cNvPr id="12" name="Text Placeholder 5">
            <a:extLst>
              <a:ext uri="{FF2B5EF4-FFF2-40B4-BE49-F238E27FC236}">
                <a16:creationId xmlns:a16="http://schemas.microsoft.com/office/drawing/2014/main" id="{C7FEA9F7-B352-95D1-B41D-29B541861EDA}"/>
              </a:ext>
            </a:extLst>
          </p:cNvPr>
          <p:cNvSpPr>
            <a:spLocks noGrp="1"/>
          </p:cNvSpPr>
          <p:nvPr>
            <p:ph type="body" sz="quarter" idx="48" hasCustomPrompt="1"/>
          </p:nvPr>
        </p:nvSpPr>
        <p:spPr>
          <a:xfrm>
            <a:off x="352613" y="5418153"/>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3</a:t>
            </a:r>
          </a:p>
        </p:txBody>
      </p:sp>
      <p:sp>
        <p:nvSpPr>
          <p:cNvPr id="13" name="Text Placeholder 5">
            <a:extLst>
              <a:ext uri="{FF2B5EF4-FFF2-40B4-BE49-F238E27FC236}">
                <a16:creationId xmlns:a16="http://schemas.microsoft.com/office/drawing/2014/main" id="{46CF989C-576D-5B00-5CE4-4C396D800EF7}"/>
              </a:ext>
            </a:extLst>
          </p:cNvPr>
          <p:cNvSpPr>
            <a:spLocks noGrp="1"/>
          </p:cNvSpPr>
          <p:nvPr>
            <p:ph type="body" sz="quarter" idx="49" hasCustomPrompt="1"/>
          </p:nvPr>
        </p:nvSpPr>
        <p:spPr>
          <a:xfrm>
            <a:off x="352613" y="5716977"/>
            <a:ext cx="3281082"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14" name="Text Placeholder 5">
            <a:extLst>
              <a:ext uri="{FF2B5EF4-FFF2-40B4-BE49-F238E27FC236}">
                <a16:creationId xmlns:a16="http://schemas.microsoft.com/office/drawing/2014/main" id="{602838B6-B971-44BD-25A9-113AC16332FC}"/>
              </a:ext>
            </a:extLst>
          </p:cNvPr>
          <p:cNvSpPr>
            <a:spLocks noGrp="1"/>
          </p:cNvSpPr>
          <p:nvPr>
            <p:ph type="body" sz="quarter" idx="50" hasCustomPrompt="1"/>
          </p:nvPr>
        </p:nvSpPr>
        <p:spPr>
          <a:xfrm>
            <a:off x="352613" y="8419091"/>
            <a:ext cx="3281082" cy="1079067"/>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15" name="Picture Placeholder 29">
            <a:extLst>
              <a:ext uri="{FF2B5EF4-FFF2-40B4-BE49-F238E27FC236}">
                <a16:creationId xmlns:a16="http://schemas.microsoft.com/office/drawing/2014/main" id="{5CDBE55A-8D59-5254-2994-3CA56CEA5CD9}"/>
              </a:ext>
            </a:extLst>
          </p:cNvPr>
          <p:cNvSpPr>
            <a:spLocks noGrp="1"/>
          </p:cNvSpPr>
          <p:nvPr>
            <p:ph type="pic" sz="quarter" idx="51"/>
          </p:nvPr>
        </p:nvSpPr>
        <p:spPr>
          <a:xfrm>
            <a:off x="352612" y="6142056"/>
            <a:ext cx="3281082" cy="2104290"/>
          </a:xfrm>
          <a:prstGeom prst="rect">
            <a:avLst/>
          </a:prstGeom>
        </p:spPr>
        <p:txBody>
          <a:bodyPr/>
          <a:lstStyle/>
          <a:p>
            <a:endParaRPr lang="en-US"/>
          </a:p>
        </p:txBody>
      </p:sp>
      <p:sp>
        <p:nvSpPr>
          <p:cNvPr id="16" name="Text Placeholder 5">
            <a:extLst>
              <a:ext uri="{FF2B5EF4-FFF2-40B4-BE49-F238E27FC236}">
                <a16:creationId xmlns:a16="http://schemas.microsoft.com/office/drawing/2014/main" id="{5955F9DF-FE91-1C9B-19FF-3018D1CE35E1}"/>
              </a:ext>
            </a:extLst>
          </p:cNvPr>
          <p:cNvSpPr>
            <a:spLocks noGrp="1"/>
          </p:cNvSpPr>
          <p:nvPr>
            <p:ph type="body" sz="quarter" idx="52" hasCustomPrompt="1"/>
          </p:nvPr>
        </p:nvSpPr>
        <p:spPr>
          <a:xfrm>
            <a:off x="4138704" y="5418153"/>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4</a:t>
            </a:r>
          </a:p>
        </p:txBody>
      </p:sp>
      <p:sp>
        <p:nvSpPr>
          <p:cNvPr id="17" name="Text Placeholder 5">
            <a:extLst>
              <a:ext uri="{FF2B5EF4-FFF2-40B4-BE49-F238E27FC236}">
                <a16:creationId xmlns:a16="http://schemas.microsoft.com/office/drawing/2014/main" id="{EC5398A6-E515-55AA-66DE-D60E2BB34C7B}"/>
              </a:ext>
            </a:extLst>
          </p:cNvPr>
          <p:cNvSpPr>
            <a:spLocks noGrp="1"/>
          </p:cNvSpPr>
          <p:nvPr>
            <p:ph type="body" sz="quarter" idx="53" hasCustomPrompt="1"/>
          </p:nvPr>
        </p:nvSpPr>
        <p:spPr>
          <a:xfrm>
            <a:off x="4138704" y="5716977"/>
            <a:ext cx="3281082"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18" name="Text Placeholder 5">
            <a:extLst>
              <a:ext uri="{FF2B5EF4-FFF2-40B4-BE49-F238E27FC236}">
                <a16:creationId xmlns:a16="http://schemas.microsoft.com/office/drawing/2014/main" id="{D0680920-399C-A5A0-C58B-33C931CD5174}"/>
              </a:ext>
            </a:extLst>
          </p:cNvPr>
          <p:cNvSpPr>
            <a:spLocks noGrp="1"/>
          </p:cNvSpPr>
          <p:nvPr>
            <p:ph type="body" sz="quarter" idx="54" hasCustomPrompt="1"/>
          </p:nvPr>
        </p:nvSpPr>
        <p:spPr>
          <a:xfrm>
            <a:off x="4138704" y="8419091"/>
            <a:ext cx="3281082" cy="1079067"/>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5" name="Picture Placeholder 29">
            <a:extLst>
              <a:ext uri="{FF2B5EF4-FFF2-40B4-BE49-F238E27FC236}">
                <a16:creationId xmlns:a16="http://schemas.microsoft.com/office/drawing/2014/main" id="{949EA392-31A5-0FF9-F25E-EDFDAB824838}"/>
              </a:ext>
            </a:extLst>
          </p:cNvPr>
          <p:cNvSpPr>
            <a:spLocks noGrp="1"/>
          </p:cNvSpPr>
          <p:nvPr>
            <p:ph type="pic" sz="quarter" idx="55"/>
          </p:nvPr>
        </p:nvSpPr>
        <p:spPr>
          <a:xfrm>
            <a:off x="4138703" y="6142056"/>
            <a:ext cx="3281082" cy="2104290"/>
          </a:xfrm>
          <a:prstGeom prst="rect">
            <a:avLst/>
          </a:prstGeom>
        </p:spPr>
        <p:txBody>
          <a:bodyPr/>
          <a:lstStyle/>
          <a:p>
            <a:endParaRPr lang="en-US"/>
          </a:p>
        </p:txBody>
      </p:sp>
    </p:spTree>
    <p:extLst>
      <p:ext uri="{BB962C8B-B14F-4D97-AF65-F5344CB8AC3E}">
        <p14:creationId xmlns:p14="http://schemas.microsoft.com/office/powerpoint/2010/main" val="1793178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abilities - 6 capabilities, 1 wide imag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D723210-D686-584C-F77C-707FFA173CC1}"/>
              </a:ext>
            </a:extLst>
          </p:cNvPr>
          <p:cNvSpPr>
            <a:spLocks noGrp="1"/>
          </p:cNvSpPr>
          <p:nvPr>
            <p:ph type="body" sz="quarter" idx="11" hasCustomPrompt="1"/>
          </p:nvPr>
        </p:nvSpPr>
        <p:spPr>
          <a:xfrm>
            <a:off x="352613" y="835386"/>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1</a:t>
            </a:r>
          </a:p>
        </p:txBody>
      </p:sp>
      <p:sp>
        <p:nvSpPr>
          <p:cNvPr id="8" name="Text Placeholder 5">
            <a:extLst>
              <a:ext uri="{FF2B5EF4-FFF2-40B4-BE49-F238E27FC236}">
                <a16:creationId xmlns:a16="http://schemas.microsoft.com/office/drawing/2014/main" id="{5ECA4C2A-5AFE-6A9E-D1F9-EB50252078C2}"/>
              </a:ext>
            </a:extLst>
          </p:cNvPr>
          <p:cNvSpPr>
            <a:spLocks noGrp="1"/>
          </p:cNvSpPr>
          <p:nvPr>
            <p:ph type="body" sz="quarter" idx="13" hasCustomPrompt="1"/>
          </p:nvPr>
        </p:nvSpPr>
        <p:spPr>
          <a:xfrm>
            <a:off x="352613" y="1236558"/>
            <a:ext cx="3281082" cy="1229928"/>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7" name="Text Placeholder 24">
            <a:extLst>
              <a:ext uri="{FF2B5EF4-FFF2-40B4-BE49-F238E27FC236}">
                <a16:creationId xmlns:a16="http://schemas.microsoft.com/office/drawing/2014/main" id="{2C56CB10-4C41-663F-8076-EB31129B16FD}"/>
              </a:ext>
            </a:extLst>
          </p:cNvPr>
          <p:cNvSpPr>
            <a:spLocks noGrp="1"/>
          </p:cNvSpPr>
          <p:nvPr>
            <p:ph type="body" sz="quarter" idx="33"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
        <p:nvSpPr>
          <p:cNvPr id="28" name="TextBox 27">
            <a:extLst>
              <a:ext uri="{FF2B5EF4-FFF2-40B4-BE49-F238E27FC236}">
                <a16:creationId xmlns:a16="http://schemas.microsoft.com/office/drawing/2014/main" id="{EED5685B-D03A-A227-FEF6-C06A6880CD65}"/>
              </a:ext>
            </a:extLst>
          </p:cNvPr>
          <p:cNvSpPr txBox="1"/>
          <p:nvPr userDrawn="1"/>
        </p:nvSpPr>
        <p:spPr>
          <a:xfrm>
            <a:off x="352612" y="372877"/>
            <a:ext cx="1264770" cy="215444"/>
          </a:xfrm>
          <a:prstGeom prst="rect">
            <a:avLst/>
          </a:prstGeom>
          <a:noFill/>
        </p:spPr>
        <p:txBody>
          <a:bodyPr wrap="none" lIns="0" tIns="0" rIns="0" bIns="0" rtlCol="0">
            <a:spAutoFit/>
          </a:bodyPr>
          <a:lstStyle/>
          <a:p>
            <a:r>
              <a:rPr lang="en-US" sz="1400" dirty="0">
                <a:latin typeface="IBM Plex Sans" panose="020B0503050203000203" pitchFamily="34" charset="0"/>
              </a:rPr>
              <a:t>Key capabilities</a:t>
            </a:r>
          </a:p>
        </p:txBody>
      </p:sp>
      <p:sp>
        <p:nvSpPr>
          <p:cNvPr id="4" name="Text Placeholder 5">
            <a:extLst>
              <a:ext uri="{FF2B5EF4-FFF2-40B4-BE49-F238E27FC236}">
                <a16:creationId xmlns:a16="http://schemas.microsoft.com/office/drawing/2014/main" id="{178F2ACB-2B0C-701F-374E-2D9B60AB7E1B}"/>
              </a:ext>
            </a:extLst>
          </p:cNvPr>
          <p:cNvSpPr>
            <a:spLocks noGrp="1"/>
          </p:cNvSpPr>
          <p:nvPr>
            <p:ph type="body" sz="quarter" idx="44" hasCustomPrompt="1"/>
          </p:nvPr>
        </p:nvSpPr>
        <p:spPr>
          <a:xfrm>
            <a:off x="4138705" y="835386"/>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2</a:t>
            </a:r>
          </a:p>
        </p:txBody>
      </p:sp>
      <p:sp>
        <p:nvSpPr>
          <p:cNvPr id="10" name="Text Placeholder 5">
            <a:extLst>
              <a:ext uri="{FF2B5EF4-FFF2-40B4-BE49-F238E27FC236}">
                <a16:creationId xmlns:a16="http://schemas.microsoft.com/office/drawing/2014/main" id="{38DC11FD-7492-EB75-C173-B1785AE15C4E}"/>
              </a:ext>
            </a:extLst>
          </p:cNvPr>
          <p:cNvSpPr>
            <a:spLocks noGrp="1"/>
          </p:cNvSpPr>
          <p:nvPr>
            <p:ph type="body" sz="quarter" idx="46" hasCustomPrompt="1"/>
          </p:nvPr>
        </p:nvSpPr>
        <p:spPr>
          <a:xfrm>
            <a:off x="4138705" y="1236558"/>
            <a:ext cx="3281082" cy="1229928"/>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12" name="Text Placeholder 5">
            <a:extLst>
              <a:ext uri="{FF2B5EF4-FFF2-40B4-BE49-F238E27FC236}">
                <a16:creationId xmlns:a16="http://schemas.microsoft.com/office/drawing/2014/main" id="{C7FEA9F7-B352-95D1-B41D-29B541861EDA}"/>
              </a:ext>
            </a:extLst>
          </p:cNvPr>
          <p:cNvSpPr>
            <a:spLocks noGrp="1"/>
          </p:cNvSpPr>
          <p:nvPr>
            <p:ph type="body" sz="quarter" idx="48" hasCustomPrompt="1"/>
          </p:nvPr>
        </p:nvSpPr>
        <p:spPr>
          <a:xfrm>
            <a:off x="352613" y="2651048"/>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3</a:t>
            </a:r>
          </a:p>
        </p:txBody>
      </p:sp>
      <p:sp>
        <p:nvSpPr>
          <p:cNvPr id="14" name="Text Placeholder 5">
            <a:extLst>
              <a:ext uri="{FF2B5EF4-FFF2-40B4-BE49-F238E27FC236}">
                <a16:creationId xmlns:a16="http://schemas.microsoft.com/office/drawing/2014/main" id="{602838B6-B971-44BD-25A9-113AC16332FC}"/>
              </a:ext>
            </a:extLst>
          </p:cNvPr>
          <p:cNvSpPr>
            <a:spLocks noGrp="1"/>
          </p:cNvSpPr>
          <p:nvPr>
            <p:ph type="body" sz="quarter" idx="50" hasCustomPrompt="1"/>
          </p:nvPr>
        </p:nvSpPr>
        <p:spPr>
          <a:xfrm>
            <a:off x="352613" y="3046246"/>
            <a:ext cx="3281082" cy="1229928"/>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16" name="Text Placeholder 5">
            <a:extLst>
              <a:ext uri="{FF2B5EF4-FFF2-40B4-BE49-F238E27FC236}">
                <a16:creationId xmlns:a16="http://schemas.microsoft.com/office/drawing/2014/main" id="{5955F9DF-FE91-1C9B-19FF-3018D1CE35E1}"/>
              </a:ext>
            </a:extLst>
          </p:cNvPr>
          <p:cNvSpPr>
            <a:spLocks noGrp="1"/>
          </p:cNvSpPr>
          <p:nvPr>
            <p:ph type="body" sz="quarter" idx="52" hasCustomPrompt="1"/>
          </p:nvPr>
        </p:nvSpPr>
        <p:spPr>
          <a:xfrm>
            <a:off x="4138704" y="2651048"/>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4</a:t>
            </a:r>
          </a:p>
        </p:txBody>
      </p:sp>
      <p:sp>
        <p:nvSpPr>
          <p:cNvPr id="18" name="Text Placeholder 5">
            <a:extLst>
              <a:ext uri="{FF2B5EF4-FFF2-40B4-BE49-F238E27FC236}">
                <a16:creationId xmlns:a16="http://schemas.microsoft.com/office/drawing/2014/main" id="{D0680920-399C-A5A0-C58B-33C931CD5174}"/>
              </a:ext>
            </a:extLst>
          </p:cNvPr>
          <p:cNvSpPr>
            <a:spLocks noGrp="1"/>
          </p:cNvSpPr>
          <p:nvPr>
            <p:ph type="body" sz="quarter" idx="54" hasCustomPrompt="1"/>
          </p:nvPr>
        </p:nvSpPr>
        <p:spPr>
          <a:xfrm>
            <a:off x="4138704" y="3046246"/>
            <a:ext cx="3281082" cy="1229928"/>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 name="Text Placeholder 5">
            <a:extLst>
              <a:ext uri="{FF2B5EF4-FFF2-40B4-BE49-F238E27FC236}">
                <a16:creationId xmlns:a16="http://schemas.microsoft.com/office/drawing/2014/main" id="{5842A094-65A8-9794-ADA5-98012DE225F0}"/>
              </a:ext>
            </a:extLst>
          </p:cNvPr>
          <p:cNvSpPr>
            <a:spLocks noGrp="1"/>
          </p:cNvSpPr>
          <p:nvPr>
            <p:ph type="body" sz="quarter" idx="55" hasCustomPrompt="1"/>
          </p:nvPr>
        </p:nvSpPr>
        <p:spPr>
          <a:xfrm>
            <a:off x="352613" y="4506743"/>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5</a:t>
            </a:r>
          </a:p>
        </p:txBody>
      </p:sp>
      <p:sp>
        <p:nvSpPr>
          <p:cNvPr id="3" name="Text Placeholder 5">
            <a:extLst>
              <a:ext uri="{FF2B5EF4-FFF2-40B4-BE49-F238E27FC236}">
                <a16:creationId xmlns:a16="http://schemas.microsoft.com/office/drawing/2014/main" id="{3B8249AC-9B91-94D2-0D48-ECF8AFD04B43}"/>
              </a:ext>
            </a:extLst>
          </p:cNvPr>
          <p:cNvSpPr>
            <a:spLocks noGrp="1"/>
          </p:cNvSpPr>
          <p:nvPr>
            <p:ph type="body" sz="quarter" idx="56" hasCustomPrompt="1"/>
          </p:nvPr>
        </p:nvSpPr>
        <p:spPr>
          <a:xfrm>
            <a:off x="352613" y="4901941"/>
            <a:ext cx="3281082" cy="1229928"/>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5" name="Text Placeholder 5">
            <a:extLst>
              <a:ext uri="{FF2B5EF4-FFF2-40B4-BE49-F238E27FC236}">
                <a16:creationId xmlns:a16="http://schemas.microsoft.com/office/drawing/2014/main" id="{FE6BD057-F443-A573-937E-8FD2EC3C1149}"/>
              </a:ext>
            </a:extLst>
          </p:cNvPr>
          <p:cNvSpPr>
            <a:spLocks noGrp="1"/>
          </p:cNvSpPr>
          <p:nvPr>
            <p:ph type="body" sz="quarter" idx="57" hasCustomPrompt="1"/>
          </p:nvPr>
        </p:nvSpPr>
        <p:spPr>
          <a:xfrm>
            <a:off x="4138704" y="4506743"/>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6</a:t>
            </a:r>
          </a:p>
        </p:txBody>
      </p:sp>
      <p:sp>
        <p:nvSpPr>
          <p:cNvPr id="19" name="Text Placeholder 5">
            <a:extLst>
              <a:ext uri="{FF2B5EF4-FFF2-40B4-BE49-F238E27FC236}">
                <a16:creationId xmlns:a16="http://schemas.microsoft.com/office/drawing/2014/main" id="{E32AD5FC-0918-1590-81B5-3F79F89E9AC4}"/>
              </a:ext>
            </a:extLst>
          </p:cNvPr>
          <p:cNvSpPr>
            <a:spLocks noGrp="1"/>
          </p:cNvSpPr>
          <p:nvPr>
            <p:ph type="body" sz="quarter" idx="58" hasCustomPrompt="1"/>
          </p:nvPr>
        </p:nvSpPr>
        <p:spPr>
          <a:xfrm>
            <a:off x="4138704" y="4901941"/>
            <a:ext cx="3281082" cy="1229928"/>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1" name="Picture Placeholder 20">
            <a:extLst>
              <a:ext uri="{FF2B5EF4-FFF2-40B4-BE49-F238E27FC236}">
                <a16:creationId xmlns:a16="http://schemas.microsoft.com/office/drawing/2014/main" id="{8A1312B2-1AA9-54C6-30A6-E018EFDE094F}"/>
              </a:ext>
            </a:extLst>
          </p:cNvPr>
          <p:cNvSpPr>
            <a:spLocks noGrp="1"/>
          </p:cNvSpPr>
          <p:nvPr>
            <p:ph type="pic" sz="quarter" idx="59"/>
          </p:nvPr>
        </p:nvSpPr>
        <p:spPr>
          <a:xfrm>
            <a:off x="352425" y="6394077"/>
            <a:ext cx="7013575" cy="3057525"/>
          </a:xfrm>
          <a:prstGeom prst="rect">
            <a:avLst/>
          </a:prstGeom>
        </p:spPr>
        <p:txBody>
          <a:bodyPr/>
          <a:lstStyle/>
          <a:p>
            <a:endParaRPr lang="en-US"/>
          </a:p>
        </p:txBody>
      </p:sp>
    </p:spTree>
    <p:extLst>
      <p:ext uri="{BB962C8B-B14F-4D97-AF65-F5344CB8AC3E}">
        <p14:creationId xmlns:p14="http://schemas.microsoft.com/office/powerpoint/2010/main" val="570559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ack Page">
    <p:spTree>
      <p:nvGrpSpPr>
        <p:cNvPr id="1" name=""/>
        <p:cNvGrpSpPr/>
        <p:nvPr/>
      </p:nvGrpSpPr>
      <p:grpSpPr>
        <a:xfrm>
          <a:off x="0" y="0"/>
          <a:ext cx="0" cy="0"/>
          <a:chOff x="0" y="0"/>
          <a:chExt cx="0" cy="0"/>
        </a:xfrm>
      </p:grpSpPr>
      <p:sp>
        <p:nvSpPr>
          <p:cNvPr id="4" name="Graphic 4">
            <a:extLst>
              <a:ext uri="{FF2B5EF4-FFF2-40B4-BE49-F238E27FC236}">
                <a16:creationId xmlns:a16="http://schemas.microsoft.com/office/drawing/2014/main" id="{A2FA504E-7097-48D3-8C9D-F47AB320B18A}"/>
              </a:ext>
            </a:extLst>
          </p:cNvPr>
          <p:cNvSpPr>
            <a:spLocks/>
          </p:cNvSpPr>
          <p:nvPr userDrawn="1"/>
        </p:nvSpPr>
        <p:spPr>
          <a:xfrm>
            <a:off x="382682" y="9275020"/>
            <a:ext cx="742950" cy="276225"/>
          </a:xfrm>
          <a:custGeom>
            <a:avLst/>
            <a:gdLst/>
            <a:ahLst/>
            <a:cxnLst/>
            <a:rect l="l" t="t" r="r" b="b"/>
            <a:pathLst>
              <a:path w="742950" h="276225">
                <a:moveTo>
                  <a:pt x="134708" y="256209"/>
                </a:moveTo>
                <a:lnTo>
                  <a:pt x="0" y="256209"/>
                </a:lnTo>
                <a:lnTo>
                  <a:pt x="0" y="275386"/>
                </a:lnTo>
                <a:lnTo>
                  <a:pt x="134708" y="275386"/>
                </a:lnTo>
                <a:lnTo>
                  <a:pt x="134708" y="256209"/>
                </a:lnTo>
                <a:close/>
              </a:path>
              <a:path w="742950" h="276225">
                <a:moveTo>
                  <a:pt x="134708" y="219595"/>
                </a:moveTo>
                <a:lnTo>
                  <a:pt x="0" y="219595"/>
                </a:lnTo>
                <a:lnTo>
                  <a:pt x="0" y="238772"/>
                </a:lnTo>
                <a:lnTo>
                  <a:pt x="134708" y="238772"/>
                </a:lnTo>
                <a:lnTo>
                  <a:pt x="134708" y="219595"/>
                </a:lnTo>
                <a:close/>
              </a:path>
              <a:path w="742950" h="276225">
                <a:moveTo>
                  <a:pt x="96227" y="182994"/>
                </a:moveTo>
                <a:lnTo>
                  <a:pt x="38493" y="182994"/>
                </a:lnTo>
                <a:lnTo>
                  <a:pt x="38493" y="202171"/>
                </a:lnTo>
                <a:lnTo>
                  <a:pt x="96227" y="202171"/>
                </a:lnTo>
                <a:lnTo>
                  <a:pt x="96227" y="182994"/>
                </a:lnTo>
                <a:close/>
              </a:path>
              <a:path w="742950" h="276225">
                <a:moveTo>
                  <a:pt x="96227" y="146392"/>
                </a:moveTo>
                <a:lnTo>
                  <a:pt x="38493" y="146392"/>
                </a:lnTo>
                <a:lnTo>
                  <a:pt x="38493" y="165569"/>
                </a:lnTo>
                <a:lnTo>
                  <a:pt x="96227" y="165569"/>
                </a:lnTo>
                <a:lnTo>
                  <a:pt x="96227" y="146392"/>
                </a:lnTo>
                <a:close/>
              </a:path>
              <a:path w="742950" h="276225">
                <a:moveTo>
                  <a:pt x="96227" y="109791"/>
                </a:moveTo>
                <a:lnTo>
                  <a:pt x="38493" y="109791"/>
                </a:lnTo>
                <a:lnTo>
                  <a:pt x="38493" y="128968"/>
                </a:lnTo>
                <a:lnTo>
                  <a:pt x="96227" y="128968"/>
                </a:lnTo>
                <a:lnTo>
                  <a:pt x="96227" y="109791"/>
                </a:lnTo>
                <a:close/>
              </a:path>
              <a:path w="742950" h="276225">
                <a:moveTo>
                  <a:pt x="96227" y="73202"/>
                </a:moveTo>
                <a:lnTo>
                  <a:pt x="38493" y="73202"/>
                </a:lnTo>
                <a:lnTo>
                  <a:pt x="38493" y="92379"/>
                </a:lnTo>
                <a:lnTo>
                  <a:pt x="96227" y="92379"/>
                </a:lnTo>
                <a:lnTo>
                  <a:pt x="96227" y="73202"/>
                </a:lnTo>
                <a:close/>
              </a:path>
              <a:path w="742950" h="276225">
                <a:moveTo>
                  <a:pt x="134708" y="36601"/>
                </a:moveTo>
                <a:lnTo>
                  <a:pt x="0" y="36601"/>
                </a:lnTo>
                <a:lnTo>
                  <a:pt x="0" y="55778"/>
                </a:lnTo>
                <a:lnTo>
                  <a:pt x="134708" y="55778"/>
                </a:lnTo>
                <a:lnTo>
                  <a:pt x="134708" y="36601"/>
                </a:lnTo>
                <a:close/>
              </a:path>
              <a:path w="742950" h="276225">
                <a:moveTo>
                  <a:pt x="134708" y="0"/>
                </a:moveTo>
                <a:lnTo>
                  <a:pt x="0" y="0"/>
                </a:lnTo>
                <a:lnTo>
                  <a:pt x="0" y="19177"/>
                </a:lnTo>
                <a:lnTo>
                  <a:pt x="134708" y="19177"/>
                </a:lnTo>
                <a:lnTo>
                  <a:pt x="134708" y="0"/>
                </a:lnTo>
                <a:close/>
              </a:path>
              <a:path w="742950" h="276225">
                <a:moveTo>
                  <a:pt x="367042" y="219608"/>
                </a:moveTo>
                <a:lnTo>
                  <a:pt x="153962" y="219608"/>
                </a:lnTo>
                <a:lnTo>
                  <a:pt x="153962" y="238772"/>
                </a:lnTo>
                <a:lnTo>
                  <a:pt x="359295" y="238772"/>
                </a:lnTo>
                <a:lnTo>
                  <a:pt x="362737" y="232854"/>
                </a:lnTo>
                <a:lnTo>
                  <a:pt x="365366" y="226428"/>
                </a:lnTo>
                <a:lnTo>
                  <a:pt x="367042" y="219608"/>
                </a:lnTo>
                <a:close/>
              </a:path>
              <a:path w="742950" h="276225">
                <a:moveTo>
                  <a:pt x="343217" y="146405"/>
                </a:moveTo>
                <a:lnTo>
                  <a:pt x="192443" y="146405"/>
                </a:lnTo>
                <a:lnTo>
                  <a:pt x="192443" y="165569"/>
                </a:lnTo>
                <a:lnTo>
                  <a:pt x="359270" y="165569"/>
                </a:lnTo>
                <a:lnTo>
                  <a:pt x="355053" y="158305"/>
                </a:lnTo>
                <a:lnTo>
                  <a:pt x="349618" y="151815"/>
                </a:lnTo>
                <a:lnTo>
                  <a:pt x="343217" y="146405"/>
                </a:lnTo>
                <a:close/>
              </a:path>
              <a:path w="742950" h="276225">
                <a:moveTo>
                  <a:pt x="359270" y="109804"/>
                </a:moveTo>
                <a:lnTo>
                  <a:pt x="192443" y="109804"/>
                </a:lnTo>
                <a:lnTo>
                  <a:pt x="192443" y="128968"/>
                </a:lnTo>
                <a:lnTo>
                  <a:pt x="343217" y="128968"/>
                </a:lnTo>
                <a:lnTo>
                  <a:pt x="349618" y="123558"/>
                </a:lnTo>
                <a:lnTo>
                  <a:pt x="355053" y="117081"/>
                </a:lnTo>
                <a:lnTo>
                  <a:pt x="359270" y="109804"/>
                </a:lnTo>
                <a:close/>
              </a:path>
              <a:path w="742950" h="276225">
                <a:moveTo>
                  <a:pt x="359295" y="36601"/>
                </a:moveTo>
                <a:lnTo>
                  <a:pt x="153962" y="36601"/>
                </a:lnTo>
                <a:lnTo>
                  <a:pt x="153962" y="55778"/>
                </a:lnTo>
                <a:lnTo>
                  <a:pt x="367042" y="55778"/>
                </a:lnTo>
                <a:lnTo>
                  <a:pt x="365366" y="48958"/>
                </a:lnTo>
                <a:lnTo>
                  <a:pt x="362737" y="42519"/>
                </a:lnTo>
                <a:lnTo>
                  <a:pt x="359295" y="36601"/>
                </a:lnTo>
                <a:close/>
              </a:path>
              <a:path w="742950" h="276225">
                <a:moveTo>
                  <a:pt x="295668" y="0"/>
                </a:moveTo>
                <a:lnTo>
                  <a:pt x="153962" y="0"/>
                </a:lnTo>
                <a:lnTo>
                  <a:pt x="153962" y="19177"/>
                </a:lnTo>
                <a:lnTo>
                  <a:pt x="345236" y="19177"/>
                </a:lnTo>
                <a:lnTo>
                  <a:pt x="334666" y="11154"/>
                </a:lnTo>
                <a:lnTo>
                  <a:pt x="322719" y="5121"/>
                </a:lnTo>
                <a:lnTo>
                  <a:pt x="309639" y="1321"/>
                </a:lnTo>
                <a:lnTo>
                  <a:pt x="295668" y="0"/>
                </a:lnTo>
                <a:close/>
              </a:path>
              <a:path w="742950" h="276225">
                <a:moveTo>
                  <a:pt x="250177" y="73202"/>
                </a:moveTo>
                <a:lnTo>
                  <a:pt x="192443" y="73202"/>
                </a:lnTo>
                <a:lnTo>
                  <a:pt x="192443" y="92379"/>
                </a:lnTo>
                <a:lnTo>
                  <a:pt x="250177" y="92379"/>
                </a:lnTo>
                <a:lnTo>
                  <a:pt x="250177" y="73202"/>
                </a:lnTo>
                <a:close/>
              </a:path>
              <a:path w="742950" h="276225">
                <a:moveTo>
                  <a:pt x="369150" y="73202"/>
                </a:moveTo>
                <a:lnTo>
                  <a:pt x="304419" y="73202"/>
                </a:lnTo>
                <a:lnTo>
                  <a:pt x="304419" y="92379"/>
                </a:lnTo>
                <a:lnTo>
                  <a:pt x="366572" y="92379"/>
                </a:lnTo>
                <a:lnTo>
                  <a:pt x="368236" y="86258"/>
                </a:lnTo>
                <a:lnTo>
                  <a:pt x="369150" y="79844"/>
                </a:lnTo>
                <a:lnTo>
                  <a:pt x="369150" y="73202"/>
                </a:lnTo>
                <a:close/>
              </a:path>
              <a:path w="742950" h="276225">
                <a:moveTo>
                  <a:pt x="250177" y="182994"/>
                </a:moveTo>
                <a:lnTo>
                  <a:pt x="192443" y="182994"/>
                </a:lnTo>
                <a:lnTo>
                  <a:pt x="192443" y="202171"/>
                </a:lnTo>
                <a:lnTo>
                  <a:pt x="250177" y="202171"/>
                </a:lnTo>
                <a:lnTo>
                  <a:pt x="250177" y="182994"/>
                </a:lnTo>
                <a:close/>
              </a:path>
              <a:path w="742950" h="276225">
                <a:moveTo>
                  <a:pt x="366572" y="183007"/>
                </a:moveTo>
                <a:lnTo>
                  <a:pt x="304419" y="183007"/>
                </a:lnTo>
                <a:lnTo>
                  <a:pt x="304419" y="202171"/>
                </a:lnTo>
                <a:lnTo>
                  <a:pt x="369150" y="202171"/>
                </a:lnTo>
                <a:lnTo>
                  <a:pt x="369150" y="195541"/>
                </a:lnTo>
                <a:lnTo>
                  <a:pt x="368236" y="189115"/>
                </a:lnTo>
                <a:lnTo>
                  <a:pt x="366572" y="183007"/>
                </a:lnTo>
                <a:close/>
              </a:path>
              <a:path w="742950" h="276225">
                <a:moveTo>
                  <a:pt x="345236" y="256209"/>
                </a:moveTo>
                <a:lnTo>
                  <a:pt x="153962" y="256209"/>
                </a:lnTo>
                <a:lnTo>
                  <a:pt x="153962" y="275374"/>
                </a:lnTo>
                <a:lnTo>
                  <a:pt x="295668" y="275374"/>
                </a:lnTo>
                <a:lnTo>
                  <a:pt x="309698" y="274053"/>
                </a:lnTo>
                <a:lnTo>
                  <a:pt x="322772" y="270254"/>
                </a:lnTo>
                <a:lnTo>
                  <a:pt x="334686" y="264224"/>
                </a:lnTo>
                <a:lnTo>
                  <a:pt x="345236" y="256209"/>
                </a:lnTo>
                <a:close/>
              </a:path>
              <a:path w="742950" h="276225">
                <a:moveTo>
                  <a:pt x="545541" y="256209"/>
                </a:moveTo>
                <a:lnTo>
                  <a:pt x="532168" y="256209"/>
                </a:lnTo>
                <a:lnTo>
                  <a:pt x="538822" y="275374"/>
                </a:lnTo>
                <a:lnTo>
                  <a:pt x="545541" y="256209"/>
                </a:lnTo>
                <a:close/>
              </a:path>
              <a:path w="742950" h="276225">
                <a:moveTo>
                  <a:pt x="558444" y="219608"/>
                </a:moveTo>
                <a:lnTo>
                  <a:pt x="519264" y="219608"/>
                </a:lnTo>
                <a:lnTo>
                  <a:pt x="526021" y="238772"/>
                </a:lnTo>
                <a:lnTo>
                  <a:pt x="551688" y="238772"/>
                </a:lnTo>
                <a:lnTo>
                  <a:pt x="558444" y="219608"/>
                </a:lnTo>
                <a:close/>
              </a:path>
              <a:path w="742950" h="276225">
                <a:moveTo>
                  <a:pt x="571347" y="183007"/>
                </a:moveTo>
                <a:lnTo>
                  <a:pt x="506374" y="183007"/>
                </a:lnTo>
                <a:lnTo>
                  <a:pt x="513130" y="202171"/>
                </a:lnTo>
                <a:lnTo>
                  <a:pt x="564591" y="202171"/>
                </a:lnTo>
                <a:lnTo>
                  <a:pt x="571347" y="183007"/>
                </a:lnTo>
                <a:close/>
              </a:path>
              <a:path w="742950" h="276225">
                <a:moveTo>
                  <a:pt x="584238" y="146405"/>
                </a:moveTo>
                <a:lnTo>
                  <a:pt x="493471" y="146405"/>
                </a:lnTo>
                <a:lnTo>
                  <a:pt x="500227" y="165569"/>
                </a:lnTo>
                <a:lnTo>
                  <a:pt x="577481" y="165569"/>
                </a:lnTo>
                <a:lnTo>
                  <a:pt x="584238" y="146405"/>
                </a:lnTo>
                <a:close/>
              </a:path>
              <a:path w="742950" h="276225">
                <a:moveTo>
                  <a:pt x="520674" y="73202"/>
                </a:moveTo>
                <a:lnTo>
                  <a:pt x="423392" y="73202"/>
                </a:lnTo>
                <a:lnTo>
                  <a:pt x="423392" y="92379"/>
                </a:lnTo>
                <a:lnTo>
                  <a:pt x="527367" y="92379"/>
                </a:lnTo>
                <a:lnTo>
                  <a:pt x="520674" y="73202"/>
                </a:lnTo>
                <a:close/>
              </a:path>
              <a:path w="742950" h="276225">
                <a:moveTo>
                  <a:pt x="692823" y="36601"/>
                </a:moveTo>
                <a:lnTo>
                  <a:pt x="569823" y="36601"/>
                </a:lnTo>
                <a:lnTo>
                  <a:pt x="563130" y="55778"/>
                </a:lnTo>
                <a:lnTo>
                  <a:pt x="692823" y="55778"/>
                </a:lnTo>
                <a:lnTo>
                  <a:pt x="692823" y="36601"/>
                </a:lnTo>
                <a:close/>
              </a:path>
              <a:path w="742950" h="276225">
                <a:moveTo>
                  <a:pt x="692823" y="0"/>
                </a:moveTo>
                <a:lnTo>
                  <a:pt x="582599" y="0"/>
                </a:lnTo>
                <a:lnTo>
                  <a:pt x="575906" y="19177"/>
                </a:lnTo>
                <a:lnTo>
                  <a:pt x="692823" y="19177"/>
                </a:lnTo>
                <a:lnTo>
                  <a:pt x="692823" y="0"/>
                </a:lnTo>
                <a:close/>
              </a:path>
              <a:path w="742950" h="276225">
                <a:moveTo>
                  <a:pt x="481126" y="256197"/>
                </a:moveTo>
                <a:lnTo>
                  <a:pt x="384898" y="256197"/>
                </a:lnTo>
                <a:lnTo>
                  <a:pt x="384898" y="275374"/>
                </a:lnTo>
                <a:lnTo>
                  <a:pt x="481126" y="275374"/>
                </a:lnTo>
                <a:lnTo>
                  <a:pt x="481126" y="256197"/>
                </a:lnTo>
                <a:close/>
              </a:path>
              <a:path w="742950" h="276225">
                <a:moveTo>
                  <a:pt x="481126" y="219595"/>
                </a:moveTo>
                <a:lnTo>
                  <a:pt x="384898" y="219595"/>
                </a:lnTo>
                <a:lnTo>
                  <a:pt x="384898" y="238772"/>
                </a:lnTo>
                <a:lnTo>
                  <a:pt x="481126" y="238772"/>
                </a:lnTo>
                <a:lnTo>
                  <a:pt x="481126" y="219595"/>
                </a:lnTo>
                <a:close/>
              </a:path>
              <a:path w="742950" h="276225">
                <a:moveTo>
                  <a:pt x="481126" y="182994"/>
                </a:moveTo>
                <a:lnTo>
                  <a:pt x="423392" y="182994"/>
                </a:lnTo>
                <a:lnTo>
                  <a:pt x="423392" y="202171"/>
                </a:lnTo>
                <a:lnTo>
                  <a:pt x="481126" y="202171"/>
                </a:lnTo>
                <a:lnTo>
                  <a:pt x="481126" y="182994"/>
                </a:lnTo>
                <a:close/>
              </a:path>
              <a:path w="742950" h="276225">
                <a:moveTo>
                  <a:pt x="481126" y="146392"/>
                </a:moveTo>
                <a:lnTo>
                  <a:pt x="423392" y="146392"/>
                </a:lnTo>
                <a:lnTo>
                  <a:pt x="423392" y="165569"/>
                </a:lnTo>
                <a:lnTo>
                  <a:pt x="481126" y="165569"/>
                </a:lnTo>
                <a:lnTo>
                  <a:pt x="481126" y="146392"/>
                </a:lnTo>
                <a:close/>
              </a:path>
              <a:path w="742950" h="276225">
                <a:moveTo>
                  <a:pt x="654329" y="73202"/>
                </a:moveTo>
                <a:lnTo>
                  <a:pt x="557047" y="73202"/>
                </a:lnTo>
                <a:lnTo>
                  <a:pt x="550354" y="92379"/>
                </a:lnTo>
                <a:lnTo>
                  <a:pt x="654329" y="92379"/>
                </a:lnTo>
                <a:lnTo>
                  <a:pt x="654329" y="73202"/>
                </a:lnTo>
                <a:close/>
              </a:path>
              <a:path w="742950" h="276225">
                <a:moveTo>
                  <a:pt x="533450" y="109804"/>
                </a:moveTo>
                <a:lnTo>
                  <a:pt x="423392" y="109804"/>
                </a:lnTo>
                <a:lnTo>
                  <a:pt x="423392" y="128968"/>
                </a:lnTo>
                <a:lnTo>
                  <a:pt x="481126" y="128968"/>
                </a:lnTo>
                <a:lnTo>
                  <a:pt x="481126" y="111353"/>
                </a:lnTo>
                <a:lnTo>
                  <a:pt x="533991" y="111353"/>
                </a:lnTo>
                <a:lnTo>
                  <a:pt x="533450" y="109804"/>
                </a:lnTo>
                <a:close/>
              </a:path>
              <a:path w="742950" h="276225">
                <a:moveTo>
                  <a:pt x="533991" y="111353"/>
                </a:moveTo>
                <a:lnTo>
                  <a:pt x="481126" y="111353"/>
                </a:lnTo>
                <a:lnTo>
                  <a:pt x="487337" y="128968"/>
                </a:lnTo>
                <a:lnTo>
                  <a:pt x="590384" y="128968"/>
                </a:lnTo>
                <a:lnTo>
                  <a:pt x="591678" y="125298"/>
                </a:lnTo>
                <a:lnTo>
                  <a:pt x="538861" y="125298"/>
                </a:lnTo>
                <a:lnTo>
                  <a:pt x="533991" y="111353"/>
                </a:lnTo>
                <a:close/>
              </a:path>
              <a:path w="742950" h="276225">
                <a:moveTo>
                  <a:pt x="654329" y="111353"/>
                </a:moveTo>
                <a:lnTo>
                  <a:pt x="596595" y="111353"/>
                </a:lnTo>
                <a:lnTo>
                  <a:pt x="596595" y="128968"/>
                </a:lnTo>
                <a:lnTo>
                  <a:pt x="654329" y="128968"/>
                </a:lnTo>
                <a:lnTo>
                  <a:pt x="654329" y="111353"/>
                </a:lnTo>
                <a:close/>
              </a:path>
              <a:path w="742950" h="276225">
                <a:moveTo>
                  <a:pt x="654329" y="109804"/>
                </a:moveTo>
                <a:lnTo>
                  <a:pt x="544271" y="109804"/>
                </a:lnTo>
                <a:lnTo>
                  <a:pt x="538861" y="125298"/>
                </a:lnTo>
                <a:lnTo>
                  <a:pt x="591678" y="125298"/>
                </a:lnTo>
                <a:lnTo>
                  <a:pt x="596595" y="111353"/>
                </a:lnTo>
                <a:lnTo>
                  <a:pt x="654329" y="111353"/>
                </a:lnTo>
                <a:lnTo>
                  <a:pt x="654329" y="109804"/>
                </a:lnTo>
                <a:close/>
              </a:path>
              <a:path w="742950" h="276225">
                <a:moveTo>
                  <a:pt x="654329" y="146405"/>
                </a:moveTo>
                <a:lnTo>
                  <a:pt x="596595" y="146405"/>
                </a:lnTo>
                <a:lnTo>
                  <a:pt x="596595" y="165582"/>
                </a:lnTo>
                <a:lnTo>
                  <a:pt x="654329" y="165582"/>
                </a:lnTo>
                <a:lnTo>
                  <a:pt x="654329" y="146405"/>
                </a:lnTo>
                <a:close/>
              </a:path>
              <a:path w="742950" h="276225">
                <a:moveTo>
                  <a:pt x="654329" y="182994"/>
                </a:moveTo>
                <a:lnTo>
                  <a:pt x="596595" y="182994"/>
                </a:lnTo>
                <a:lnTo>
                  <a:pt x="596595" y="202171"/>
                </a:lnTo>
                <a:lnTo>
                  <a:pt x="654329" y="202171"/>
                </a:lnTo>
                <a:lnTo>
                  <a:pt x="654329" y="182994"/>
                </a:lnTo>
                <a:close/>
              </a:path>
              <a:path w="742950" h="276225">
                <a:moveTo>
                  <a:pt x="692823" y="219595"/>
                </a:moveTo>
                <a:lnTo>
                  <a:pt x="596595" y="219595"/>
                </a:lnTo>
                <a:lnTo>
                  <a:pt x="596595" y="238772"/>
                </a:lnTo>
                <a:lnTo>
                  <a:pt x="692823" y="238772"/>
                </a:lnTo>
                <a:lnTo>
                  <a:pt x="692823" y="219595"/>
                </a:lnTo>
                <a:close/>
              </a:path>
              <a:path w="742950" h="276225">
                <a:moveTo>
                  <a:pt x="692823" y="256197"/>
                </a:moveTo>
                <a:lnTo>
                  <a:pt x="596595" y="256197"/>
                </a:lnTo>
                <a:lnTo>
                  <a:pt x="596595" y="275374"/>
                </a:lnTo>
                <a:lnTo>
                  <a:pt x="692823" y="275374"/>
                </a:lnTo>
                <a:lnTo>
                  <a:pt x="692823" y="256197"/>
                </a:lnTo>
                <a:close/>
              </a:path>
              <a:path w="742950" h="276225">
                <a:moveTo>
                  <a:pt x="507898" y="36601"/>
                </a:moveTo>
                <a:lnTo>
                  <a:pt x="384898" y="36601"/>
                </a:lnTo>
                <a:lnTo>
                  <a:pt x="384898" y="55778"/>
                </a:lnTo>
                <a:lnTo>
                  <a:pt x="514591" y="55778"/>
                </a:lnTo>
                <a:lnTo>
                  <a:pt x="507898" y="36601"/>
                </a:lnTo>
                <a:close/>
              </a:path>
              <a:path w="742950" h="276225">
                <a:moveTo>
                  <a:pt x="495122" y="0"/>
                </a:moveTo>
                <a:lnTo>
                  <a:pt x="384898" y="0"/>
                </a:lnTo>
                <a:lnTo>
                  <a:pt x="384898" y="19177"/>
                </a:lnTo>
                <a:lnTo>
                  <a:pt x="501815" y="19177"/>
                </a:lnTo>
                <a:lnTo>
                  <a:pt x="495122" y="0"/>
                </a:lnTo>
                <a:close/>
              </a:path>
              <a:path w="742950" h="276225">
                <a:moveTo>
                  <a:pt x="736409" y="245999"/>
                </a:moveTo>
                <a:lnTo>
                  <a:pt x="720090" y="245999"/>
                </a:lnTo>
                <a:lnTo>
                  <a:pt x="713549" y="252514"/>
                </a:lnTo>
                <a:lnTo>
                  <a:pt x="713549" y="269646"/>
                </a:lnTo>
                <a:lnTo>
                  <a:pt x="720090" y="276161"/>
                </a:lnTo>
                <a:lnTo>
                  <a:pt x="736409" y="276161"/>
                </a:lnTo>
                <a:lnTo>
                  <a:pt x="739571" y="273011"/>
                </a:lnTo>
                <a:lnTo>
                  <a:pt x="721855" y="273011"/>
                </a:lnTo>
                <a:lnTo>
                  <a:pt x="717003" y="268185"/>
                </a:lnTo>
                <a:lnTo>
                  <a:pt x="717003" y="253974"/>
                </a:lnTo>
                <a:lnTo>
                  <a:pt x="721855" y="249148"/>
                </a:lnTo>
                <a:lnTo>
                  <a:pt x="739571" y="249148"/>
                </a:lnTo>
                <a:lnTo>
                  <a:pt x="736409" y="245999"/>
                </a:lnTo>
                <a:close/>
              </a:path>
              <a:path w="742950" h="276225">
                <a:moveTo>
                  <a:pt x="739571" y="249148"/>
                </a:moveTo>
                <a:lnTo>
                  <a:pt x="734644" y="249148"/>
                </a:lnTo>
                <a:lnTo>
                  <a:pt x="739495" y="253974"/>
                </a:lnTo>
                <a:lnTo>
                  <a:pt x="739495" y="268185"/>
                </a:lnTo>
                <a:lnTo>
                  <a:pt x="734644" y="273011"/>
                </a:lnTo>
                <a:lnTo>
                  <a:pt x="739571" y="273011"/>
                </a:lnTo>
                <a:lnTo>
                  <a:pt x="742950" y="269646"/>
                </a:lnTo>
                <a:lnTo>
                  <a:pt x="742950" y="252514"/>
                </a:lnTo>
                <a:lnTo>
                  <a:pt x="739571" y="249148"/>
                </a:lnTo>
                <a:close/>
              </a:path>
              <a:path w="742950" h="276225">
                <a:moveTo>
                  <a:pt x="732739" y="253542"/>
                </a:moveTo>
                <a:lnTo>
                  <a:pt x="722299" y="253542"/>
                </a:lnTo>
                <a:lnTo>
                  <a:pt x="722299" y="268833"/>
                </a:lnTo>
                <a:lnTo>
                  <a:pt x="726046" y="268833"/>
                </a:lnTo>
                <a:lnTo>
                  <a:pt x="726046" y="263563"/>
                </a:lnTo>
                <a:lnTo>
                  <a:pt x="732055" y="263563"/>
                </a:lnTo>
                <a:lnTo>
                  <a:pt x="731710" y="262978"/>
                </a:lnTo>
                <a:lnTo>
                  <a:pt x="733399" y="262318"/>
                </a:lnTo>
                <a:lnTo>
                  <a:pt x="734491" y="260781"/>
                </a:lnTo>
                <a:lnTo>
                  <a:pt x="726046" y="260781"/>
                </a:lnTo>
                <a:lnTo>
                  <a:pt x="726046" y="256463"/>
                </a:lnTo>
                <a:lnTo>
                  <a:pt x="734491" y="256463"/>
                </a:lnTo>
                <a:lnTo>
                  <a:pt x="734491" y="255587"/>
                </a:lnTo>
                <a:lnTo>
                  <a:pt x="732739" y="253542"/>
                </a:lnTo>
                <a:close/>
              </a:path>
              <a:path w="742950" h="276225">
                <a:moveTo>
                  <a:pt x="732055" y="263563"/>
                </a:moveTo>
                <a:lnTo>
                  <a:pt x="728179" y="263563"/>
                </a:lnTo>
                <a:lnTo>
                  <a:pt x="731037" y="268833"/>
                </a:lnTo>
                <a:lnTo>
                  <a:pt x="735164" y="268833"/>
                </a:lnTo>
                <a:lnTo>
                  <a:pt x="732055" y="263563"/>
                </a:lnTo>
                <a:close/>
              </a:path>
              <a:path w="742950" h="276225">
                <a:moveTo>
                  <a:pt x="734491" y="256463"/>
                </a:moveTo>
                <a:lnTo>
                  <a:pt x="730008" y="256463"/>
                </a:lnTo>
                <a:lnTo>
                  <a:pt x="730681" y="256984"/>
                </a:lnTo>
                <a:lnTo>
                  <a:pt x="730681" y="260273"/>
                </a:lnTo>
                <a:lnTo>
                  <a:pt x="730008" y="260781"/>
                </a:lnTo>
                <a:lnTo>
                  <a:pt x="734491" y="260781"/>
                </a:lnTo>
                <a:lnTo>
                  <a:pt x="734491" y="256463"/>
                </a:lnTo>
                <a:close/>
              </a:path>
            </a:pathLst>
          </a:custGeom>
          <a:solidFill>
            <a:srgbClr val="000000"/>
          </a:solidFill>
        </p:spPr>
        <p:txBody>
          <a:bodyPr wrap="square" lIns="0" tIns="0" rIns="0" bIns="0" rtlCol="0">
            <a:prstTxWarp prst="textNoShape">
              <a:avLst/>
            </a:prstTxWarp>
            <a:noAutofit/>
          </a:bodyPr>
          <a:lstStyle/>
          <a:p>
            <a:endParaRPr lang="en-US"/>
          </a:p>
        </p:txBody>
      </p:sp>
      <p:sp>
        <p:nvSpPr>
          <p:cNvPr id="15" name="Online Image Placeholder 14">
            <a:extLst>
              <a:ext uri="{FF2B5EF4-FFF2-40B4-BE49-F238E27FC236}">
                <a16:creationId xmlns:a16="http://schemas.microsoft.com/office/drawing/2014/main" id="{BCC9471E-A58F-7242-F8F3-9E9190037A84}"/>
              </a:ext>
            </a:extLst>
          </p:cNvPr>
          <p:cNvSpPr>
            <a:spLocks noGrp="1"/>
          </p:cNvSpPr>
          <p:nvPr>
            <p:ph type="clipArt" sz="quarter" idx="22"/>
          </p:nvPr>
        </p:nvSpPr>
        <p:spPr>
          <a:xfrm>
            <a:off x="382681" y="375677"/>
            <a:ext cx="2330291" cy="2140585"/>
          </a:xfrm>
          <a:prstGeom prst="rect">
            <a:avLst/>
          </a:prstGeom>
        </p:spPr>
        <p:txBody>
          <a:bodyPr/>
          <a:lstStyle/>
          <a:p>
            <a:endParaRPr lang="en-US"/>
          </a:p>
        </p:txBody>
      </p:sp>
      <p:sp>
        <p:nvSpPr>
          <p:cNvPr id="19" name="TextBox 18">
            <a:extLst>
              <a:ext uri="{FF2B5EF4-FFF2-40B4-BE49-F238E27FC236}">
                <a16:creationId xmlns:a16="http://schemas.microsoft.com/office/drawing/2014/main" id="{BDF2720D-4B02-B4E4-3BF0-57B693EE6A8F}"/>
              </a:ext>
            </a:extLst>
          </p:cNvPr>
          <p:cNvSpPr txBox="1"/>
          <p:nvPr userDrawn="1"/>
        </p:nvSpPr>
        <p:spPr>
          <a:xfrm>
            <a:off x="3045486" y="3574717"/>
            <a:ext cx="415178" cy="107722"/>
          </a:xfrm>
          <a:prstGeom prst="rect">
            <a:avLst/>
          </a:prstGeom>
          <a:noFill/>
        </p:spPr>
        <p:txBody>
          <a:bodyPr wrap="none" lIns="0" tIns="0" rIns="0" bIns="0" rtlCol="0">
            <a:spAutoFit/>
          </a:bodyPr>
          <a:lstStyle/>
          <a:p>
            <a:pPr>
              <a:lnSpc>
                <a:spcPct val="100000"/>
              </a:lnSpc>
            </a:pPr>
            <a:r>
              <a:rPr lang="en-US" sz="700" b="1" dirty="0">
                <a:latin typeface="IBM Plex Sans" panose="020B0503050203000203" pitchFamily="34" charset="0"/>
              </a:rPr>
              <a:t>End notes</a:t>
            </a:r>
          </a:p>
        </p:txBody>
      </p:sp>
      <p:sp>
        <p:nvSpPr>
          <p:cNvPr id="21" name="Text Placeholder 20">
            <a:extLst>
              <a:ext uri="{FF2B5EF4-FFF2-40B4-BE49-F238E27FC236}">
                <a16:creationId xmlns:a16="http://schemas.microsoft.com/office/drawing/2014/main" id="{4563132C-8C69-3EF8-F27F-D0593DF7FE7C}"/>
              </a:ext>
            </a:extLst>
          </p:cNvPr>
          <p:cNvSpPr>
            <a:spLocks noGrp="1"/>
          </p:cNvSpPr>
          <p:nvPr>
            <p:ph type="body" sz="quarter" idx="26" hasCustomPrompt="1"/>
          </p:nvPr>
        </p:nvSpPr>
        <p:spPr>
          <a:xfrm>
            <a:off x="3045486" y="605123"/>
            <a:ext cx="4439753" cy="1474048"/>
          </a:xfrm>
          <a:prstGeom prst="rect">
            <a:avLst/>
          </a:prstGeom>
        </p:spPr>
        <p:txBody>
          <a:bodyPr lIns="0" tIns="0" rIns="0" bIns="0"/>
          <a:lstStyle>
            <a:lvl1pPr marL="0" indent="0">
              <a:lnSpc>
                <a:spcPct val="100000"/>
              </a:lnSpc>
              <a:buNone/>
              <a:defRPr sz="900">
                <a:latin typeface="IBM Plex Sans" panose="020B0503050203000203" pitchFamily="34" charset="0"/>
              </a:defRPr>
            </a:lvl1pPr>
          </a:lstStyle>
          <a:p>
            <a:pPr lvl="0"/>
            <a:r>
              <a:rPr lang="en-US" dirty="0"/>
              <a:t>Why IBM paragraph</a:t>
            </a:r>
          </a:p>
        </p:txBody>
      </p:sp>
      <p:sp>
        <p:nvSpPr>
          <p:cNvPr id="22" name="Text Placeholder 20">
            <a:extLst>
              <a:ext uri="{FF2B5EF4-FFF2-40B4-BE49-F238E27FC236}">
                <a16:creationId xmlns:a16="http://schemas.microsoft.com/office/drawing/2014/main" id="{796E6BAA-64D8-09F3-1546-032A56787FE7}"/>
              </a:ext>
            </a:extLst>
          </p:cNvPr>
          <p:cNvSpPr>
            <a:spLocks noGrp="1"/>
          </p:cNvSpPr>
          <p:nvPr>
            <p:ph type="body" sz="quarter" idx="27" hasCustomPrompt="1"/>
          </p:nvPr>
        </p:nvSpPr>
        <p:spPr>
          <a:xfrm>
            <a:off x="3045483" y="2280775"/>
            <a:ext cx="4439753" cy="295755"/>
          </a:xfrm>
          <a:prstGeom prst="rect">
            <a:avLst/>
          </a:prstGeom>
        </p:spPr>
        <p:txBody>
          <a:bodyPr lIns="0" tIns="0" rIns="0" bIns="0"/>
          <a:lstStyle>
            <a:lvl1pPr marL="0" indent="0">
              <a:lnSpc>
                <a:spcPct val="100000"/>
              </a:lnSpc>
              <a:buNone/>
              <a:defRPr sz="900">
                <a:latin typeface="IBM Plex Sans" panose="020B0503050203000203" pitchFamily="34" charset="0"/>
              </a:defRPr>
            </a:lvl1pPr>
          </a:lstStyle>
          <a:p>
            <a:pPr lvl="0"/>
            <a:r>
              <a:rPr lang="en-US" dirty="0"/>
              <a:t>Call to action</a:t>
            </a:r>
          </a:p>
        </p:txBody>
      </p:sp>
      <p:sp>
        <p:nvSpPr>
          <p:cNvPr id="25" name="Text Placeholder 24">
            <a:extLst>
              <a:ext uri="{FF2B5EF4-FFF2-40B4-BE49-F238E27FC236}">
                <a16:creationId xmlns:a16="http://schemas.microsoft.com/office/drawing/2014/main" id="{F8AD09F0-D906-F53F-AE7C-4D2B8F8CB6A0}"/>
              </a:ext>
            </a:extLst>
          </p:cNvPr>
          <p:cNvSpPr>
            <a:spLocks noGrp="1"/>
          </p:cNvSpPr>
          <p:nvPr>
            <p:ph type="body" sz="quarter" idx="29" hasCustomPrompt="1"/>
          </p:nvPr>
        </p:nvSpPr>
        <p:spPr>
          <a:xfrm>
            <a:off x="3045485" y="3779791"/>
            <a:ext cx="4439751" cy="123111"/>
          </a:xfrm>
          <a:prstGeom prst="rect">
            <a:avLst/>
          </a:prstGeom>
        </p:spPr>
        <p:txBody>
          <a:bodyPr wrap="square" lIns="0" tIns="0" rIns="0" bIns="0">
            <a:spAutoFit/>
          </a:bodyPr>
          <a:lstStyle>
            <a:lvl1pPr marL="0" indent="0">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Citations</a:t>
            </a:r>
          </a:p>
        </p:txBody>
      </p:sp>
      <p:sp>
        <p:nvSpPr>
          <p:cNvPr id="26" name="TextBox 25">
            <a:extLst>
              <a:ext uri="{FF2B5EF4-FFF2-40B4-BE49-F238E27FC236}">
                <a16:creationId xmlns:a16="http://schemas.microsoft.com/office/drawing/2014/main" id="{96670D46-E44C-45DF-48BE-C15EE2DDD7F6}"/>
              </a:ext>
            </a:extLst>
          </p:cNvPr>
          <p:cNvSpPr txBox="1"/>
          <p:nvPr userDrawn="1"/>
        </p:nvSpPr>
        <p:spPr>
          <a:xfrm>
            <a:off x="3045486" y="6970791"/>
            <a:ext cx="4439750" cy="2492990"/>
          </a:xfrm>
          <a:prstGeom prst="rect">
            <a:avLst/>
          </a:prstGeom>
          <a:noFill/>
        </p:spPr>
        <p:txBody>
          <a:bodyPr wrap="square" lIns="0" tIns="0" rIns="0" bIns="0" rtlCol="0">
            <a:spAutoFit/>
          </a:bodyPr>
          <a:lstStyle/>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IBM, the IBM logo, IBM Consulting, IBM Garage, and IBM </a:t>
            </a:r>
            <a:r>
              <a:rPr lang="en-US" sz="800" dirty="0" err="1">
                <a:effectLst/>
                <a:latin typeface="IBM Plex Sans" panose="020B0503050203000203" pitchFamily="34" charset="0"/>
                <a:ea typeface="IBM Plex Sans" panose="020B0503050203000203" pitchFamily="34" charset="0"/>
                <a:cs typeface="IBM Plex Sans" panose="020B0503050203000203" pitchFamily="34" charset="0"/>
              </a:rPr>
              <a:t>watsonx</a:t>
            </a: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 are trademarks or registered trademarks of International Business Machines Corporation, in the United States and/or other countries. Other product and service names might be trademarks of IBM or other companies. A current list of IBM trademarks is available on ibm.com/trademark.</a:t>
            </a:r>
          </a:p>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This document is current as of the initial date of publication and may be changed by IBM at any time. Not all offerings are available in every country in which IBM operates.</a:t>
            </a:r>
          </a:p>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All client outcomes cited or described are presented as illustrations of the manner in which some clients have used IBM products and the results they may have achieved. Actual environmental costs and performance characteristics will vary depending on individual client configurations and conditions.</a:t>
            </a:r>
          </a:p>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Generally expected results cannot be provided as each client’s results will depend entirely on the client’s systems and services ordered.</a:t>
            </a:r>
          </a:p>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THE INFORMATION IN THIS DOCUMENT IS PROVIDED “AS IS” WITHOUT ANY WARRANTY, EXPRESS OR IMPLIED, INCLUDING WITHOUT ANY WARRANTIES OF MERCHANTABILITY, FITNESS FOR A PARTICULAR PURPOSE AND ANY WARRANTY OR CONDITION OF NON-INFRINGEMENT.</a:t>
            </a:r>
          </a:p>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IBM products are warranted according to the terms and conditions of the agreements under which they are provided.</a:t>
            </a:r>
          </a:p>
          <a:p>
            <a:pPr>
              <a:lnSpc>
                <a:spcPct val="100000"/>
              </a:lnSpc>
            </a:pPr>
            <a:endParaRPr lang="en-US" dirty="0"/>
          </a:p>
        </p:txBody>
      </p:sp>
      <p:sp>
        <p:nvSpPr>
          <p:cNvPr id="28" name="Text Placeholder 27">
            <a:extLst>
              <a:ext uri="{FF2B5EF4-FFF2-40B4-BE49-F238E27FC236}">
                <a16:creationId xmlns:a16="http://schemas.microsoft.com/office/drawing/2014/main" id="{5EF5C008-4BA0-663A-2861-040D462FB094}"/>
              </a:ext>
            </a:extLst>
          </p:cNvPr>
          <p:cNvSpPr>
            <a:spLocks noGrp="1"/>
          </p:cNvSpPr>
          <p:nvPr>
            <p:ph type="body" sz="quarter" idx="30" hasCustomPrompt="1"/>
          </p:nvPr>
        </p:nvSpPr>
        <p:spPr>
          <a:xfrm>
            <a:off x="382681" y="7034681"/>
            <a:ext cx="2023811" cy="100057"/>
          </a:xfrm>
          <a:prstGeom prst="rect">
            <a:avLst/>
          </a:prstGeom>
        </p:spPr>
        <p:txBody>
          <a:bodyPr lIns="0" tIns="0" rIns="0" bIns="0"/>
          <a:lstStyle>
            <a:lvl1pPr marL="0" marR="0" indent="0" algn="l" defTabSz="457200" rtl="0" eaLnBrk="1" fontAlgn="auto" latinLnBrk="0" hangingPunct="1">
              <a:lnSpc>
                <a:spcPct val="100000"/>
              </a:lnSpc>
              <a:spcBef>
                <a:spcPts val="0"/>
              </a:spcBef>
              <a:spcAft>
                <a:spcPts val="0"/>
              </a:spcAft>
              <a:buClrTx/>
              <a:buSzTx/>
              <a:buFontTx/>
              <a:buNone/>
              <a:tabLst/>
              <a:defRPr sz="700">
                <a:latin typeface="IBM Plex Sans" panose="020B0503050203000203" pitchFamily="34" charset="0"/>
              </a:defRPr>
            </a:lvl1pPr>
            <a:lvl2pPr>
              <a:buNone/>
              <a:defRPr sz="700">
                <a:latin typeface="IBM Plex Sans" panose="020B0503050203000203" pitchFamily="34" charset="0"/>
              </a:defRPr>
            </a:lvl2pPr>
            <a:lvl3pPr>
              <a:buNone/>
              <a:defRPr sz="700">
                <a:latin typeface="IBM Plex Sans" panose="020B0503050203000203" pitchFamily="34" charset="0"/>
              </a:defRPr>
            </a:lvl3pPr>
            <a:lvl4pPr>
              <a:buNone/>
              <a:defRPr sz="700">
                <a:latin typeface="IBM Plex Sans" panose="020B0503050203000203" pitchFamily="34" charset="0"/>
              </a:defRPr>
            </a:lvl4pPr>
            <a:lvl5pPr>
              <a:buNone/>
              <a:defRPr sz="700">
                <a:latin typeface="IBM Plex Sans" panose="020B0503050203000203" pitchFamily="34" charset="0"/>
              </a:defRPr>
            </a:lvl5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a:t>
            </a:r>
            <a:r>
              <a:rPr kumimoji="0" lang="en-US" sz="700" b="0" i="0" u="none" strike="noStrike" kern="1200" cap="none" spc="-4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Copyright</a:t>
            </a:r>
            <a:r>
              <a:rPr kumimoji="0" lang="en-US" sz="700" b="0" i="0" u="none" strike="noStrike" kern="1200" cap="none" spc="-4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IBM</a:t>
            </a:r>
            <a:r>
              <a:rPr kumimoji="0" lang="en-US" sz="700" b="0" i="0" u="none" strike="noStrike" kern="1200" cap="none" spc="-4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Corporation</a:t>
            </a:r>
            <a:r>
              <a:rPr kumimoji="0" lang="en-US" sz="700" b="0" i="0" u="none" strike="noStrike" kern="1200" cap="none" spc="-4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&lt;year&gt;</a:t>
            </a:r>
            <a:r>
              <a:rPr kumimoji="0" lang="en-US" sz="700" b="0" i="0" u="none" strike="noStrike" kern="1200" cap="none" spc="20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endPar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endParaRPr>
          </a:p>
        </p:txBody>
      </p:sp>
      <p:sp>
        <p:nvSpPr>
          <p:cNvPr id="30" name="Text Placeholder 29">
            <a:extLst>
              <a:ext uri="{FF2B5EF4-FFF2-40B4-BE49-F238E27FC236}">
                <a16:creationId xmlns:a16="http://schemas.microsoft.com/office/drawing/2014/main" id="{E48F7F53-4A16-51D0-B792-9F0883ADE61D}"/>
              </a:ext>
            </a:extLst>
          </p:cNvPr>
          <p:cNvSpPr>
            <a:spLocks noGrp="1"/>
          </p:cNvSpPr>
          <p:nvPr>
            <p:ph type="body" sz="quarter" idx="31" hasCustomPrompt="1"/>
          </p:nvPr>
        </p:nvSpPr>
        <p:spPr>
          <a:xfrm>
            <a:off x="382680" y="7902506"/>
            <a:ext cx="2057055" cy="134383"/>
          </a:xfrm>
          <a:prstGeom prst="rect">
            <a:avLst/>
          </a:prstGeom>
        </p:spPr>
        <p:txBody>
          <a:bodyPr lIns="0" tIns="0" rIns="0" bIns="0"/>
          <a:lstStyle>
            <a:lvl1pPr>
              <a:lnSpc>
                <a:spcPct val="100000"/>
              </a:lnSpc>
              <a:buNone/>
              <a:defRPr sz="700">
                <a:latin typeface="IBM Plex Sans" panose="020B0503050203000203" pitchFamily="34" charset="0"/>
              </a:defRPr>
            </a:lvl1pPr>
          </a:lstStyle>
          <a:p>
            <a:pPr lvl="0"/>
            <a:r>
              <a:rPr lang="en-US" sz="700" dirty="0">
                <a:latin typeface="IBM Plex Sans" panose="020B0503050203000203" pitchFamily="34" charset="0"/>
              </a:rPr>
              <a:t>Month Year</a:t>
            </a:r>
            <a:endParaRPr lang="en-US" dirty="0"/>
          </a:p>
        </p:txBody>
      </p:sp>
      <p:sp>
        <p:nvSpPr>
          <p:cNvPr id="31" name="TextBox 30">
            <a:extLst>
              <a:ext uri="{FF2B5EF4-FFF2-40B4-BE49-F238E27FC236}">
                <a16:creationId xmlns:a16="http://schemas.microsoft.com/office/drawing/2014/main" id="{DD48B0A4-062A-67C9-7FD2-2D88F469860F}"/>
              </a:ext>
            </a:extLst>
          </p:cNvPr>
          <p:cNvSpPr txBox="1"/>
          <p:nvPr userDrawn="1"/>
        </p:nvSpPr>
        <p:spPr>
          <a:xfrm>
            <a:off x="382680" y="7245090"/>
            <a:ext cx="2057055" cy="623248"/>
          </a:xfrm>
          <a:prstGeom prst="rect">
            <a:avLst/>
          </a:prstGeom>
          <a:noFill/>
        </p:spPr>
        <p:txBody>
          <a:bodyPr wrap="square" lIns="0" tIns="0" rIns="0" bIns="0" rtlCol="0">
            <a:spAutoFit/>
          </a:bodyPr>
          <a:lstStyle/>
          <a:p>
            <a:pPr marL="0" marR="0" lvl="0" indent="0" algn="l" defTabSz="777240" rtl="0" eaLnBrk="1" fontAlgn="auto" latinLnBrk="0" hangingPunct="1">
              <a:lnSpc>
                <a:spcPct val="100000"/>
              </a:lnSpc>
              <a:spcBef>
                <a:spcPts val="30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IBM</a:t>
            </a:r>
            <a:r>
              <a:rPr kumimoji="0" lang="en-US" sz="700" b="0" i="0" u="none" strike="noStrike" kern="1200" cap="none" spc="-4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Corporation</a:t>
            </a:r>
          </a:p>
          <a:p>
            <a:pPr marL="0" marR="0" lvl="0" indent="0" algn="l" defTabSz="777240" rtl="0" eaLnBrk="1" fontAlgn="auto" latinLnBrk="0" hangingPunct="1">
              <a:lnSpc>
                <a:spcPct val="100000"/>
              </a:lnSpc>
              <a:spcBef>
                <a:spcPts val="30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New</a:t>
            </a:r>
            <a:r>
              <a:rPr kumimoji="0" lang="en-US" sz="700" b="0" i="0" u="none" strike="noStrike" kern="1200" cap="none" spc="-3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Orchard</a:t>
            </a:r>
            <a:r>
              <a:rPr kumimoji="0" lang="en-US" sz="700" b="0" i="0" u="none" strike="noStrike" kern="1200" cap="none" spc="-3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Road</a:t>
            </a:r>
            <a:r>
              <a:rPr kumimoji="0" lang="en-US" sz="700" b="0" i="0" u="none" strike="noStrike" kern="1200" cap="none" spc="20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endPar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endParaRPr>
          </a:p>
          <a:p>
            <a:pPr marL="0" marR="0" lvl="0" indent="0" algn="l" defTabSz="777240" rtl="0" eaLnBrk="1" fontAlgn="auto" latinLnBrk="0" hangingPunct="1">
              <a:lnSpc>
                <a:spcPct val="100000"/>
              </a:lnSpc>
              <a:spcBef>
                <a:spcPts val="30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Armonk,</a:t>
            </a:r>
            <a:r>
              <a:rPr kumimoji="0" lang="en-US" sz="700" b="0" i="0" u="none" strike="noStrike" kern="1200" cap="none" spc="-1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NY</a:t>
            </a:r>
            <a:r>
              <a:rPr kumimoji="0" lang="en-US" sz="700" b="0" i="0" u="none" strike="noStrike" kern="1200" cap="none" spc="-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2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10504</a:t>
            </a:r>
            <a:endPar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endParaRPr>
          </a:p>
          <a:p>
            <a:pPr marL="0" marR="0" lvl="0" indent="0" algn="l" defTabSz="777240" rtl="0" eaLnBrk="1" fontAlgn="auto" latinLnBrk="0" hangingPunct="1">
              <a:lnSpc>
                <a:spcPct val="100000"/>
              </a:lnSpc>
              <a:spcBef>
                <a:spcPts val="85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Produced</a:t>
            </a:r>
            <a:r>
              <a:rPr kumimoji="0" lang="en-US" sz="700" b="0" i="0" u="none" strike="noStrike" kern="1200" cap="none" spc="-2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in</a:t>
            </a:r>
            <a:r>
              <a:rPr kumimoji="0" lang="en-US" sz="700" b="0" i="0" u="none" strike="noStrike" kern="1200" cap="none" spc="-1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2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the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United</a:t>
            </a:r>
            <a:r>
              <a:rPr kumimoji="0" lang="en-US" sz="700" b="0" i="0" u="none" strike="noStrike" kern="1200" cap="none" spc="-4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States</a:t>
            </a:r>
            <a:r>
              <a:rPr kumimoji="0" lang="en-US" sz="700" b="0" i="0" u="none" strike="noStrike" kern="1200" cap="none" spc="-4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of</a:t>
            </a:r>
            <a:r>
              <a:rPr kumimoji="0" lang="en-US" sz="700" b="0" i="0" u="none" strike="noStrike" kern="1200" cap="none" spc="-4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America</a:t>
            </a:r>
            <a:r>
              <a:rPr kumimoji="0" lang="en-US" sz="700" b="0" i="0" u="none" strike="noStrike" kern="1200" cap="none" spc="20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endParaRPr lang="en-US" dirty="0"/>
          </a:p>
        </p:txBody>
      </p:sp>
      <p:sp>
        <p:nvSpPr>
          <p:cNvPr id="2" name="TextBox 1">
            <a:extLst>
              <a:ext uri="{FF2B5EF4-FFF2-40B4-BE49-F238E27FC236}">
                <a16:creationId xmlns:a16="http://schemas.microsoft.com/office/drawing/2014/main" id="{59F37567-8072-B5AF-D3C3-9B7B08336A87}"/>
              </a:ext>
            </a:extLst>
          </p:cNvPr>
          <p:cNvSpPr txBox="1"/>
          <p:nvPr userDrawn="1"/>
        </p:nvSpPr>
        <p:spPr>
          <a:xfrm>
            <a:off x="3045485" y="369271"/>
            <a:ext cx="688314" cy="138499"/>
          </a:xfrm>
          <a:prstGeom prst="rect">
            <a:avLst/>
          </a:prstGeom>
          <a:noFill/>
        </p:spPr>
        <p:txBody>
          <a:bodyPr wrap="square" lIns="0" tIns="0" rIns="0" bIns="0" rtlCol="0">
            <a:spAutoFit/>
          </a:bodyPr>
          <a:lstStyle/>
          <a:p>
            <a:pPr>
              <a:lnSpc>
                <a:spcPct val="100000"/>
              </a:lnSpc>
            </a:pPr>
            <a:r>
              <a:rPr lang="en-US" sz="900" b="1" dirty="0">
                <a:latin typeface="IBM Plex Sans" panose="020B0503050203000203" pitchFamily="34" charset="0"/>
              </a:rPr>
              <a:t>Why IBM</a:t>
            </a:r>
          </a:p>
        </p:txBody>
      </p:sp>
    </p:spTree>
    <p:extLst>
      <p:ext uri="{BB962C8B-B14F-4D97-AF65-F5344CB8AC3E}">
        <p14:creationId xmlns:p14="http://schemas.microsoft.com/office/powerpoint/2010/main" val="912606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2478657"/>
      </p:ext>
    </p:extLst>
  </p:cSld>
  <p:clrMap bg1="lt1" tx1="dk1" bg2="lt2" tx2="dk2" accent1="accent1" accent2="accent2" accent3="accent3" accent4="accent4" accent5="accent5" accent6="accent6" hlink="hlink" folHlink="folHlink"/>
  <p:sldLayoutIdLst>
    <p:sldLayoutId id="2147483669" r:id="rId1"/>
    <p:sldLayoutId id="2147483661" r:id="rId2"/>
    <p:sldLayoutId id="2147483663" r:id="rId3"/>
    <p:sldLayoutId id="2147483665" r:id="rId4"/>
    <p:sldLayoutId id="2147483664" r:id="rId5"/>
    <p:sldLayoutId id="2147483666" r:id="rId6"/>
    <p:sldLayoutId id="2147483667" r:id="rId7"/>
    <p:sldLayoutId id="2147483668" r:id="rId8"/>
    <p:sldLayoutId id="2147483662" r:id="rId9"/>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68" userDrawn="1">
          <p15:clr>
            <a:srgbClr val="F26B43"/>
          </p15:clr>
        </p15:guide>
        <p15:guide id="2" pos="24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F04BD9-807E-61F2-111D-9730860153FC}"/>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3106941A-05A6-15EA-5983-4009CFDA8D31}"/>
              </a:ext>
            </a:extLst>
          </p:cNvPr>
          <p:cNvSpPr>
            <a:spLocks noGrp="1"/>
          </p:cNvSpPr>
          <p:nvPr>
            <p:ph type="body" sz="quarter" idx="14"/>
          </p:nvPr>
        </p:nvSpPr>
        <p:spPr/>
        <p:txBody>
          <a:bodyPr/>
          <a:lstStyle/>
          <a:p>
            <a:endParaRPr lang="en-US"/>
          </a:p>
        </p:txBody>
      </p:sp>
      <p:sp>
        <p:nvSpPr>
          <p:cNvPr id="5" name="Text Placeholder 4">
            <a:extLst>
              <a:ext uri="{FF2B5EF4-FFF2-40B4-BE49-F238E27FC236}">
                <a16:creationId xmlns:a16="http://schemas.microsoft.com/office/drawing/2014/main" id="{822EE858-6AF1-541A-7194-D0EEA6BB1370}"/>
              </a:ext>
            </a:extLst>
          </p:cNvPr>
          <p:cNvSpPr>
            <a:spLocks noGrp="1"/>
          </p:cNvSpPr>
          <p:nvPr>
            <p:ph type="body" sz="quarter" idx="15"/>
          </p:nvPr>
        </p:nvSpPr>
        <p:spPr/>
        <p:txBody>
          <a:bodyPr/>
          <a:lstStyle/>
          <a:p>
            <a:endParaRPr lang="en-US" dirty="0"/>
          </a:p>
        </p:txBody>
      </p:sp>
      <p:sp>
        <p:nvSpPr>
          <p:cNvPr id="6" name="Picture Placeholder 5">
            <a:extLst>
              <a:ext uri="{FF2B5EF4-FFF2-40B4-BE49-F238E27FC236}">
                <a16:creationId xmlns:a16="http://schemas.microsoft.com/office/drawing/2014/main" id="{AFC86D1F-5470-C5C8-6324-82B6E86D37D7}"/>
              </a:ext>
            </a:extLst>
          </p:cNvPr>
          <p:cNvSpPr>
            <a:spLocks noGrp="1"/>
          </p:cNvSpPr>
          <p:nvPr>
            <p:ph type="pic" sz="quarter" idx="16"/>
          </p:nvPr>
        </p:nvSpPr>
        <p:spPr/>
        <p:txBody>
          <a:bodyPr/>
          <a:lstStyle/>
          <a:p>
            <a:endParaRPr lang="en-US"/>
          </a:p>
        </p:txBody>
      </p:sp>
      <p:sp>
        <p:nvSpPr>
          <p:cNvPr id="7" name="Text Placeholder 6">
            <a:extLst>
              <a:ext uri="{FF2B5EF4-FFF2-40B4-BE49-F238E27FC236}">
                <a16:creationId xmlns:a16="http://schemas.microsoft.com/office/drawing/2014/main" id="{39725560-F5E7-1B9F-D1A7-575D5DD78681}"/>
              </a:ext>
            </a:extLst>
          </p:cNvPr>
          <p:cNvSpPr>
            <a:spLocks noGrp="1"/>
          </p:cNvSpPr>
          <p:nvPr>
            <p:ph type="body" sz="quarter" idx="18"/>
          </p:nvPr>
        </p:nvSpPr>
        <p:spPr/>
        <p:txBody>
          <a:bodyPr/>
          <a:lstStyle/>
          <a:p>
            <a:endParaRPr lang="en-US"/>
          </a:p>
        </p:txBody>
      </p:sp>
      <p:sp>
        <p:nvSpPr>
          <p:cNvPr id="8" name="Text Placeholder 7">
            <a:extLst>
              <a:ext uri="{FF2B5EF4-FFF2-40B4-BE49-F238E27FC236}">
                <a16:creationId xmlns:a16="http://schemas.microsoft.com/office/drawing/2014/main" id="{11D1286D-6A29-434B-57C9-BC4CE58D5674}"/>
              </a:ext>
            </a:extLst>
          </p:cNvPr>
          <p:cNvSpPr>
            <a:spLocks noGrp="1"/>
          </p:cNvSpPr>
          <p:nvPr>
            <p:ph type="body" sz="quarter" idx="19"/>
          </p:nvPr>
        </p:nvSpPr>
        <p:spPr/>
        <p:txBody>
          <a:bodyPr/>
          <a:lstStyle/>
          <a:p>
            <a:endParaRPr lang="en-US"/>
          </a:p>
        </p:txBody>
      </p:sp>
      <p:sp>
        <p:nvSpPr>
          <p:cNvPr id="9" name="Text Placeholder 8">
            <a:extLst>
              <a:ext uri="{FF2B5EF4-FFF2-40B4-BE49-F238E27FC236}">
                <a16:creationId xmlns:a16="http://schemas.microsoft.com/office/drawing/2014/main" id="{45EC04D4-A073-CD73-A5C6-F2E6FF454E50}"/>
              </a:ext>
            </a:extLst>
          </p:cNvPr>
          <p:cNvSpPr>
            <a:spLocks noGrp="1"/>
          </p:cNvSpPr>
          <p:nvPr>
            <p:ph type="body" sz="quarter" idx="20"/>
          </p:nvPr>
        </p:nvSpPr>
        <p:spPr/>
        <p:txBody>
          <a:bodyPr/>
          <a:lstStyle/>
          <a:p>
            <a:endParaRPr lang="en-US"/>
          </a:p>
        </p:txBody>
      </p:sp>
      <p:sp>
        <p:nvSpPr>
          <p:cNvPr id="2" name="Text Placeholder 1">
            <a:extLst>
              <a:ext uri="{FF2B5EF4-FFF2-40B4-BE49-F238E27FC236}">
                <a16:creationId xmlns:a16="http://schemas.microsoft.com/office/drawing/2014/main" id="{D56BBDE1-ED78-39D8-E0B1-6D4CA5A3A733}"/>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2170776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nline Image Placeholder 1">
            <a:extLst>
              <a:ext uri="{FF2B5EF4-FFF2-40B4-BE49-F238E27FC236}">
                <a16:creationId xmlns:a16="http://schemas.microsoft.com/office/drawing/2014/main" id="{D2FF5A4D-9472-3287-C226-D58B884E443A}"/>
              </a:ext>
            </a:extLst>
          </p:cNvPr>
          <p:cNvSpPr>
            <a:spLocks noGrp="1"/>
          </p:cNvSpPr>
          <p:nvPr>
            <p:ph type="clipArt" sz="quarter" idx="22"/>
          </p:nvPr>
        </p:nvSpPr>
        <p:spPr/>
        <p:txBody>
          <a:bodyPr/>
          <a:lstStyle/>
          <a:p>
            <a:endParaRPr lang="en-US"/>
          </a:p>
        </p:txBody>
      </p:sp>
      <p:sp>
        <p:nvSpPr>
          <p:cNvPr id="3" name="Text Placeholder 2">
            <a:extLst>
              <a:ext uri="{FF2B5EF4-FFF2-40B4-BE49-F238E27FC236}">
                <a16:creationId xmlns:a16="http://schemas.microsoft.com/office/drawing/2014/main" id="{425CE123-839D-33C5-14AE-00B92594FA27}"/>
              </a:ext>
            </a:extLst>
          </p:cNvPr>
          <p:cNvSpPr>
            <a:spLocks noGrp="1"/>
          </p:cNvSpPr>
          <p:nvPr>
            <p:ph type="body" sz="quarter" idx="26"/>
          </p:nvPr>
        </p:nvSpPr>
        <p:spPr/>
        <p:txBody>
          <a:bodyPr/>
          <a:lstStyle/>
          <a:p>
            <a:endParaRPr lang="en-US"/>
          </a:p>
        </p:txBody>
      </p:sp>
      <p:sp>
        <p:nvSpPr>
          <p:cNvPr id="4" name="Text Placeholder 3">
            <a:extLst>
              <a:ext uri="{FF2B5EF4-FFF2-40B4-BE49-F238E27FC236}">
                <a16:creationId xmlns:a16="http://schemas.microsoft.com/office/drawing/2014/main" id="{25BA4D3D-5ECD-8D98-A9A0-F1624EB4A6DE}"/>
              </a:ext>
            </a:extLst>
          </p:cNvPr>
          <p:cNvSpPr>
            <a:spLocks noGrp="1"/>
          </p:cNvSpPr>
          <p:nvPr>
            <p:ph type="body" sz="quarter" idx="29"/>
          </p:nvPr>
        </p:nvSpPr>
        <p:spPr/>
        <p:txBody>
          <a:bodyPr/>
          <a:lstStyle/>
          <a:p>
            <a:endParaRPr lang="en-US"/>
          </a:p>
        </p:txBody>
      </p:sp>
      <p:sp>
        <p:nvSpPr>
          <p:cNvPr id="5" name="Text Placeholder 4">
            <a:extLst>
              <a:ext uri="{FF2B5EF4-FFF2-40B4-BE49-F238E27FC236}">
                <a16:creationId xmlns:a16="http://schemas.microsoft.com/office/drawing/2014/main" id="{719BDE0D-FD62-D060-04E6-2C9E3F18BBC5}"/>
              </a:ext>
            </a:extLst>
          </p:cNvPr>
          <p:cNvSpPr>
            <a:spLocks noGrp="1"/>
          </p:cNvSpPr>
          <p:nvPr>
            <p:ph type="body" sz="quarter" idx="30"/>
          </p:nvPr>
        </p:nvSpPr>
        <p:spPr/>
        <p:txBody>
          <a:bodyPr/>
          <a:lstStyle/>
          <a:p>
            <a:endParaRPr lang="en-US"/>
          </a:p>
        </p:txBody>
      </p:sp>
      <p:sp>
        <p:nvSpPr>
          <p:cNvPr id="6" name="Online Image Placeholder 5">
            <a:extLst>
              <a:ext uri="{FF2B5EF4-FFF2-40B4-BE49-F238E27FC236}">
                <a16:creationId xmlns:a16="http://schemas.microsoft.com/office/drawing/2014/main" id="{3021018B-59AB-A934-8241-4D7B439EF683}"/>
              </a:ext>
            </a:extLst>
          </p:cNvPr>
          <p:cNvSpPr>
            <a:spLocks noGrp="1"/>
          </p:cNvSpPr>
          <p:nvPr>
            <p:ph type="clipArt" sz="quarter" idx="31"/>
          </p:nvPr>
        </p:nvSpPr>
        <p:spPr/>
        <p:txBody>
          <a:bodyPr/>
          <a:lstStyle/>
          <a:p>
            <a:endParaRPr lang="en-US"/>
          </a:p>
        </p:txBody>
      </p:sp>
      <p:sp>
        <p:nvSpPr>
          <p:cNvPr id="7" name="Text Placeholder 6">
            <a:extLst>
              <a:ext uri="{FF2B5EF4-FFF2-40B4-BE49-F238E27FC236}">
                <a16:creationId xmlns:a16="http://schemas.microsoft.com/office/drawing/2014/main" id="{224079A9-8B50-EFE1-04C3-2A565D9CCD67}"/>
              </a:ext>
            </a:extLst>
          </p:cNvPr>
          <p:cNvSpPr>
            <a:spLocks noGrp="1"/>
          </p:cNvSpPr>
          <p:nvPr>
            <p:ph type="body" sz="quarter" idx="32"/>
          </p:nvPr>
        </p:nvSpPr>
        <p:spPr/>
        <p:txBody>
          <a:bodyPr/>
          <a:lstStyle/>
          <a:p>
            <a:endParaRPr lang="en-US"/>
          </a:p>
        </p:txBody>
      </p:sp>
      <p:sp>
        <p:nvSpPr>
          <p:cNvPr id="8" name="Text Placeholder 7">
            <a:extLst>
              <a:ext uri="{FF2B5EF4-FFF2-40B4-BE49-F238E27FC236}">
                <a16:creationId xmlns:a16="http://schemas.microsoft.com/office/drawing/2014/main" id="{1F0FDFB3-AB9A-716B-A003-AB69C7E567AE}"/>
              </a:ext>
            </a:extLst>
          </p:cNvPr>
          <p:cNvSpPr>
            <a:spLocks noGrp="1"/>
          </p:cNvSpPr>
          <p:nvPr>
            <p:ph type="body" sz="quarter" idx="33"/>
          </p:nvPr>
        </p:nvSpPr>
        <p:spPr/>
        <p:txBody>
          <a:bodyPr/>
          <a:lstStyle/>
          <a:p>
            <a:endParaRPr lang="en-US"/>
          </a:p>
        </p:txBody>
      </p:sp>
      <p:sp>
        <p:nvSpPr>
          <p:cNvPr id="9" name="Online Image Placeholder 8">
            <a:extLst>
              <a:ext uri="{FF2B5EF4-FFF2-40B4-BE49-F238E27FC236}">
                <a16:creationId xmlns:a16="http://schemas.microsoft.com/office/drawing/2014/main" id="{66FA131C-ADC7-B426-B2C3-8183E8C2C893}"/>
              </a:ext>
            </a:extLst>
          </p:cNvPr>
          <p:cNvSpPr>
            <a:spLocks noGrp="1"/>
          </p:cNvSpPr>
          <p:nvPr>
            <p:ph type="clipArt" sz="quarter" idx="34"/>
          </p:nvPr>
        </p:nvSpPr>
        <p:spPr/>
        <p:txBody>
          <a:bodyPr/>
          <a:lstStyle/>
          <a:p>
            <a:endParaRPr lang="en-US"/>
          </a:p>
        </p:txBody>
      </p:sp>
      <p:sp>
        <p:nvSpPr>
          <p:cNvPr id="10" name="Text Placeholder 9">
            <a:extLst>
              <a:ext uri="{FF2B5EF4-FFF2-40B4-BE49-F238E27FC236}">
                <a16:creationId xmlns:a16="http://schemas.microsoft.com/office/drawing/2014/main" id="{A1538224-72D5-57C9-37BA-194B1DF70C76}"/>
              </a:ext>
            </a:extLst>
          </p:cNvPr>
          <p:cNvSpPr>
            <a:spLocks noGrp="1"/>
          </p:cNvSpPr>
          <p:nvPr>
            <p:ph type="body" sz="quarter" idx="35"/>
          </p:nvPr>
        </p:nvSpPr>
        <p:spPr/>
        <p:txBody>
          <a:bodyPr/>
          <a:lstStyle/>
          <a:p>
            <a:endParaRPr lang="en-US" dirty="0"/>
          </a:p>
        </p:txBody>
      </p:sp>
      <p:sp>
        <p:nvSpPr>
          <p:cNvPr id="11" name="Text Placeholder 10">
            <a:extLst>
              <a:ext uri="{FF2B5EF4-FFF2-40B4-BE49-F238E27FC236}">
                <a16:creationId xmlns:a16="http://schemas.microsoft.com/office/drawing/2014/main" id="{CBE7E950-9808-7AB3-5CD8-34939F630AD2}"/>
              </a:ext>
            </a:extLst>
          </p:cNvPr>
          <p:cNvSpPr>
            <a:spLocks noGrp="1"/>
          </p:cNvSpPr>
          <p:nvPr>
            <p:ph type="body" sz="quarter" idx="36"/>
          </p:nvPr>
        </p:nvSpPr>
        <p:spPr/>
        <p:txBody>
          <a:bodyPr/>
          <a:lstStyle/>
          <a:p>
            <a:endParaRPr lang="en-US"/>
          </a:p>
        </p:txBody>
      </p:sp>
      <p:sp>
        <p:nvSpPr>
          <p:cNvPr id="12" name="Online Image Placeholder 11">
            <a:extLst>
              <a:ext uri="{FF2B5EF4-FFF2-40B4-BE49-F238E27FC236}">
                <a16:creationId xmlns:a16="http://schemas.microsoft.com/office/drawing/2014/main" id="{B6876782-A95C-5967-2F42-FD609BDE5BDA}"/>
              </a:ext>
            </a:extLst>
          </p:cNvPr>
          <p:cNvSpPr>
            <a:spLocks noGrp="1"/>
          </p:cNvSpPr>
          <p:nvPr>
            <p:ph type="clipArt" sz="quarter" idx="37"/>
          </p:nvPr>
        </p:nvSpPr>
        <p:spPr/>
        <p:txBody>
          <a:bodyPr/>
          <a:lstStyle/>
          <a:p>
            <a:endParaRPr lang="en-US"/>
          </a:p>
        </p:txBody>
      </p:sp>
      <p:sp>
        <p:nvSpPr>
          <p:cNvPr id="13" name="Text Placeholder 12">
            <a:extLst>
              <a:ext uri="{FF2B5EF4-FFF2-40B4-BE49-F238E27FC236}">
                <a16:creationId xmlns:a16="http://schemas.microsoft.com/office/drawing/2014/main" id="{24558327-22DF-8224-1362-EE8AA1FC7677}"/>
              </a:ext>
            </a:extLst>
          </p:cNvPr>
          <p:cNvSpPr>
            <a:spLocks noGrp="1"/>
          </p:cNvSpPr>
          <p:nvPr>
            <p:ph type="body" sz="quarter" idx="38"/>
          </p:nvPr>
        </p:nvSpPr>
        <p:spPr/>
        <p:txBody>
          <a:bodyPr/>
          <a:lstStyle/>
          <a:p>
            <a:endParaRPr lang="en-US"/>
          </a:p>
        </p:txBody>
      </p:sp>
      <p:sp>
        <p:nvSpPr>
          <p:cNvPr id="14" name="Text Placeholder 13">
            <a:extLst>
              <a:ext uri="{FF2B5EF4-FFF2-40B4-BE49-F238E27FC236}">
                <a16:creationId xmlns:a16="http://schemas.microsoft.com/office/drawing/2014/main" id="{BBFECC32-8A67-C97B-82B4-58BA9437D874}"/>
              </a:ext>
            </a:extLst>
          </p:cNvPr>
          <p:cNvSpPr>
            <a:spLocks noGrp="1"/>
          </p:cNvSpPr>
          <p:nvPr>
            <p:ph type="body" sz="quarter" idx="39"/>
          </p:nvPr>
        </p:nvSpPr>
        <p:spPr/>
        <p:txBody>
          <a:bodyPr/>
          <a:lstStyle/>
          <a:p>
            <a:endParaRPr lang="en-US"/>
          </a:p>
        </p:txBody>
      </p:sp>
      <p:sp>
        <p:nvSpPr>
          <p:cNvPr id="15" name="Online Image Placeholder 14">
            <a:extLst>
              <a:ext uri="{FF2B5EF4-FFF2-40B4-BE49-F238E27FC236}">
                <a16:creationId xmlns:a16="http://schemas.microsoft.com/office/drawing/2014/main" id="{138B05C2-E199-D024-BE82-1197B3F78744}"/>
              </a:ext>
            </a:extLst>
          </p:cNvPr>
          <p:cNvSpPr>
            <a:spLocks noGrp="1"/>
          </p:cNvSpPr>
          <p:nvPr>
            <p:ph type="clipArt" sz="quarter" idx="40"/>
          </p:nvPr>
        </p:nvSpPr>
        <p:spPr/>
        <p:txBody>
          <a:bodyPr/>
          <a:lstStyle/>
          <a:p>
            <a:endParaRPr lang="en-US"/>
          </a:p>
        </p:txBody>
      </p:sp>
      <p:sp>
        <p:nvSpPr>
          <p:cNvPr id="16" name="Text Placeholder 15">
            <a:extLst>
              <a:ext uri="{FF2B5EF4-FFF2-40B4-BE49-F238E27FC236}">
                <a16:creationId xmlns:a16="http://schemas.microsoft.com/office/drawing/2014/main" id="{87DC7C54-0337-E499-58FB-1E3DFF4A540C}"/>
              </a:ext>
            </a:extLst>
          </p:cNvPr>
          <p:cNvSpPr>
            <a:spLocks noGrp="1"/>
          </p:cNvSpPr>
          <p:nvPr>
            <p:ph type="body" sz="quarter" idx="41"/>
          </p:nvPr>
        </p:nvSpPr>
        <p:spPr/>
        <p:txBody>
          <a:bodyPr/>
          <a:lstStyle/>
          <a:p>
            <a:endParaRPr lang="en-US"/>
          </a:p>
        </p:txBody>
      </p:sp>
      <p:sp>
        <p:nvSpPr>
          <p:cNvPr id="17" name="Text Placeholder 16">
            <a:extLst>
              <a:ext uri="{FF2B5EF4-FFF2-40B4-BE49-F238E27FC236}">
                <a16:creationId xmlns:a16="http://schemas.microsoft.com/office/drawing/2014/main" id="{41979205-8187-192E-C7AB-41B8C1AE7FF5}"/>
              </a:ext>
            </a:extLst>
          </p:cNvPr>
          <p:cNvSpPr>
            <a:spLocks noGrp="1"/>
          </p:cNvSpPr>
          <p:nvPr>
            <p:ph type="body" sz="quarter" idx="42"/>
          </p:nvPr>
        </p:nvSpPr>
        <p:spPr/>
        <p:txBody>
          <a:bodyPr/>
          <a:lstStyle/>
          <a:p>
            <a:endParaRPr lang="en-US"/>
          </a:p>
        </p:txBody>
      </p:sp>
      <p:sp>
        <p:nvSpPr>
          <p:cNvPr id="18" name="Text Placeholder 17">
            <a:extLst>
              <a:ext uri="{FF2B5EF4-FFF2-40B4-BE49-F238E27FC236}">
                <a16:creationId xmlns:a16="http://schemas.microsoft.com/office/drawing/2014/main" id="{456EDD2E-BD64-68EE-86DC-402B5D280BF0}"/>
              </a:ext>
            </a:extLst>
          </p:cNvPr>
          <p:cNvSpPr>
            <a:spLocks noGrp="1"/>
          </p:cNvSpPr>
          <p:nvPr>
            <p:ph type="body" sz="quarter" idx="43"/>
          </p:nvPr>
        </p:nvSpPr>
        <p:spPr/>
        <p:txBody>
          <a:bodyPr/>
          <a:lstStyle/>
          <a:p>
            <a:endParaRPr lang="en-US"/>
          </a:p>
        </p:txBody>
      </p:sp>
      <p:sp>
        <p:nvSpPr>
          <p:cNvPr id="19" name="Text Placeholder 18">
            <a:extLst>
              <a:ext uri="{FF2B5EF4-FFF2-40B4-BE49-F238E27FC236}">
                <a16:creationId xmlns:a16="http://schemas.microsoft.com/office/drawing/2014/main" id="{C8D13ACB-DEAE-13E7-14EF-820025710169}"/>
              </a:ext>
            </a:extLst>
          </p:cNvPr>
          <p:cNvSpPr>
            <a:spLocks noGrp="1"/>
          </p:cNvSpPr>
          <p:nvPr>
            <p:ph type="body" sz="quarter" idx="44"/>
          </p:nvPr>
        </p:nvSpPr>
        <p:spPr/>
        <p:txBody>
          <a:bodyPr/>
          <a:lstStyle/>
          <a:p>
            <a:endParaRPr lang="en-US"/>
          </a:p>
        </p:txBody>
      </p:sp>
    </p:spTree>
    <p:extLst>
      <p:ext uri="{BB962C8B-B14F-4D97-AF65-F5344CB8AC3E}">
        <p14:creationId xmlns:p14="http://schemas.microsoft.com/office/powerpoint/2010/main" val="1757201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ext Placeholder 74">
            <a:extLst>
              <a:ext uri="{FF2B5EF4-FFF2-40B4-BE49-F238E27FC236}">
                <a16:creationId xmlns:a16="http://schemas.microsoft.com/office/drawing/2014/main" id="{BFCB346B-A1AA-8A8C-64D6-1D2E7C39C1BA}"/>
              </a:ext>
            </a:extLst>
          </p:cNvPr>
          <p:cNvSpPr>
            <a:spLocks noGrp="1"/>
          </p:cNvSpPr>
          <p:nvPr>
            <p:ph type="body" sz="quarter" idx="11"/>
          </p:nvPr>
        </p:nvSpPr>
        <p:spPr/>
        <p:txBody>
          <a:bodyPr/>
          <a:lstStyle/>
          <a:p>
            <a:endParaRPr lang="en-US"/>
          </a:p>
        </p:txBody>
      </p:sp>
      <p:sp>
        <p:nvSpPr>
          <p:cNvPr id="76" name="Text Placeholder 75">
            <a:extLst>
              <a:ext uri="{FF2B5EF4-FFF2-40B4-BE49-F238E27FC236}">
                <a16:creationId xmlns:a16="http://schemas.microsoft.com/office/drawing/2014/main" id="{442E9FCB-A481-522A-86D8-D9B7310CC8CA}"/>
              </a:ext>
            </a:extLst>
          </p:cNvPr>
          <p:cNvSpPr>
            <a:spLocks noGrp="1"/>
          </p:cNvSpPr>
          <p:nvPr>
            <p:ph type="body" sz="quarter" idx="13"/>
          </p:nvPr>
        </p:nvSpPr>
        <p:spPr/>
        <p:txBody>
          <a:bodyPr/>
          <a:lstStyle/>
          <a:p>
            <a:endParaRPr lang="en-US"/>
          </a:p>
        </p:txBody>
      </p:sp>
      <p:sp>
        <p:nvSpPr>
          <p:cNvPr id="77" name="Text Placeholder 76">
            <a:extLst>
              <a:ext uri="{FF2B5EF4-FFF2-40B4-BE49-F238E27FC236}">
                <a16:creationId xmlns:a16="http://schemas.microsoft.com/office/drawing/2014/main" id="{0FEC6D95-7159-8C69-7F15-8F4336D15377}"/>
              </a:ext>
            </a:extLst>
          </p:cNvPr>
          <p:cNvSpPr>
            <a:spLocks noGrp="1"/>
          </p:cNvSpPr>
          <p:nvPr>
            <p:ph type="body" sz="quarter" idx="33"/>
          </p:nvPr>
        </p:nvSpPr>
        <p:spPr/>
        <p:txBody>
          <a:bodyPr/>
          <a:lstStyle/>
          <a:p>
            <a:endParaRPr lang="en-US"/>
          </a:p>
        </p:txBody>
      </p:sp>
      <p:sp>
        <p:nvSpPr>
          <p:cNvPr id="78" name="Text Placeholder 77">
            <a:extLst>
              <a:ext uri="{FF2B5EF4-FFF2-40B4-BE49-F238E27FC236}">
                <a16:creationId xmlns:a16="http://schemas.microsoft.com/office/drawing/2014/main" id="{B36571A6-A5A0-C438-A3DB-9F521646063A}"/>
              </a:ext>
            </a:extLst>
          </p:cNvPr>
          <p:cNvSpPr>
            <a:spLocks noGrp="1"/>
          </p:cNvSpPr>
          <p:nvPr>
            <p:ph type="body" sz="quarter" idx="44"/>
          </p:nvPr>
        </p:nvSpPr>
        <p:spPr/>
        <p:txBody>
          <a:bodyPr/>
          <a:lstStyle/>
          <a:p>
            <a:endParaRPr lang="en-US"/>
          </a:p>
        </p:txBody>
      </p:sp>
      <p:sp>
        <p:nvSpPr>
          <p:cNvPr id="79" name="Text Placeholder 78">
            <a:extLst>
              <a:ext uri="{FF2B5EF4-FFF2-40B4-BE49-F238E27FC236}">
                <a16:creationId xmlns:a16="http://schemas.microsoft.com/office/drawing/2014/main" id="{D13E0CD2-DC58-04DB-F7D4-00A90216BCA7}"/>
              </a:ext>
            </a:extLst>
          </p:cNvPr>
          <p:cNvSpPr>
            <a:spLocks noGrp="1"/>
          </p:cNvSpPr>
          <p:nvPr>
            <p:ph type="body" sz="quarter" idx="46"/>
          </p:nvPr>
        </p:nvSpPr>
        <p:spPr/>
        <p:txBody>
          <a:bodyPr/>
          <a:lstStyle/>
          <a:p>
            <a:endParaRPr lang="en-US"/>
          </a:p>
        </p:txBody>
      </p:sp>
      <p:sp>
        <p:nvSpPr>
          <p:cNvPr id="80" name="Text Placeholder 79">
            <a:extLst>
              <a:ext uri="{FF2B5EF4-FFF2-40B4-BE49-F238E27FC236}">
                <a16:creationId xmlns:a16="http://schemas.microsoft.com/office/drawing/2014/main" id="{73A8D84C-C80E-AD14-9D44-5906A85871B2}"/>
              </a:ext>
            </a:extLst>
          </p:cNvPr>
          <p:cNvSpPr>
            <a:spLocks noGrp="1"/>
          </p:cNvSpPr>
          <p:nvPr>
            <p:ph type="body" sz="quarter" idx="48"/>
          </p:nvPr>
        </p:nvSpPr>
        <p:spPr/>
        <p:txBody>
          <a:bodyPr/>
          <a:lstStyle/>
          <a:p>
            <a:endParaRPr lang="en-US"/>
          </a:p>
        </p:txBody>
      </p:sp>
      <p:sp>
        <p:nvSpPr>
          <p:cNvPr id="81" name="Text Placeholder 80">
            <a:extLst>
              <a:ext uri="{FF2B5EF4-FFF2-40B4-BE49-F238E27FC236}">
                <a16:creationId xmlns:a16="http://schemas.microsoft.com/office/drawing/2014/main" id="{4CE445E1-0008-3543-C629-973FF4731C9B}"/>
              </a:ext>
            </a:extLst>
          </p:cNvPr>
          <p:cNvSpPr>
            <a:spLocks noGrp="1"/>
          </p:cNvSpPr>
          <p:nvPr>
            <p:ph type="body" sz="quarter" idx="50"/>
          </p:nvPr>
        </p:nvSpPr>
        <p:spPr/>
        <p:txBody>
          <a:bodyPr/>
          <a:lstStyle/>
          <a:p>
            <a:endParaRPr lang="en-US"/>
          </a:p>
        </p:txBody>
      </p:sp>
      <p:sp>
        <p:nvSpPr>
          <p:cNvPr id="82" name="Text Placeholder 81">
            <a:extLst>
              <a:ext uri="{FF2B5EF4-FFF2-40B4-BE49-F238E27FC236}">
                <a16:creationId xmlns:a16="http://schemas.microsoft.com/office/drawing/2014/main" id="{8069F94B-0B50-34C8-4875-F9F36E873802}"/>
              </a:ext>
            </a:extLst>
          </p:cNvPr>
          <p:cNvSpPr>
            <a:spLocks noGrp="1"/>
          </p:cNvSpPr>
          <p:nvPr>
            <p:ph type="body" sz="quarter" idx="52"/>
          </p:nvPr>
        </p:nvSpPr>
        <p:spPr/>
        <p:txBody>
          <a:bodyPr/>
          <a:lstStyle/>
          <a:p>
            <a:endParaRPr lang="en-US"/>
          </a:p>
        </p:txBody>
      </p:sp>
      <p:sp>
        <p:nvSpPr>
          <p:cNvPr id="83" name="Text Placeholder 82">
            <a:extLst>
              <a:ext uri="{FF2B5EF4-FFF2-40B4-BE49-F238E27FC236}">
                <a16:creationId xmlns:a16="http://schemas.microsoft.com/office/drawing/2014/main" id="{F83B0546-31D9-F935-2D54-C770EFFB4FA1}"/>
              </a:ext>
            </a:extLst>
          </p:cNvPr>
          <p:cNvSpPr>
            <a:spLocks noGrp="1"/>
          </p:cNvSpPr>
          <p:nvPr>
            <p:ph type="body" sz="quarter" idx="54"/>
          </p:nvPr>
        </p:nvSpPr>
        <p:spPr/>
        <p:txBody>
          <a:bodyPr/>
          <a:lstStyle/>
          <a:p>
            <a:endParaRPr lang="en-US"/>
          </a:p>
        </p:txBody>
      </p:sp>
      <p:sp>
        <p:nvSpPr>
          <p:cNvPr id="84" name="Text Placeholder 83">
            <a:extLst>
              <a:ext uri="{FF2B5EF4-FFF2-40B4-BE49-F238E27FC236}">
                <a16:creationId xmlns:a16="http://schemas.microsoft.com/office/drawing/2014/main" id="{3B812E31-8124-CBA8-568B-5754F36A7980}"/>
              </a:ext>
            </a:extLst>
          </p:cNvPr>
          <p:cNvSpPr>
            <a:spLocks noGrp="1"/>
          </p:cNvSpPr>
          <p:nvPr>
            <p:ph type="body" sz="quarter" idx="55"/>
          </p:nvPr>
        </p:nvSpPr>
        <p:spPr/>
        <p:txBody>
          <a:bodyPr/>
          <a:lstStyle/>
          <a:p>
            <a:endParaRPr lang="en-US"/>
          </a:p>
        </p:txBody>
      </p:sp>
      <p:sp>
        <p:nvSpPr>
          <p:cNvPr id="85" name="Text Placeholder 84">
            <a:extLst>
              <a:ext uri="{FF2B5EF4-FFF2-40B4-BE49-F238E27FC236}">
                <a16:creationId xmlns:a16="http://schemas.microsoft.com/office/drawing/2014/main" id="{F28DBABC-BBB9-917D-3CB2-40E99FCCDAB8}"/>
              </a:ext>
            </a:extLst>
          </p:cNvPr>
          <p:cNvSpPr>
            <a:spLocks noGrp="1"/>
          </p:cNvSpPr>
          <p:nvPr>
            <p:ph type="body" sz="quarter" idx="56"/>
          </p:nvPr>
        </p:nvSpPr>
        <p:spPr/>
        <p:txBody>
          <a:bodyPr/>
          <a:lstStyle/>
          <a:p>
            <a:endParaRPr lang="en-US"/>
          </a:p>
        </p:txBody>
      </p:sp>
      <p:sp>
        <p:nvSpPr>
          <p:cNvPr id="86" name="Text Placeholder 85">
            <a:extLst>
              <a:ext uri="{FF2B5EF4-FFF2-40B4-BE49-F238E27FC236}">
                <a16:creationId xmlns:a16="http://schemas.microsoft.com/office/drawing/2014/main" id="{459835BD-801B-60E6-337E-8BED5A3B36A8}"/>
              </a:ext>
            </a:extLst>
          </p:cNvPr>
          <p:cNvSpPr>
            <a:spLocks noGrp="1"/>
          </p:cNvSpPr>
          <p:nvPr>
            <p:ph type="body" sz="quarter" idx="57"/>
          </p:nvPr>
        </p:nvSpPr>
        <p:spPr/>
        <p:txBody>
          <a:bodyPr/>
          <a:lstStyle/>
          <a:p>
            <a:endParaRPr lang="en-US"/>
          </a:p>
        </p:txBody>
      </p:sp>
      <p:sp>
        <p:nvSpPr>
          <p:cNvPr id="87" name="Text Placeholder 86">
            <a:extLst>
              <a:ext uri="{FF2B5EF4-FFF2-40B4-BE49-F238E27FC236}">
                <a16:creationId xmlns:a16="http://schemas.microsoft.com/office/drawing/2014/main" id="{3507D3BC-538B-5E44-DAA4-3E8A618686E4}"/>
              </a:ext>
            </a:extLst>
          </p:cNvPr>
          <p:cNvSpPr>
            <a:spLocks noGrp="1"/>
          </p:cNvSpPr>
          <p:nvPr>
            <p:ph type="body" sz="quarter" idx="58"/>
          </p:nvPr>
        </p:nvSpPr>
        <p:spPr/>
        <p:txBody>
          <a:bodyPr/>
          <a:lstStyle/>
          <a:p>
            <a:endParaRPr lang="en-US"/>
          </a:p>
        </p:txBody>
      </p:sp>
      <p:sp>
        <p:nvSpPr>
          <p:cNvPr id="88" name="Picture Placeholder 87">
            <a:extLst>
              <a:ext uri="{FF2B5EF4-FFF2-40B4-BE49-F238E27FC236}">
                <a16:creationId xmlns:a16="http://schemas.microsoft.com/office/drawing/2014/main" id="{9C481375-F173-B80E-539A-892AB4C80D21}"/>
              </a:ext>
            </a:extLst>
          </p:cNvPr>
          <p:cNvSpPr>
            <a:spLocks noGrp="1"/>
          </p:cNvSpPr>
          <p:nvPr>
            <p:ph type="pic" sz="quarter" idx="59"/>
          </p:nvPr>
        </p:nvSpPr>
        <p:spPr/>
        <p:txBody>
          <a:bodyPr/>
          <a:lstStyle/>
          <a:p>
            <a:endParaRPr lang="en-US"/>
          </a:p>
        </p:txBody>
      </p:sp>
    </p:spTree>
    <p:extLst>
      <p:ext uri="{BB962C8B-B14F-4D97-AF65-F5344CB8AC3E}">
        <p14:creationId xmlns:p14="http://schemas.microsoft.com/office/powerpoint/2010/main" val="2383733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nline Image Placeholder 1">
            <a:extLst>
              <a:ext uri="{FF2B5EF4-FFF2-40B4-BE49-F238E27FC236}">
                <a16:creationId xmlns:a16="http://schemas.microsoft.com/office/drawing/2014/main" id="{F1223D89-3A76-4717-6A68-F49BDEEC9FA3}"/>
              </a:ext>
            </a:extLst>
          </p:cNvPr>
          <p:cNvSpPr>
            <a:spLocks noGrp="1"/>
          </p:cNvSpPr>
          <p:nvPr>
            <p:ph type="clipArt" sz="quarter" idx="22"/>
          </p:nvPr>
        </p:nvSpPr>
        <p:spPr/>
        <p:txBody>
          <a:bodyPr/>
          <a:lstStyle/>
          <a:p>
            <a:endParaRPr lang="en-US"/>
          </a:p>
        </p:txBody>
      </p:sp>
      <p:sp>
        <p:nvSpPr>
          <p:cNvPr id="3" name="Text Placeholder 2">
            <a:extLst>
              <a:ext uri="{FF2B5EF4-FFF2-40B4-BE49-F238E27FC236}">
                <a16:creationId xmlns:a16="http://schemas.microsoft.com/office/drawing/2014/main" id="{38606E14-B8DE-D2B1-586D-C318AD5762FD}"/>
              </a:ext>
            </a:extLst>
          </p:cNvPr>
          <p:cNvSpPr>
            <a:spLocks noGrp="1"/>
          </p:cNvSpPr>
          <p:nvPr>
            <p:ph type="body" sz="quarter" idx="26"/>
          </p:nvPr>
        </p:nvSpPr>
        <p:spPr/>
        <p:txBody>
          <a:bodyPr/>
          <a:lstStyle/>
          <a:p>
            <a:endParaRPr lang="en-US"/>
          </a:p>
        </p:txBody>
      </p:sp>
      <p:sp>
        <p:nvSpPr>
          <p:cNvPr id="4" name="Text Placeholder 3">
            <a:extLst>
              <a:ext uri="{FF2B5EF4-FFF2-40B4-BE49-F238E27FC236}">
                <a16:creationId xmlns:a16="http://schemas.microsoft.com/office/drawing/2014/main" id="{36D6A413-B139-960E-EFD3-4BB7E6170432}"/>
              </a:ext>
            </a:extLst>
          </p:cNvPr>
          <p:cNvSpPr>
            <a:spLocks noGrp="1"/>
          </p:cNvSpPr>
          <p:nvPr>
            <p:ph type="body" sz="quarter" idx="27"/>
          </p:nvPr>
        </p:nvSpPr>
        <p:spPr/>
        <p:txBody>
          <a:bodyPr/>
          <a:lstStyle/>
          <a:p>
            <a:endParaRPr lang="en-US"/>
          </a:p>
        </p:txBody>
      </p:sp>
      <p:sp>
        <p:nvSpPr>
          <p:cNvPr id="5" name="Text Placeholder 4">
            <a:extLst>
              <a:ext uri="{FF2B5EF4-FFF2-40B4-BE49-F238E27FC236}">
                <a16:creationId xmlns:a16="http://schemas.microsoft.com/office/drawing/2014/main" id="{FBC3774E-F30B-03F2-F403-D3783EA93143}"/>
              </a:ext>
            </a:extLst>
          </p:cNvPr>
          <p:cNvSpPr>
            <a:spLocks noGrp="1"/>
          </p:cNvSpPr>
          <p:nvPr>
            <p:ph type="body" sz="quarter" idx="29"/>
          </p:nvPr>
        </p:nvSpPr>
        <p:spPr/>
        <p:txBody>
          <a:bodyPr/>
          <a:lstStyle/>
          <a:p>
            <a:endParaRPr lang="en-US"/>
          </a:p>
        </p:txBody>
      </p:sp>
      <p:sp>
        <p:nvSpPr>
          <p:cNvPr id="6" name="Text Placeholder 5">
            <a:extLst>
              <a:ext uri="{FF2B5EF4-FFF2-40B4-BE49-F238E27FC236}">
                <a16:creationId xmlns:a16="http://schemas.microsoft.com/office/drawing/2014/main" id="{7136ED3B-95D7-4031-51A5-1510932649F2}"/>
              </a:ext>
            </a:extLst>
          </p:cNvPr>
          <p:cNvSpPr>
            <a:spLocks noGrp="1"/>
          </p:cNvSpPr>
          <p:nvPr>
            <p:ph type="body" sz="quarter" idx="30"/>
          </p:nvPr>
        </p:nvSpPr>
        <p:spPr/>
        <p:txBody>
          <a:bodyPr/>
          <a:lstStyle/>
          <a:p>
            <a:endParaRPr lang="en-US"/>
          </a:p>
        </p:txBody>
      </p:sp>
      <p:sp>
        <p:nvSpPr>
          <p:cNvPr id="7" name="Text Placeholder 6">
            <a:extLst>
              <a:ext uri="{FF2B5EF4-FFF2-40B4-BE49-F238E27FC236}">
                <a16:creationId xmlns:a16="http://schemas.microsoft.com/office/drawing/2014/main" id="{0A81989F-D36C-805A-C343-BA7B4E0FFBF4}"/>
              </a:ext>
            </a:extLst>
          </p:cNvPr>
          <p:cNvSpPr>
            <a:spLocks noGrp="1"/>
          </p:cNvSpPr>
          <p:nvPr>
            <p:ph type="body" sz="quarter" idx="31"/>
          </p:nvPr>
        </p:nvSpPr>
        <p:spPr/>
        <p:txBody>
          <a:bodyPr/>
          <a:lstStyle/>
          <a:p>
            <a:endParaRPr lang="en-US"/>
          </a:p>
        </p:txBody>
      </p:sp>
    </p:spTree>
    <p:extLst>
      <p:ext uri="{BB962C8B-B14F-4D97-AF65-F5344CB8AC3E}">
        <p14:creationId xmlns:p14="http://schemas.microsoft.com/office/powerpoint/2010/main" val="196004341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1013</TotalTime>
  <Words>0</Words>
  <Application>Microsoft Office PowerPoint</Application>
  <PresentationFormat>Custom</PresentationFormat>
  <Paragraphs>0</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IBM Plex Sans</vt:lpstr>
      <vt:lpstr>IBM Plex Sans SmBld</vt:lpstr>
      <vt:lpstr>Office Theme</vt:lpstr>
      <vt:lpstr>PowerPoint Presentation</vt:lpstr>
      <vt:lpstr>PowerPoint Presentation</vt:lpstr>
      <vt:lpstr>PowerPoint Presentation</vt:lpstr>
      <vt:lpstr>PowerPoint Presentation</vt:lpstr>
    </vt:vector>
  </TitlesOfParts>
  <Company>IBM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Melissa Fitzpatrick</dc:creator>
  <cp:lastModifiedBy>Melissa Fitzpatrick</cp:lastModifiedBy>
  <cp:revision>16</cp:revision>
  <dcterms:created xsi:type="dcterms:W3CDTF">2026-08-14T00:09:48Z</dcterms:created>
  <dcterms:modified xsi:type="dcterms:W3CDTF">2026-08-25T21:06:37Z</dcterms:modified>
</cp:coreProperties>
</file>