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handoutMasterIdLst>
    <p:handoutMasterId r:id="rId6"/>
  </p:handoutMasterIdLst>
  <p:sldIdLst>
    <p:sldId id="270" r:id="rId2"/>
    <p:sldId id="268" r:id="rId3"/>
    <p:sldId id="269" r:id="rId4"/>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989" autoAdjust="0"/>
    <p:restoredTop sz="94660"/>
  </p:normalViewPr>
  <p:slideViewPr>
    <p:cSldViewPr snapToGrid="0">
      <p:cViewPr varScale="1">
        <p:scale>
          <a:sx n="64" d="100"/>
          <a:sy n="64" d="100"/>
        </p:scale>
        <p:origin x="1474" y="55"/>
      </p:cViewPr>
      <p:guideLst>
        <p:guide orient="horz" pos="240"/>
        <p:guide pos="240"/>
        <p:guide orient="horz" pos="864"/>
        <p:guide/>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5" Type="http://schemas.openxmlformats.org/officeDocument/2006/relationships/notesMaster" Target="notesMasters/notesMaster1.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9/23/2026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9/23/2026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2</a:t>
            </a:fld>
            <a:endParaRPr lang="en-US"/>
          </a:p>
        </p:txBody>
      </p:sp>
    </p:spTree>
    <p:extLst>
      <p:ext uri="{BB962C8B-B14F-4D97-AF65-F5344CB8AC3E}">
        <p14:creationId xmlns:p14="http://schemas.microsoft.com/office/powerpoint/2010/main" val="1679407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3</a:t>
            </a:fld>
            <a:endParaRPr lang="en-US"/>
          </a:p>
        </p:txBody>
      </p:sp>
    </p:spTree>
    <p:extLst>
      <p:ext uri="{BB962C8B-B14F-4D97-AF65-F5344CB8AC3E}">
        <p14:creationId xmlns:p14="http://schemas.microsoft.com/office/powerpoint/2010/main" val="1624063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6"/>
            <a:ext cx="7201648" cy="1096683"/>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3570208"/>
          </a:xfrm>
          <a:prstGeom prst="rect">
            <a:avLst/>
          </a:prstGeom>
          <a:noFill/>
        </p:spPr>
        <p:txBody>
          <a:bodyPr wrap="square">
            <a:spAutoFit/>
          </a:bodyPr>
          <a:lstStyle/>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endPar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endParaRPr>
          </a:p>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layout for the Key Capabilities and Benefits pages. Choose the layout that best matches the number of items you want to highlight and whether you have KPI call-outs.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placement/cropping, or delete the image placeholders.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pictograms for the Benefits page on the last two slides.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10776" y="5602537"/>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marL="0" indent="0">
              <a:buNone/>
              <a:defRPr sz="14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296450"/>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422639"/>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238499"/>
            <a:ext cx="4422274" cy="276999"/>
          </a:xfrm>
          <a:prstGeom prst="rect">
            <a:avLst/>
          </a:prstGeom>
        </p:spPr>
        <p:txBody>
          <a:bodyPr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431795"/>
            <a:ext cx="4422274" cy="415498"/>
          </a:xfrm>
          <a:prstGeom prst="rect">
            <a:avLst/>
          </a:prstGeom>
        </p:spPr>
        <p:txBody>
          <a:bodyPr lIns="0" tIns="0" rIns="0" bIns="0">
            <a:sp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t>
            </a:r>
            <a:r>
              <a:rPr lang="en-US" dirty="0" err="1"/>
              <a:t>acheive</a:t>
            </a:r>
            <a:r>
              <a:rPr lang="en-US" dirty="0"/>
              <a:t>.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4975415"/>
            <a:ext cx="4422274" cy="415498"/>
          </a:xfrm>
          <a:prstGeom prst="rect">
            <a:avLst/>
          </a:prstGeom>
        </p:spPr>
        <p:txBody>
          <a:bodyPr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1"/>
            <a:ext cx="4422274" cy="369332"/>
          </a:xfrm>
          <a:prstGeom prst="rect">
            <a:avLst/>
          </a:prstGeom>
        </p:spPr>
        <p:txBody>
          <a:bodyPr lIns="0" tIns="0" rIns="0" bIns="0">
            <a:sp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422274"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138499"/>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3743151"/>
            <a:ext cx="2057056" cy="415498"/>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422274" cy="646331"/>
          </a:xfrm>
          <a:prstGeom prst="rect">
            <a:avLst/>
          </a:prstGeom>
        </p:spPr>
        <p:txBody>
          <a:bodyPr lIns="0" tIns="0" rIns="0" bIns="0">
            <a:sp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393530"/>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840831"/>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288132"/>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735432"/>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182732"/>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412714"/>
            <a:ext cx="4439753" cy="276999"/>
          </a:xfrm>
          <a:prstGeom prst="rect">
            <a:avLst/>
          </a:prstGeom>
        </p:spPr>
        <p:txBody>
          <a:bodyPr lIns="0" tIns="0" rIns="0" bIns="0">
            <a:spAutoFit/>
          </a:bodyPr>
          <a:lstStyle>
            <a:lvl1pPr marL="0" indent="0">
              <a:lnSpc>
                <a:spcPct val="100000"/>
              </a:lnSpc>
              <a:spcBef>
                <a:spcPts val="600"/>
              </a:spcBef>
              <a:buNone/>
              <a:defRPr lang="en-US" sz="900" b="1" smtClean="0">
                <a:effectLst/>
                <a:latin typeface="IBM Plex Sans" panose="020B0503050203000203" pitchFamily="34" charset="0"/>
                <a:ea typeface="IBM Plex Sans JP ExtLt" panose="020B0303050203000203" pitchFamily="34" charset="-128"/>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8235778"/>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60318"/>
            <a:ext cx="4439753" cy="276999"/>
          </a:xfrm>
          <a:prstGeom prst="rect">
            <a:avLst/>
          </a:prstGeom>
        </p:spPr>
        <p:txBody>
          <a:bodyPr lIns="0" tIns="0" rIns="0" bIns="0">
            <a:sp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393528"/>
            <a:ext cx="429768" cy="429768"/>
          </a:xfrm>
          <a:prstGeom prst="rect">
            <a:avLst/>
          </a:prstGeom>
        </p:spPr>
        <p:txBody>
          <a:bodyPr lIns="0" tIns="0" rIns="0" bIns="0"/>
          <a:lstStyle/>
          <a:p>
            <a:endParaRPr lang="en-US" dirty="0"/>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12543"/>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3"/>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425581"/>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6"/>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944595"/>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439753" cy="138499"/>
          </a:xfrm>
          <a:prstGeom prst="rect">
            <a:avLst/>
          </a:prstGeom>
        </p:spPr>
        <p:txBody>
          <a:bodyPr lIns="0" tIns="0" rIns="0" bIns="0">
            <a:sp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4"/>
            <a:ext cx="2278457" cy="215444"/>
          </a:xfrm>
          <a:prstGeom prst="rect">
            <a:avLst/>
          </a:prstGeom>
        </p:spPr>
        <p:txBody>
          <a:bodyPr lIns="0" tIns="0" rIns="0" bIns="0">
            <a:sp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7422982"/>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439753" cy="276999"/>
          </a:xfrm>
          <a:prstGeom prst="rect">
            <a:avLst/>
          </a:prstGeom>
        </p:spPr>
        <p:txBody>
          <a:bodyPr lIns="0" tIns="0" rIns="0" bIns="0">
            <a:spAutoFit/>
          </a:bodyPr>
          <a:lstStyle>
            <a:lvl1pPr marL="0" indent="0">
              <a:lnSpc>
                <a:spcPct val="100000"/>
              </a:lnSpc>
              <a:spcBef>
                <a:spcPts val="600"/>
              </a:spcBef>
              <a:buNone/>
              <a:defRPr lang="en-US" sz="900" b="1" smtClean="0">
                <a:effectLst/>
                <a:latin typeface="IBM Plex Sans" panose="020B0503050203000203" pitchFamily="34" charset="0"/>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899709"/>
            <a:ext cx="4439753" cy="276999"/>
          </a:xfrm>
          <a:prstGeom prst="rect">
            <a:avLst/>
          </a:prstGeom>
        </p:spPr>
        <p:txBody>
          <a:bodyPr lIns="0" tIns="0" rIns="0" bIns="0">
            <a:sp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322918" y="991432"/>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949573"/>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1218516"/>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487459"/>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322920" y="1529036"/>
            <a:ext cx="2055720" cy="216982"/>
          </a:xfrm>
          <a:prstGeom prst="rect">
            <a:avLst/>
          </a:prstGeom>
        </p:spPr>
        <p:txBody>
          <a:bodyPr>
            <a:sp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322915" y="2159832"/>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322917" y="2697718"/>
            <a:ext cx="2055720" cy="216982"/>
          </a:xfrm>
          <a:prstGeom prst="rect">
            <a:avLst/>
          </a:prstGeom>
        </p:spPr>
        <p:txBody>
          <a:bodyPr>
            <a:sp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322912" y="3328514"/>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322914" y="3866118"/>
            <a:ext cx="2055720" cy="216982"/>
          </a:xfrm>
          <a:prstGeom prst="rect">
            <a:avLst/>
          </a:prstGeom>
        </p:spPr>
        <p:txBody>
          <a:bodyPr>
            <a:sp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322909" y="4496914"/>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322911" y="5034518"/>
            <a:ext cx="2055720" cy="216982"/>
          </a:xfrm>
          <a:prstGeom prst="rect">
            <a:avLst/>
          </a:prstGeom>
        </p:spPr>
        <p:txBody>
          <a:bodyPr>
            <a:sp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700359"/>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969302"/>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3238245"/>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460436"/>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729379"/>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998322"/>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214536"/>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483479"/>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752422"/>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80590"/>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249533"/>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518476"/>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3FFD70F0-85ED-1050-B369-5DDBA88E0F9E}"/>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845F09BB-90F9-44EA-6BB1-D47D6DB6B14C}"/>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4046071"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7"/>
            <a:ext cx="4046071"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487473"/>
            <a:ext cx="4046071"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4046071"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8"/>
            <a:ext cx="4046071"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560224"/>
            <a:ext cx="4046071"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4046071"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4"/>
            <a:ext cx="4046071"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650860"/>
            <a:ext cx="4046071"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4046071"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5"/>
            <a:ext cx="4046071"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723611"/>
            <a:ext cx="4046071"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90805"/>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1" y="3955851"/>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414710"/>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678816"/>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3" y="3955851"/>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2" y="1678816"/>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1" y="5418153"/>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1" y="5716977"/>
            <a:ext cx="3281082"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1" y="8419091"/>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142056"/>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2" y="5418153"/>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2" y="5716977"/>
            <a:ext cx="3281082" cy="261610"/>
          </a:xfrm>
          <a:prstGeom prst="rect">
            <a:avLst/>
          </a:prstGeom>
        </p:spPr>
        <p:txBody>
          <a:bodyPr>
            <a:sp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2" y="8419091"/>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142056"/>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8853"/>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61610"/>
          </a:xfrm>
          <a:prstGeom prst="rect">
            <a:avLst/>
          </a:prstGeom>
        </p:spPr>
        <p:txBody>
          <a:bodyPr>
            <a:sp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230832"/>
          </a:xfrm>
          <a:prstGeom prst="rect">
            <a:avLst/>
          </a:prstGeom>
        </p:spPr>
        <p:txBody>
          <a:bodyPr>
            <a:sp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15178" cy="107722"/>
          </a:xfrm>
          <a:prstGeom prst="rect">
            <a:avLst/>
          </a:prstGeom>
          <a:noFill/>
        </p:spPr>
        <p:txBody>
          <a:bodyPr wrap="non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3"/>
            <a:ext cx="4439753" cy="553998"/>
          </a:xfrm>
          <a:prstGeom prst="rect">
            <a:avLst/>
          </a:prstGeom>
        </p:spPr>
        <p:txBody>
          <a:bodyPr lIns="0" tIns="0" rIns="0" bIns="0">
            <a:spAutoFit/>
          </a:bodyPr>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439753" cy="276999"/>
          </a:xfrm>
          <a:prstGeom prst="rect">
            <a:avLst/>
          </a:prstGeom>
        </p:spPr>
        <p:txBody>
          <a:bodyPr lIns="0" tIns="0" rIns="0" bIns="0">
            <a:spAutoFit/>
          </a:bodyPr>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1"/>
            <a:ext cx="4439751" cy="123111"/>
          </a:xfrm>
          <a:prstGeom prst="rect">
            <a:avLst/>
          </a:prstGeom>
        </p:spPr>
        <p:txBody>
          <a:bodyPr wrap="square" lIns="0" tIns="0" rIns="0" bIns="0">
            <a:sp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88314"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servicesessentials.ibm.com/launchpad/teams/6a8f5f8b1432c4ecb21bc0b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11.svg"/><Relationship Id="rId18" Type="http://schemas.openxmlformats.org/officeDocument/2006/relationships/image" Target="../media/image16.svg"/><Relationship Id="rId26" Type="http://schemas.openxmlformats.org/officeDocument/2006/relationships/image" Target="../media/image24.emf"/><Relationship Id="rId39" Type="http://schemas.openxmlformats.org/officeDocument/2006/relationships/image" Target="../media/image37.svg"/><Relationship Id="rId21" Type="http://schemas.openxmlformats.org/officeDocument/2006/relationships/image" Target="../media/image19.emf"/><Relationship Id="rId34" Type="http://schemas.openxmlformats.org/officeDocument/2006/relationships/image" Target="../media/image32.svg"/><Relationship Id="rId42" Type="http://schemas.openxmlformats.org/officeDocument/2006/relationships/image" Target="../media/image40.svg"/><Relationship Id="rId7" Type="http://schemas.openxmlformats.org/officeDocument/2006/relationships/image" Target="../media/image5.emf"/><Relationship Id="rId2" Type="http://schemas.openxmlformats.org/officeDocument/2006/relationships/notesSlide" Target="../notesSlides/notesSlide1.xml"/><Relationship Id="rId16" Type="http://schemas.openxmlformats.org/officeDocument/2006/relationships/image" Target="../media/image14.svg"/><Relationship Id="rId29" Type="http://schemas.openxmlformats.org/officeDocument/2006/relationships/image" Target="../media/image27.emf"/><Relationship Id="rId1" Type="http://schemas.openxmlformats.org/officeDocument/2006/relationships/slideLayout" Target="../slideLayouts/slideLayout11.xml"/><Relationship Id="rId6" Type="http://schemas.openxmlformats.org/officeDocument/2006/relationships/image" Target="../media/image4.emf"/><Relationship Id="rId11" Type="http://schemas.openxmlformats.org/officeDocument/2006/relationships/image" Target="../media/image9.svg"/><Relationship Id="rId24" Type="http://schemas.openxmlformats.org/officeDocument/2006/relationships/image" Target="../media/image22.emf"/><Relationship Id="rId32" Type="http://schemas.openxmlformats.org/officeDocument/2006/relationships/image" Target="../media/image30.svg"/><Relationship Id="rId37" Type="http://schemas.openxmlformats.org/officeDocument/2006/relationships/image" Target="../media/image35.svg"/><Relationship Id="rId40" Type="http://schemas.openxmlformats.org/officeDocument/2006/relationships/image" Target="../media/image38.svg"/><Relationship Id="rId45" Type="http://schemas.openxmlformats.org/officeDocument/2006/relationships/image" Target="../media/image43.emf"/><Relationship Id="rId5" Type="http://schemas.openxmlformats.org/officeDocument/2006/relationships/image" Target="../media/image3.emf"/><Relationship Id="rId15" Type="http://schemas.openxmlformats.org/officeDocument/2006/relationships/image" Target="../media/image13.svg"/><Relationship Id="rId23" Type="http://schemas.openxmlformats.org/officeDocument/2006/relationships/image" Target="../media/image21.emf"/><Relationship Id="rId28" Type="http://schemas.openxmlformats.org/officeDocument/2006/relationships/image" Target="../media/image26.emf"/><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svg"/><Relationship Id="rId31" Type="http://schemas.openxmlformats.org/officeDocument/2006/relationships/image" Target="../media/image29.svg"/><Relationship Id="rId44" Type="http://schemas.openxmlformats.org/officeDocument/2006/relationships/image" Target="../media/image42.emf"/><Relationship Id="rId4" Type="http://schemas.openxmlformats.org/officeDocument/2006/relationships/image" Target="../media/image2.emf"/><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emf"/><Relationship Id="rId27" Type="http://schemas.openxmlformats.org/officeDocument/2006/relationships/image" Target="../media/image25.emf"/><Relationship Id="rId30" Type="http://schemas.openxmlformats.org/officeDocument/2006/relationships/image" Target="../media/image28.svg"/><Relationship Id="rId35" Type="http://schemas.openxmlformats.org/officeDocument/2006/relationships/image" Target="../media/image33.svg"/><Relationship Id="rId43" Type="http://schemas.openxmlformats.org/officeDocument/2006/relationships/image" Target="../media/image41.svg"/><Relationship Id="rId8" Type="http://schemas.openxmlformats.org/officeDocument/2006/relationships/image" Target="../media/image6.emf"/><Relationship Id="rId3" Type="http://schemas.openxmlformats.org/officeDocument/2006/relationships/image" Target="../media/image1.emf"/><Relationship Id="rId12" Type="http://schemas.openxmlformats.org/officeDocument/2006/relationships/image" Target="../media/image10.svg"/><Relationship Id="rId17" Type="http://schemas.openxmlformats.org/officeDocument/2006/relationships/image" Target="../media/image15.svg"/><Relationship Id="rId25" Type="http://schemas.openxmlformats.org/officeDocument/2006/relationships/image" Target="../media/image23.emf"/><Relationship Id="rId33" Type="http://schemas.openxmlformats.org/officeDocument/2006/relationships/image" Target="../media/image31.svg"/><Relationship Id="rId38" Type="http://schemas.openxmlformats.org/officeDocument/2006/relationships/image" Target="../media/image36.svg"/><Relationship Id="rId20" Type="http://schemas.openxmlformats.org/officeDocument/2006/relationships/image" Target="../media/image18.emf"/><Relationship Id="rId41" Type="http://schemas.openxmlformats.org/officeDocument/2006/relationships/image" Target="../media/image39.svg"/></Relationships>
</file>

<file path=ppt/slides/_rels/slide3.xml.rels><?xml version="1.0" encoding="UTF-8" standalone="yes"?>
<Relationships xmlns="http://schemas.openxmlformats.org/package/2006/relationships"><Relationship Id="rId13" Type="http://schemas.openxmlformats.org/officeDocument/2006/relationships/image" Target="../media/image54.svg"/><Relationship Id="rId18" Type="http://schemas.openxmlformats.org/officeDocument/2006/relationships/image" Target="../media/image59.svg"/><Relationship Id="rId26" Type="http://schemas.openxmlformats.org/officeDocument/2006/relationships/image" Target="../media/image67.svg"/><Relationship Id="rId39" Type="http://schemas.openxmlformats.org/officeDocument/2006/relationships/image" Target="../media/image80.svg"/><Relationship Id="rId21" Type="http://schemas.openxmlformats.org/officeDocument/2006/relationships/image" Target="../media/image62.svg"/><Relationship Id="rId34" Type="http://schemas.openxmlformats.org/officeDocument/2006/relationships/image" Target="../media/image75.svg"/><Relationship Id="rId42" Type="http://schemas.openxmlformats.org/officeDocument/2006/relationships/image" Target="../media/image83.svg"/><Relationship Id="rId47" Type="http://schemas.openxmlformats.org/officeDocument/2006/relationships/image" Target="../media/image88.svg"/><Relationship Id="rId50" Type="http://schemas.openxmlformats.org/officeDocument/2006/relationships/image" Target="../media/image91.emf"/><Relationship Id="rId7" Type="http://schemas.openxmlformats.org/officeDocument/2006/relationships/image" Target="../media/image48.emf"/><Relationship Id="rId2" Type="http://schemas.openxmlformats.org/officeDocument/2006/relationships/notesSlide" Target="../notesSlides/notesSlide2.xml"/><Relationship Id="rId16" Type="http://schemas.openxmlformats.org/officeDocument/2006/relationships/image" Target="../media/image57.svg"/><Relationship Id="rId29" Type="http://schemas.openxmlformats.org/officeDocument/2006/relationships/image" Target="../media/image70.svg"/><Relationship Id="rId11" Type="http://schemas.openxmlformats.org/officeDocument/2006/relationships/image" Target="../media/image52.emf"/><Relationship Id="rId24" Type="http://schemas.openxmlformats.org/officeDocument/2006/relationships/image" Target="../media/image65.svg"/><Relationship Id="rId32" Type="http://schemas.openxmlformats.org/officeDocument/2006/relationships/image" Target="../media/image73.svg"/><Relationship Id="rId37" Type="http://schemas.openxmlformats.org/officeDocument/2006/relationships/image" Target="../media/image78.svg"/><Relationship Id="rId40" Type="http://schemas.openxmlformats.org/officeDocument/2006/relationships/image" Target="../media/image81.svg"/><Relationship Id="rId45" Type="http://schemas.openxmlformats.org/officeDocument/2006/relationships/image" Target="../media/image86.svg"/><Relationship Id="rId53" Type="http://schemas.openxmlformats.org/officeDocument/2006/relationships/image" Target="../media/image94.emf"/><Relationship Id="rId5" Type="http://schemas.openxmlformats.org/officeDocument/2006/relationships/image" Target="../media/image46.emf"/><Relationship Id="rId10" Type="http://schemas.openxmlformats.org/officeDocument/2006/relationships/image" Target="../media/image51.emf"/><Relationship Id="rId19" Type="http://schemas.openxmlformats.org/officeDocument/2006/relationships/image" Target="../media/image60.svg"/><Relationship Id="rId31" Type="http://schemas.openxmlformats.org/officeDocument/2006/relationships/image" Target="../media/image72.svg"/><Relationship Id="rId44" Type="http://schemas.openxmlformats.org/officeDocument/2006/relationships/image" Target="../media/image85.svg"/><Relationship Id="rId52" Type="http://schemas.openxmlformats.org/officeDocument/2006/relationships/image" Target="../media/image93.emf"/><Relationship Id="rId4" Type="http://schemas.openxmlformats.org/officeDocument/2006/relationships/image" Target="../media/image45.svg"/><Relationship Id="rId9" Type="http://schemas.openxmlformats.org/officeDocument/2006/relationships/image" Target="../media/image50.emf"/><Relationship Id="rId14" Type="http://schemas.openxmlformats.org/officeDocument/2006/relationships/image" Target="../media/image55.svg"/><Relationship Id="rId22" Type="http://schemas.openxmlformats.org/officeDocument/2006/relationships/image" Target="../media/image63.svg"/><Relationship Id="rId27" Type="http://schemas.openxmlformats.org/officeDocument/2006/relationships/image" Target="../media/image68.svg"/><Relationship Id="rId30" Type="http://schemas.openxmlformats.org/officeDocument/2006/relationships/image" Target="../media/image71.svg"/><Relationship Id="rId35" Type="http://schemas.openxmlformats.org/officeDocument/2006/relationships/image" Target="../media/image76.svg"/><Relationship Id="rId43" Type="http://schemas.openxmlformats.org/officeDocument/2006/relationships/image" Target="../media/image84.svg"/><Relationship Id="rId48" Type="http://schemas.openxmlformats.org/officeDocument/2006/relationships/image" Target="../media/image89.emf"/><Relationship Id="rId8" Type="http://schemas.openxmlformats.org/officeDocument/2006/relationships/image" Target="../media/image49.emf"/><Relationship Id="rId51" Type="http://schemas.openxmlformats.org/officeDocument/2006/relationships/image" Target="../media/image92.emf"/><Relationship Id="rId3" Type="http://schemas.openxmlformats.org/officeDocument/2006/relationships/image" Target="../media/image44.emf"/><Relationship Id="rId12" Type="http://schemas.openxmlformats.org/officeDocument/2006/relationships/image" Target="../media/image53.svg"/><Relationship Id="rId17" Type="http://schemas.openxmlformats.org/officeDocument/2006/relationships/image" Target="../media/image58.svg"/><Relationship Id="rId25" Type="http://schemas.openxmlformats.org/officeDocument/2006/relationships/image" Target="../media/image66.svg"/><Relationship Id="rId33" Type="http://schemas.openxmlformats.org/officeDocument/2006/relationships/image" Target="../media/image74.svg"/><Relationship Id="rId38" Type="http://schemas.openxmlformats.org/officeDocument/2006/relationships/image" Target="../media/image79.svg"/><Relationship Id="rId46" Type="http://schemas.openxmlformats.org/officeDocument/2006/relationships/image" Target="../media/image87.svg"/><Relationship Id="rId20" Type="http://schemas.openxmlformats.org/officeDocument/2006/relationships/image" Target="../media/image61.svg"/><Relationship Id="rId41" Type="http://schemas.openxmlformats.org/officeDocument/2006/relationships/image" Target="../media/image82.svg"/><Relationship Id="rId1" Type="http://schemas.openxmlformats.org/officeDocument/2006/relationships/slideLayout" Target="../slideLayouts/slideLayout11.xml"/><Relationship Id="rId6" Type="http://schemas.openxmlformats.org/officeDocument/2006/relationships/image" Target="../media/image47.emf"/><Relationship Id="rId15" Type="http://schemas.openxmlformats.org/officeDocument/2006/relationships/image" Target="../media/image56.svg"/><Relationship Id="rId23" Type="http://schemas.openxmlformats.org/officeDocument/2006/relationships/image" Target="../media/image64.svg"/><Relationship Id="rId28" Type="http://schemas.openxmlformats.org/officeDocument/2006/relationships/image" Target="../media/image69.svg"/><Relationship Id="rId36" Type="http://schemas.openxmlformats.org/officeDocument/2006/relationships/image" Target="../media/image77.svg"/><Relationship Id="rId49" Type="http://schemas.openxmlformats.org/officeDocument/2006/relationships/image" Target="../media/image9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pPr marL="0" indent="0"/>
            <a:endParaRPr lang="en-US" dirty="0"/>
          </a:p>
        </p:txBody>
      </p:sp>
      <p:sp>
        <p:nvSpPr>
          <p:cNvPr id="7" name="TextBox 6">
            <a:extLst>
              <a:ext uri="{FF2B5EF4-FFF2-40B4-BE49-F238E27FC236}">
                <a16:creationId xmlns:a16="http://schemas.microsoft.com/office/drawing/2014/main" id="{77D6CCB4-3A00-A2FE-82DD-911B3FB6A8D0}"/>
              </a:ext>
            </a:extLst>
          </p:cNvPr>
          <p:cNvSpPr txBox="1"/>
          <p:nvPr/>
        </p:nvSpPr>
        <p:spPr>
          <a:xfrm>
            <a:off x="270433" y="2120012"/>
            <a:ext cx="7182226" cy="307777"/>
          </a:xfrm>
          <a:prstGeom prst="rect">
            <a:avLst/>
          </a:prstGeom>
          <a:noFill/>
        </p:spPr>
        <p:txBody>
          <a:bodyPr wrap="square">
            <a:spAutoFit/>
          </a:bodyPr>
          <a:lstStyle/>
          <a:p>
            <a:pPr marL="0" algn="l" rtl="0" eaLnBrk="1" latinLnBrk="0" hangingPunct="1">
              <a:buNone/>
            </a:pPr>
            <a:r>
              <a:rPr lang="en-US" sz="1400" b="1" i="0" kern="1200" spc="0" baseline="0" dirty="0">
                <a:ln>
                  <a:noFill/>
                </a:ln>
                <a:solidFill>
                  <a:srgbClr val="000000"/>
                </a:solidFill>
                <a:effectLst/>
                <a:latin typeface="IBM Plex Sans" panose="020B0503050203000203" pitchFamily="34" charset="0"/>
                <a:ea typeface="+mn-ea"/>
                <a:cs typeface="+mn-cs"/>
              </a:rPr>
              <a:t>Don’t’ have your solution brief text yet? </a:t>
            </a:r>
            <a:r>
              <a:rPr lang="en-US" sz="1400" b="0" i="0" kern="1200" spc="0" baseline="0" dirty="0">
                <a:ln>
                  <a:noFill/>
                </a:ln>
                <a:solidFill>
                  <a:srgbClr val="000000"/>
                </a:solidFill>
                <a:effectLst/>
                <a:latin typeface="IBM Plex Sans" panose="020B0503050203000203" pitchFamily="34" charset="0"/>
                <a:ea typeface="+mn-ea"/>
                <a:cs typeface="+mn-cs"/>
              </a:rPr>
              <a:t> Use the </a:t>
            </a:r>
            <a:r>
              <a:rPr lang="en-US" sz="1400" b="0" i="0" kern="1200" spc="0" baseline="0" dirty="0">
                <a:ln>
                  <a:noFill/>
                </a:ln>
                <a:solidFill>
                  <a:srgbClr val="000000"/>
                </a:solidFill>
                <a:effectLst/>
                <a:latin typeface="IBM Plex Sans" panose="020B0503050203000203" pitchFamily="34" charset="0"/>
                <a:ea typeface="+mn-ea"/>
                <a:cs typeface="+mn-cs"/>
                <a:hlinkClick r:id="rId2"/>
              </a:rPr>
              <a:t>Solution Brief Builder agent</a:t>
            </a:r>
            <a:endParaRPr lang="en-US" dirty="0">
              <a:effectLst/>
            </a:endParaRPr>
          </a:p>
        </p:txBody>
      </p:sp>
    </p:spTree>
    <p:extLst>
      <p:ext uri="{BB962C8B-B14F-4D97-AF65-F5344CB8AC3E}">
        <p14:creationId xmlns:p14="http://schemas.microsoft.com/office/powerpoint/2010/main" val="239942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 upload, Black pictogram">
            <a:extLst>
              <a:ext uri="{FF2B5EF4-FFF2-40B4-BE49-F238E27FC236}">
                <a16:creationId xmlns:a16="http://schemas.microsoft.com/office/drawing/2014/main" id="{5AA8A997-8811-648F-6135-063594E202D2}"/>
              </a:ext>
            </a:extLst>
          </p:cNvPr>
          <p:cNvPicPr>
            <a:picLocks noChangeAspect="1"/>
          </p:cNvPicPr>
          <p:nvPr/>
        </p:nvPicPr>
        <p:blipFill>
          <a:blip r:embed="rId3"/>
          <a:stretch>
            <a:fillRect/>
          </a:stretch>
        </p:blipFill>
        <p:spPr>
          <a:xfrm>
            <a:off x="430587" y="896588"/>
            <a:ext cx="429768" cy="429768"/>
          </a:xfrm>
          <a:prstGeom prst="rect">
            <a:avLst/>
          </a:prstGeom>
        </p:spPr>
      </p:pic>
      <p:pic>
        <p:nvPicPr>
          <p:cNvPr id="5" name="Picture 4" descr="Renew, Black pictogram">
            <a:extLst>
              <a:ext uri="{FF2B5EF4-FFF2-40B4-BE49-F238E27FC236}">
                <a16:creationId xmlns:a16="http://schemas.microsoft.com/office/drawing/2014/main" id="{C542FDD8-4F84-BB32-921D-FDDA5623E651}"/>
              </a:ext>
            </a:extLst>
          </p:cNvPr>
          <p:cNvPicPr>
            <a:picLocks noChangeAspect="1"/>
          </p:cNvPicPr>
          <p:nvPr/>
        </p:nvPicPr>
        <p:blipFill>
          <a:blip r:embed="rId4"/>
          <a:stretch>
            <a:fillRect/>
          </a:stretch>
        </p:blipFill>
        <p:spPr>
          <a:xfrm>
            <a:off x="6707887" y="4612695"/>
            <a:ext cx="429768" cy="429768"/>
          </a:xfrm>
          <a:prstGeom prst="rect">
            <a:avLst/>
          </a:prstGeom>
        </p:spPr>
      </p:pic>
      <p:pic>
        <p:nvPicPr>
          <p:cNvPr id="7" name="Picture 6" descr="Trust, Black pictogram">
            <a:extLst>
              <a:ext uri="{FF2B5EF4-FFF2-40B4-BE49-F238E27FC236}">
                <a16:creationId xmlns:a16="http://schemas.microsoft.com/office/drawing/2014/main" id="{D1CE6A85-95FD-C7B6-38E2-43892CED1878}"/>
              </a:ext>
            </a:extLst>
          </p:cNvPr>
          <p:cNvPicPr>
            <a:picLocks noChangeAspect="1"/>
          </p:cNvPicPr>
          <p:nvPr/>
        </p:nvPicPr>
        <p:blipFill>
          <a:blip r:embed="rId5"/>
          <a:stretch>
            <a:fillRect/>
          </a:stretch>
        </p:blipFill>
        <p:spPr>
          <a:xfrm>
            <a:off x="1475114" y="3234883"/>
            <a:ext cx="429768" cy="429768"/>
          </a:xfrm>
          <a:prstGeom prst="rect">
            <a:avLst/>
          </a:prstGeom>
        </p:spPr>
      </p:pic>
      <p:sp>
        <p:nvSpPr>
          <p:cNvPr id="9" name="TextBox 8">
            <a:extLst>
              <a:ext uri="{FF2B5EF4-FFF2-40B4-BE49-F238E27FC236}">
                <a16:creationId xmlns:a16="http://schemas.microsoft.com/office/drawing/2014/main" id="{176B28E8-94D0-3ABE-9E89-32A6F7DFB983}"/>
              </a:ext>
            </a:extLst>
          </p:cNvPr>
          <p:cNvSpPr txBox="1"/>
          <p:nvPr/>
        </p:nvSpPr>
        <p:spPr>
          <a:xfrm>
            <a:off x="212884" y="1459311"/>
            <a:ext cx="878866"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3" name="TextBox 12">
            <a:extLst>
              <a:ext uri="{FF2B5EF4-FFF2-40B4-BE49-F238E27FC236}">
                <a16:creationId xmlns:a16="http://schemas.microsoft.com/office/drawing/2014/main" id="{3C27AC6E-CC6F-2551-F58E-A8FAAD230C64}"/>
              </a:ext>
            </a:extLst>
          </p:cNvPr>
          <p:cNvSpPr txBox="1"/>
          <p:nvPr/>
        </p:nvSpPr>
        <p:spPr>
          <a:xfrm>
            <a:off x="1273092" y="3809833"/>
            <a:ext cx="705199"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5" name="Picture 14" descr="Data privacy, Black pictogram">
            <a:extLst>
              <a:ext uri="{FF2B5EF4-FFF2-40B4-BE49-F238E27FC236}">
                <a16:creationId xmlns:a16="http://schemas.microsoft.com/office/drawing/2014/main" id="{519C24C5-ED3D-23F3-8161-7383CEDB08EF}"/>
              </a:ext>
            </a:extLst>
          </p:cNvPr>
          <p:cNvPicPr>
            <a:picLocks noChangeAspect="1"/>
          </p:cNvPicPr>
          <p:nvPr/>
        </p:nvPicPr>
        <p:blipFill>
          <a:blip r:embed="rId6"/>
          <a:srcRect/>
          <a:stretch/>
        </p:blipFill>
        <p:spPr>
          <a:xfrm>
            <a:off x="2517762" y="896588"/>
            <a:ext cx="429768" cy="429768"/>
          </a:xfrm>
          <a:prstGeom prst="rect">
            <a:avLst/>
          </a:prstGeom>
        </p:spPr>
      </p:pic>
      <p:sp>
        <p:nvSpPr>
          <p:cNvPr id="17" name="TextBox 16">
            <a:extLst>
              <a:ext uri="{FF2B5EF4-FFF2-40B4-BE49-F238E27FC236}">
                <a16:creationId xmlns:a16="http://schemas.microsoft.com/office/drawing/2014/main" id="{0487751C-98D5-C145-08E2-77E7DE5EFDAE}"/>
              </a:ext>
            </a:extLst>
          </p:cNvPr>
          <p:cNvSpPr txBox="1"/>
          <p:nvPr/>
        </p:nvSpPr>
        <p:spPr>
          <a:xfrm>
            <a:off x="2299900" y="1459311"/>
            <a:ext cx="852467"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9" name="Picture 18" descr="Hybrid cloud services, Black pictogram">
            <a:extLst>
              <a:ext uri="{FF2B5EF4-FFF2-40B4-BE49-F238E27FC236}">
                <a16:creationId xmlns:a16="http://schemas.microsoft.com/office/drawing/2014/main" id="{A1DC70BB-BAA1-3A13-4EF6-229013593725}"/>
              </a:ext>
            </a:extLst>
          </p:cNvPr>
          <p:cNvPicPr>
            <a:picLocks noChangeAspect="1"/>
          </p:cNvPicPr>
          <p:nvPr/>
        </p:nvPicPr>
        <p:blipFill>
          <a:blip r:embed="rId7"/>
          <a:srcRect/>
          <a:stretch/>
        </p:blipFill>
        <p:spPr>
          <a:xfrm>
            <a:off x="1476505" y="7199174"/>
            <a:ext cx="429768" cy="429768"/>
          </a:xfrm>
          <a:prstGeom prst="rect">
            <a:avLst/>
          </a:prstGeom>
        </p:spPr>
      </p:pic>
      <p:sp>
        <p:nvSpPr>
          <p:cNvPr id="21" name="TextBox 20">
            <a:extLst>
              <a:ext uri="{FF2B5EF4-FFF2-40B4-BE49-F238E27FC236}">
                <a16:creationId xmlns:a16="http://schemas.microsoft.com/office/drawing/2014/main" id="{545E34C0-A0BA-E16F-4379-C86FCA4998D6}"/>
              </a:ext>
            </a:extLst>
          </p:cNvPr>
          <p:cNvSpPr txBox="1"/>
          <p:nvPr/>
        </p:nvSpPr>
        <p:spPr>
          <a:xfrm>
            <a:off x="1249479" y="7809219"/>
            <a:ext cx="874801"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3" name="Picture 22" descr="On premises, Black pictogram">
            <a:extLst>
              <a:ext uri="{FF2B5EF4-FFF2-40B4-BE49-F238E27FC236}">
                <a16:creationId xmlns:a16="http://schemas.microsoft.com/office/drawing/2014/main" id="{55529854-271E-73F1-49D6-EECAE461D693}"/>
              </a:ext>
            </a:extLst>
          </p:cNvPr>
          <p:cNvPicPr>
            <a:picLocks noChangeAspect="1"/>
          </p:cNvPicPr>
          <p:nvPr/>
        </p:nvPicPr>
        <p:blipFill>
          <a:blip r:embed="rId8"/>
          <a:srcRect/>
          <a:stretch/>
        </p:blipFill>
        <p:spPr>
          <a:xfrm>
            <a:off x="1469695" y="896588"/>
            <a:ext cx="429768" cy="429768"/>
          </a:xfrm>
          <a:prstGeom prst="rect">
            <a:avLst/>
          </a:prstGeom>
        </p:spPr>
      </p:pic>
      <p:sp>
        <p:nvSpPr>
          <p:cNvPr id="25" name="TextBox 24">
            <a:extLst>
              <a:ext uri="{FF2B5EF4-FFF2-40B4-BE49-F238E27FC236}">
                <a16:creationId xmlns:a16="http://schemas.microsoft.com/office/drawing/2014/main" id="{EC9E2AE1-1046-B0CA-D30E-A2B173548F2A}"/>
              </a:ext>
            </a:extLst>
          </p:cNvPr>
          <p:cNvSpPr txBox="1"/>
          <p:nvPr/>
        </p:nvSpPr>
        <p:spPr>
          <a:xfrm>
            <a:off x="1251889" y="1459311"/>
            <a:ext cx="872067"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31" name="Picture Placeholder 12" descr="A picture containing symbol, circle, graphics, font&#10;&#10;Description automatically generated">
            <a:extLst>
              <a:ext uri="{FF2B5EF4-FFF2-40B4-BE49-F238E27FC236}">
                <a16:creationId xmlns:a16="http://schemas.microsoft.com/office/drawing/2014/main" id="{9E974202-D14A-5647-9118-972886F38AA5}"/>
              </a:ext>
            </a:extLst>
          </p:cNvPr>
          <p:cNvPicPr>
            <a:picLocks noChangeAspect="1"/>
          </p:cNvPicPr>
          <p:nvPr/>
        </p:nvPicPr>
        <p:blipFill>
          <a:blip r:embed="rId9" cstate="print">
            <a:biLevel thresh="75000"/>
            <a:extLst>
              <a:ext uri="{28A0092B-C50C-407E-A947-70E740481C1C}">
                <a14:useLocalDpi xmlns:a14="http://schemas.microsoft.com/office/drawing/2010/main"/>
              </a:ext>
            </a:extLst>
          </a:blip>
          <a:srcRect/>
          <a:stretch>
            <a:fillRect/>
          </a:stretch>
        </p:blipFill>
        <p:spPr>
          <a:xfrm>
            <a:off x="2522423" y="7199174"/>
            <a:ext cx="429768" cy="429768"/>
          </a:xfrm>
          <a:prstGeom prst="rect">
            <a:avLst/>
          </a:prstGeom>
        </p:spPr>
      </p:pic>
      <p:sp>
        <p:nvSpPr>
          <p:cNvPr id="33" name="TextBox 32">
            <a:extLst>
              <a:ext uri="{FF2B5EF4-FFF2-40B4-BE49-F238E27FC236}">
                <a16:creationId xmlns:a16="http://schemas.microsoft.com/office/drawing/2014/main" id="{41150D75-D2E8-3FEB-9016-36E68522FDFA}"/>
              </a:ext>
            </a:extLst>
          </p:cNvPr>
          <p:cNvSpPr txBox="1"/>
          <p:nvPr/>
        </p:nvSpPr>
        <p:spPr>
          <a:xfrm>
            <a:off x="2307573" y="7809219"/>
            <a:ext cx="895668"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5" name="TextBox 34">
            <a:extLst>
              <a:ext uri="{FF2B5EF4-FFF2-40B4-BE49-F238E27FC236}">
                <a16:creationId xmlns:a16="http://schemas.microsoft.com/office/drawing/2014/main" id="{C9334E0F-2484-A1E2-C818-F220F6BDBC09}"/>
              </a:ext>
            </a:extLst>
          </p:cNvPr>
          <p:cNvSpPr txBox="1"/>
          <p:nvPr/>
        </p:nvSpPr>
        <p:spPr>
          <a:xfrm>
            <a:off x="6516747" y="5197472"/>
            <a:ext cx="812049" cy="31857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9" name="Graphic 38">
            <a:extLst>
              <a:ext uri="{FF2B5EF4-FFF2-40B4-BE49-F238E27FC236}">
                <a16:creationId xmlns:a16="http://schemas.microsoft.com/office/drawing/2014/main" id="{463D4C15-98AF-1352-FC7B-3B51F3DC2A4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63457" y="1994150"/>
            <a:ext cx="429768" cy="429768"/>
          </a:xfrm>
          <a:prstGeom prst="rect">
            <a:avLst/>
          </a:prstGeom>
        </p:spPr>
      </p:pic>
      <p:pic>
        <p:nvPicPr>
          <p:cNvPr id="41" name="Graphic 40">
            <a:extLst>
              <a:ext uri="{FF2B5EF4-FFF2-40B4-BE49-F238E27FC236}">
                <a16:creationId xmlns:a16="http://schemas.microsoft.com/office/drawing/2014/main" id="{7C951A3E-6BDF-1D9A-6374-2306CB009B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16883" y="1994150"/>
            <a:ext cx="429768" cy="429768"/>
          </a:xfrm>
          <a:prstGeom prst="rect">
            <a:avLst/>
          </a:prstGeom>
        </p:spPr>
      </p:pic>
      <p:pic>
        <p:nvPicPr>
          <p:cNvPr id="43" name="Graphic 42">
            <a:extLst>
              <a:ext uri="{FF2B5EF4-FFF2-40B4-BE49-F238E27FC236}">
                <a16:creationId xmlns:a16="http://schemas.microsoft.com/office/drawing/2014/main" id="{9B85A0AA-6415-A2C9-C9FD-2252E2C98FE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30587" y="1994150"/>
            <a:ext cx="429768" cy="429768"/>
          </a:xfrm>
          <a:prstGeom prst="rect">
            <a:avLst/>
          </a:prstGeom>
        </p:spPr>
      </p:pic>
      <p:pic>
        <p:nvPicPr>
          <p:cNvPr id="45" name="Graphic 44">
            <a:extLst>
              <a:ext uri="{FF2B5EF4-FFF2-40B4-BE49-F238E27FC236}">
                <a16:creationId xmlns:a16="http://schemas.microsoft.com/office/drawing/2014/main" id="{E7595233-B85D-CFDF-ED43-BDACD2EA0DE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30587" y="3234883"/>
            <a:ext cx="429768" cy="429768"/>
          </a:xfrm>
          <a:prstGeom prst="rect">
            <a:avLst/>
          </a:prstGeom>
        </p:spPr>
      </p:pic>
      <p:pic>
        <p:nvPicPr>
          <p:cNvPr id="47" name="Graphic 46">
            <a:extLst>
              <a:ext uri="{FF2B5EF4-FFF2-40B4-BE49-F238E27FC236}">
                <a16:creationId xmlns:a16="http://schemas.microsoft.com/office/drawing/2014/main" id="{D53B6E21-1F74-1141-5071-015167B8667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07887" y="1994150"/>
            <a:ext cx="429768" cy="429768"/>
          </a:xfrm>
          <a:prstGeom prst="rect">
            <a:avLst/>
          </a:prstGeom>
        </p:spPr>
      </p:pic>
      <p:pic>
        <p:nvPicPr>
          <p:cNvPr id="49" name="Graphic 48">
            <a:extLst>
              <a:ext uri="{FF2B5EF4-FFF2-40B4-BE49-F238E27FC236}">
                <a16:creationId xmlns:a16="http://schemas.microsoft.com/office/drawing/2014/main" id="{D2245099-4211-5A04-A1F6-E0E7CDA4837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707887" y="896588"/>
            <a:ext cx="429768" cy="429768"/>
          </a:xfrm>
          <a:prstGeom prst="rect">
            <a:avLst/>
          </a:prstGeom>
        </p:spPr>
      </p:pic>
      <p:pic>
        <p:nvPicPr>
          <p:cNvPr id="51" name="Graphic 50">
            <a:extLst>
              <a:ext uri="{FF2B5EF4-FFF2-40B4-BE49-F238E27FC236}">
                <a16:creationId xmlns:a16="http://schemas.microsoft.com/office/drawing/2014/main" id="{9DA13F43-E2D3-E4D2-1A97-2328B785E6A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523735" y="1994150"/>
            <a:ext cx="429768" cy="429768"/>
          </a:xfrm>
          <a:prstGeom prst="rect">
            <a:avLst/>
          </a:prstGeom>
        </p:spPr>
      </p:pic>
      <p:pic>
        <p:nvPicPr>
          <p:cNvPr id="53" name="Graphic 52">
            <a:extLst>
              <a:ext uri="{FF2B5EF4-FFF2-40B4-BE49-F238E27FC236}">
                <a16:creationId xmlns:a16="http://schemas.microsoft.com/office/drawing/2014/main" id="{75975068-CB6B-A75A-2271-AFCCB3B03A4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77161" y="1994150"/>
            <a:ext cx="429768" cy="429768"/>
          </a:xfrm>
          <a:prstGeom prst="rect">
            <a:avLst/>
          </a:prstGeom>
        </p:spPr>
      </p:pic>
      <p:pic>
        <p:nvPicPr>
          <p:cNvPr id="55" name="Graphic 54">
            <a:extLst>
              <a:ext uri="{FF2B5EF4-FFF2-40B4-BE49-F238E27FC236}">
                <a16:creationId xmlns:a16="http://schemas.microsoft.com/office/drawing/2014/main" id="{E6BF5F7B-17E4-B953-2E23-F4EE8FBEAD4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3570309" y="1994150"/>
            <a:ext cx="429768" cy="429768"/>
          </a:xfrm>
          <a:prstGeom prst="rect">
            <a:avLst/>
          </a:prstGeom>
        </p:spPr>
      </p:pic>
      <p:pic>
        <p:nvPicPr>
          <p:cNvPr id="57" name="Graphic 56">
            <a:extLst>
              <a:ext uri="{FF2B5EF4-FFF2-40B4-BE49-F238E27FC236}">
                <a16:creationId xmlns:a16="http://schemas.microsoft.com/office/drawing/2014/main" id="{7432384E-800E-4D66-E05D-3299C7C7C37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661963" y="896588"/>
            <a:ext cx="429768" cy="429768"/>
          </a:xfrm>
          <a:prstGeom prst="rect">
            <a:avLst/>
          </a:prstGeom>
        </p:spPr>
      </p:pic>
      <p:pic>
        <p:nvPicPr>
          <p:cNvPr id="59" name="Picture 58">
            <a:extLst>
              <a:ext uri="{FF2B5EF4-FFF2-40B4-BE49-F238E27FC236}">
                <a16:creationId xmlns:a16="http://schemas.microsoft.com/office/drawing/2014/main" id="{B5838547-C6C5-A1DF-F926-E4324C9325F5}"/>
              </a:ext>
            </a:extLst>
          </p:cNvPr>
          <p:cNvPicPr>
            <a:picLocks noChangeAspect="1"/>
          </p:cNvPicPr>
          <p:nvPr/>
        </p:nvPicPr>
        <p:blipFill>
          <a:blip r:embed="rId20"/>
          <a:srcRect/>
          <a:stretch/>
        </p:blipFill>
        <p:spPr>
          <a:xfrm>
            <a:off x="5657393" y="3234883"/>
            <a:ext cx="433939" cy="429768"/>
          </a:xfrm>
          <a:prstGeom prst="rect">
            <a:avLst/>
          </a:prstGeom>
        </p:spPr>
      </p:pic>
      <p:pic>
        <p:nvPicPr>
          <p:cNvPr id="61" name="Picture 60">
            <a:extLst>
              <a:ext uri="{FF2B5EF4-FFF2-40B4-BE49-F238E27FC236}">
                <a16:creationId xmlns:a16="http://schemas.microsoft.com/office/drawing/2014/main" id="{1BF5D9C2-3994-D006-BA66-1DA7C0232561}"/>
              </a:ext>
            </a:extLst>
          </p:cNvPr>
          <p:cNvPicPr>
            <a:picLocks noChangeAspect="1"/>
          </p:cNvPicPr>
          <p:nvPr/>
        </p:nvPicPr>
        <p:blipFill>
          <a:blip r:embed="rId21"/>
          <a:srcRect/>
          <a:stretch/>
        </p:blipFill>
        <p:spPr>
          <a:xfrm>
            <a:off x="4608695" y="3234883"/>
            <a:ext cx="433939" cy="429768"/>
          </a:xfrm>
          <a:prstGeom prst="rect">
            <a:avLst/>
          </a:prstGeom>
        </p:spPr>
      </p:pic>
      <p:sp>
        <p:nvSpPr>
          <p:cNvPr id="63" name="TextBox 62">
            <a:extLst>
              <a:ext uri="{FF2B5EF4-FFF2-40B4-BE49-F238E27FC236}">
                <a16:creationId xmlns:a16="http://schemas.microsoft.com/office/drawing/2014/main" id="{540CD4C4-8BBE-9D03-FE54-42FCAC1F20AA}"/>
              </a:ext>
            </a:extLst>
          </p:cNvPr>
          <p:cNvSpPr txBox="1"/>
          <p:nvPr/>
        </p:nvSpPr>
        <p:spPr>
          <a:xfrm>
            <a:off x="4404542" y="3809833"/>
            <a:ext cx="878866"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65" name="TextBox 64">
            <a:extLst>
              <a:ext uri="{FF2B5EF4-FFF2-40B4-BE49-F238E27FC236}">
                <a16:creationId xmlns:a16="http://schemas.microsoft.com/office/drawing/2014/main" id="{0D2DFFF3-B581-8891-E558-2D010748497F}"/>
              </a:ext>
            </a:extLst>
          </p:cNvPr>
          <p:cNvSpPr txBox="1"/>
          <p:nvPr/>
        </p:nvSpPr>
        <p:spPr>
          <a:xfrm>
            <a:off x="5411023" y="3809833"/>
            <a:ext cx="864557" cy="4297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7" name="Picture 66">
            <a:extLst>
              <a:ext uri="{FF2B5EF4-FFF2-40B4-BE49-F238E27FC236}">
                <a16:creationId xmlns:a16="http://schemas.microsoft.com/office/drawing/2014/main" id="{F34D3C22-D1CE-260B-DCA9-708DBE476C6B}"/>
              </a:ext>
            </a:extLst>
          </p:cNvPr>
          <p:cNvPicPr>
            <a:picLocks noChangeAspect="1"/>
          </p:cNvPicPr>
          <p:nvPr/>
        </p:nvPicPr>
        <p:blipFill>
          <a:blip r:embed="rId22" cstate="email">
            <a:biLevel thresh="50000"/>
            <a:extLst>
              <a:ext uri="{28A0092B-C50C-407E-A947-70E740481C1C}">
                <a14:useLocalDpi xmlns:a14="http://schemas.microsoft.com/office/drawing/2010/main"/>
              </a:ext>
            </a:extLst>
          </a:blip>
          <a:srcRect/>
          <a:stretch/>
        </p:blipFill>
        <p:spPr>
          <a:xfrm>
            <a:off x="6707887" y="3234883"/>
            <a:ext cx="429768" cy="429768"/>
          </a:xfrm>
          <a:prstGeom prst="rect">
            <a:avLst/>
          </a:prstGeom>
        </p:spPr>
      </p:pic>
      <p:sp>
        <p:nvSpPr>
          <p:cNvPr id="69" name="TextBox 68">
            <a:extLst>
              <a:ext uri="{FF2B5EF4-FFF2-40B4-BE49-F238E27FC236}">
                <a16:creationId xmlns:a16="http://schemas.microsoft.com/office/drawing/2014/main" id="{90BE4F57-0AD4-1A86-66B1-E9ABE3B5040F}"/>
              </a:ext>
            </a:extLst>
          </p:cNvPr>
          <p:cNvSpPr txBox="1"/>
          <p:nvPr/>
        </p:nvSpPr>
        <p:spPr>
          <a:xfrm>
            <a:off x="6500180" y="3809833"/>
            <a:ext cx="845183"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71" name="Freeform 159">
            <a:extLst>
              <a:ext uri="{FF2B5EF4-FFF2-40B4-BE49-F238E27FC236}">
                <a16:creationId xmlns:a16="http://schemas.microsoft.com/office/drawing/2014/main" id="{C13717B9-3C3E-BF78-009A-A9034E8B12EF}"/>
              </a:ext>
            </a:extLst>
          </p:cNvPr>
          <p:cNvSpPr>
            <a:spLocks noChangeAspect="1"/>
          </p:cNvSpPr>
          <p:nvPr/>
        </p:nvSpPr>
        <p:spPr>
          <a:xfrm>
            <a:off x="3568341" y="7202365"/>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73" name="TextBox 72">
            <a:extLst>
              <a:ext uri="{FF2B5EF4-FFF2-40B4-BE49-F238E27FC236}">
                <a16:creationId xmlns:a16="http://schemas.microsoft.com/office/drawing/2014/main" id="{1EC80423-07FC-4045-B16F-9DFA3495E204}"/>
              </a:ext>
            </a:extLst>
          </p:cNvPr>
          <p:cNvSpPr txBox="1"/>
          <p:nvPr/>
        </p:nvSpPr>
        <p:spPr>
          <a:xfrm>
            <a:off x="3386534" y="7809219"/>
            <a:ext cx="976305"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83" name="Picture 82">
            <a:extLst>
              <a:ext uri="{FF2B5EF4-FFF2-40B4-BE49-F238E27FC236}">
                <a16:creationId xmlns:a16="http://schemas.microsoft.com/office/drawing/2014/main" id="{F755B42C-59B2-5365-AA1C-68C4623C1C78}"/>
              </a:ext>
            </a:extLst>
          </p:cNvPr>
          <p:cNvPicPr>
            <a:picLocks noChangeAspect="1"/>
          </p:cNvPicPr>
          <p:nvPr/>
        </p:nvPicPr>
        <p:blipFill>
          <a:blip r:embed="rId23">
            <a:biLevel thresh="75000"/>
          </a:blip>
          <a:srcRect/>
          <a:stretch/>
        </p:blipFill>
        <p:spPr>
          <a:xfrm>
            <a:off x="3565829" y="896588"/>
            <a:ext cx="429768" cy="429768"/>
          </a:xfrm>
          <a:prstGeom prst="rect">
            <a:avLst/>
          </a:prstGeom>
        </p:spPr>
      </p:pic>
      <p:sp>
        <p:nvSpPr>
          <p:cNvPr id="85" name="TextBox 84">
            <a:extLst>
              <a:ext uri="{FF2B5EF4-FFF2-40B4-BE49-F238E27FC236}">
                <a16:creationId xmlns:a16="http://schemas.microsoft.com/office/drawing/2014/main" id="{31D5814E-A81E-4FCA-0FF5-7D9BA5538F3C}"/>
              </a:ext>
            </a:extLst>
          </p:cNvPr>
          <p:cNvSpPr txBox="1"/>
          <p:nvPr/>
        </p:nvSpPr>
        <p:spPr>
          <a:xfrm>
            <a:off x="3328311" y="1459311"/>
            <a:ext cx="876082"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87" name="Picture 86">
            <a:extLst>
              <a:ext uri="{FF2B5EF4-FFF2-40B4-BE49-F238E27FC236}">
                <a16:creationId xmlns:a16="http://schemas.microsoft.com/office/drawing/2014/main" id="{C06E9869-48A2-81D6-AA4D-CE93330E0C34}"/>
              </a:ext>
            </a:extLst>
          </p:cNvPr>
          <p:cNvPicPr>
            <a:picLocks noChangeAspect="1"/>
          </p:cNvPicPr>
          <p:nvPr/>
        </p:nvPicPr>
        <p:blipFill>
          <a:blip r:embed="rId24" cstate="email">
            <a:biLevel thresh="75000"/>
            <a:extLst>
              <a:ext uri="{28A0092B-C50C-407E-A947-70E740481C1C}">
                <a14:useLocalDpi xmlns:a14="http://schemas.microsoft.com/office/drawing/2010/main"/>
              </a:ext>
            </a:extLst>
          </a:blip>
          <a:srcRect/>
          <a:stretch/>
        </p:blipFill>
        <p:spPr>
          <a:xfrm>
            <a:off x="430587" y="4612695"/>
            <a:ext cx="429768" cy="429768"/>
          </a:xfrm>
          <a:prstGeom prst="rect">
            <a:avLst/>
          </a:prstGeom>
        </p:spPr>
      </p:pic>
      <p:sp>
        <p:nvSpPr>
          <p:cNvPr id="89" name="TextBox 88">
            <a:extLst>
              <a:ext uri="{FF2B5EF4-FFF2-40B4-BE49-F238E27FC236}">
                <a16:creationId xmlns:a16="http://schemas.microsoft.com/office/drawing/2014/main" id="{A8B64555-ACB3-7607-A62D-A3D4AEEF2188}"/>
              </a:ext>
            </a:extLst>
          </p:cNvPr>
          <p:cNvSpPr txBox="1"/>
          <p:nvPr/>
        </p:nvSpPr>
        <p:spPr>
          <a:xfrm>
            <a:off x="264287" y="5197472"/>
            <a:ext cx="776060"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91" name="Picture 90">
            <a:extLst>
              <a:ext uri="{FF2B5EF4-FFF2-40B4-BE49-F238E27FC236}">
                <a16:creationId xmlns:a16="http://schemas.microsoft.com/office/drawing/2014/main" id="{D51E59D1-F698-062F-1BB8-9472BCFF518E}"/>
              </a:ext>
            </a:extLst>
          </p:cNvPr>
          <p:cNvPicPr>
            <a:picLocks noChangeAspect="1"/>
          </p:cNvPicPr>
          <p:nvPr/>
        </p:nvPicPr>
        <p:blipFill>
          <a:blip r:embed="rId25" cstate="email">
            <a:biLevel thresh="75000"/>
            <a:extLst>
              <a:ext uri="{28A0092B-C50C-407E-A947-70E740481C1C}">
                <a14:useLocalDpi xmlns:a14="http://schemas.microsoft.com/office/drawing/2010/main"/>
              </a:ext>
            </a:extLst>
          </a:blip>
          <a:srcRect/>
          <a:stretch/>
        </p:blipFill>
        <p:spPr>
          <a:xfrm>
            <a:off x="2522423" y="4612695"/>
            <a:ext cx="429768" cy="429768"/>
          </a:xfrm>
          <a:prstGeom prst="rect">
            <a:avLst/>
          </a:prstGeom>
        </p:spPr>
      </p:pic>
      <p:sp>
        <p:nvSpPr>
          <p:cNvPr id="93" name="TextBox 92">
            <a:extLst>
              <a:ext uri="{FF2B5EF4-FFF2-40B4-BE49-F238E27FC236}">
                <a16:creationId xmlns:a16="http://schemas.microsoft.com/office/drawing/2014/main" id="{A3B126F6-9485-82C4-D009-9F82FEA17856}"/>
              </a:ext>
            </a:extLst>
          </p:cNvPr>
          <p:cNvSpPr txBox="1"/>
          <p:nvPr/>
        </p:nvSpPr>
        <p:spPr>
          <a:xfrm>
            <a:off x="2272706" y="5197472"/>
            <a:ext cx="843425"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95" name="Picture 94">
            <a:extLst>
              <a:ext uri="{FF2B5EF4-FFF2-40B4-BE49-F238E27FC236}">
                <a16:creationId xmlns:a16="http://schemas.microsoft.com/office/drawing/2014/main" id="{3E6C49D9-FDF5-346B-408D-18C96525B2FE}"/>
              </a:ext>
            </a:extLst>
          </p:cNvPr>
          <p:cNvPicPr>
            <a:picLocks noChangeAspect="1"/>
          </p:cNvPicPr>
          <p:nvPr/>
        </p:nvPicPr>
        <p:blipFill>
          <a:blip r:embed="rId26">
            <a:biLevel thresh="75000"/>
          </a:blip>
          <a:srcRect/>
          <a:stretch/>
        </p:blipFill>
        <p:spPr>
          <a:xfrm>
            <a:off x="4614259" y="7199174"/>
            <a:ext cx="429768" cy="429768"/>
          </a:xfrm>
          <a:prstGeom prst="rect">
            <a:avLst/>
          </a:prstGeom>
        </p:spPr>
      </p:pic>
      <p:sp>
        <p:nvSpPr>
          <p:cNvPr id="97" name="TextBox 96">
            <a:extLst>
              <a:ext uri="{FF2B5EF4-FFF2-40B4-BE49-F238E27FC236}">
                <a16:creationId xmlns:a16="http://schemas.microsoft.com/office/drawing/2014/main" id="{7F82CF36-20C9-A259-CAA3-2982E798B43D}"/>
              </a:ext>
            </a:extLst>
          </p:cNvPr>
          <p:cNvSpPr txBox="1"/>
          <p:nvPr/>
        </p:nvSpPr>
        <p:spPr>
          <a:xfrm>
            <a:off x="4546132" y="7809219"/>
            <a:ext cx="773353"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99" name="Picture 98">
            <a:extLst>
              <a:ext uri="{FF2B5EF4-FFF2-40B4-BE49-F238E27FC236}">
                <a16:creationId xmlns:a16="http://schemas.microsoft.com/office/drawing/2014/main" id="{10C9F13F-C1EB-7C00-A772-72E7C3C3725D}"/>
              </a:ext>
            </a:extLst>
          </p:cNvPr>
          <p:cNvPicPr>
            <a:picLocks noChangeAspect="1"/>
          </p:cNvPicPr>
          <p:nvPr/>
        </p:nvPicPr>
        <p:blipFill>
          <a:blip r:embed="rId27" cstate="email">
            <a:biLevel thresh="50000"/>
            <a:extLst>
              <a:ext uri="{28A0092B-C50C-407E-A947-70E740481C1C}">
                <a14:useLocalDpi xmlns:a14="http://schemas.microsoft.com/office/drawing/2010/main"/>
              </a:ext>
            </a:extLst>
          </a:blip>
          <a:srcRect/>
          <a:stretch/>
        </p:blipFill>
        <p:spPr>
          <a:xfrm>
            <a:off x="430587" y="5866595"/>
            <a:ext cx="429768" cy="429768"/>
          </a:xfrm>
          <a:prstGeom prst="rect">
            <a:avLst/>
          </a:prstGeom>
        </p:spPr>
      </p:pic>
      <p:sp>
        <p:nvSpPr>
          <p:cNvPr id="101" name="TextBox 100">
            <a:extLst>
              <a:ext uri="{FF2B5EF4-FFF2-40B4-BE49-F238E27FC236}">
                <a16:creationId xmlns:a16="http://schemas.microsoft.com/office/drawing/2014/main" id="{81DC466E-0AB5-3635-5591-3A63EED8A907}"/>
              </a:ext>
            </a:extLst>
          </p:cNvPr>
          <p:cNvSpPr txBox="1"/>
          <p:nvPr/>
        </p:nvSpPr>
        <p:spPr>
          <a:xfrm>
            <a:off x="171481" y="6461813"/>
            <a:ext cx="961672"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115" name="Freeform 181">
            <a:extLst>
              <a:ext uri="{FF2B5EF4-FFF2-40B4-BE49-F238E27FC236}">
                <a16:creationId xmlns:a16="http://schemas.microsoft.com/office/drawing/2014/main" id="{E25319A0-B349-542F-5275-F553EA8A73D7}"/>
              </a:ext>
            </a:extLst>
          </p:cNvPr>
          <p:cNvSpPr>
            <a:spLocks noChangeAspect="1"/>
          </p:cNvSpPr>
          <p:nvPr/>
        </p:nvSpPr>
        <p:spPr>
          <a:xfrm>
            <a:off x="2522423" y="5866595"/>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117" name="Picture 116">
            <a:extLst>
              <a:ext uri="{FF2B5EF4-FFF2-40B4-BE49-F238E27FC236}">
                <a16:creationId xmlns:a16="http://schemas.microsoft.com/office/drawing/2014/main" id="{A109DCA5-715D-BD28-B031-746647B9837B}"/>
              </a:ext>
            </a:extLst>
          </p:cNvPr>
          <p:cNvPicPr>
            <a:picLocks noChangeAspect="1"/>
          </p:cNvPicPr>
          <p:nvPr/>
        </p:nvPicPr>
        <p:blipFill>
          <a:blip r:embed="rId28">
            <a:biLevel thresh="75000"/>
          </a:blip>
          <a:srcRect/>
          <a:stretch/>
        </p:blipFill>
        <p:spPr>
          <a:xfrm>
            <a:off x="4613896" y="896588"/>
            <a:ext cx="429768" cy="429768"/>
          </a:xfrm>
          <a:prstGeom prst="rect">
            <a:avLst/>
          </a:prstGeom>
        </p:spPr>
      </p:pic>
      <p:sp>
        <p:nvSpPr>
          <p:cNvPr id="119" name="TextBox 118">
            <a:extLst>
              <a:ext uri="{FF2B5EF4-FFF2-40B4-BE49-F238E27FC236}">
                <a16:creationId xmlns:a16="http://schemas.microsoft.com/office/drawing/2014/main" id="{CAEA6B91-BA4A-8FEE-2E31-8647CBD45442}"/>
              </a:ext>
            </a:extLst>
          </p:cNvPr>
          <p:cNvSpPr txBox="1"/>
          <p:nvPr/>
        </p:nvSpPr>
        <p:spPr>
          <a:xfrm>
            <a:off x="4380337" y="1459311"/>
            <a:ext cx="869440"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121" name="TextBox 120">
            <a:extLst>
              <a:ext uri="{FF2B5EF4-FFF2-40B4-BE49-F238E27FC236}">
                <a16:creationId xmlns:a16="http://schemas.microsoft.com/office/drawing/2014/main" id="{B42780DA-181B-982B-AB22-1059B7BC012B}"/>
              </a:ext>
            </a:extLst>
          </p:cNvPr>
          <p:cNvSpPr txBox="1"/>
          <p:nvPr/>
        </p:nvSpPr>
        <p:spPr>
          <a:xfrm>
            <a:off x="2263234" y="6461813"/>
            <a:ext cx="922387"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131" name="Freeform 189">
            <a:extLst>
              <a:ext uri="{FF2B5EF4-FFF2-40B4-BE49-F238E27FC236}">
                <a16:creationId xmlns:a16="http://schemas.microsoft.com/office/drawing/2014/main" id="{FAF40864-DB2F-893C-2AC4-E323D9DBAD4D}"/>
              </a:ext>
            </a:extLst>
          </p:cNvPr>
          <p:cNvSpPr>
            <a:spLocks noChangeAspect="1"/>
          </p:cNvSpPr>
          <p:nvPr/>
        </p:nvSpPr>
        <p:spPr>
          <a:xfrm>
            <a:off x="1476505" y="4653489"/>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133" name="TextBox 132">
            <a:extLst>
              <a:ext uri="{FF2B5EF4-FFF2-40B4-BE49-F238E27FC236}">
                <a16:creationId xmlns:a16="http://schemas.microsoft.com/office/drawing/2014/main" id="{E354545B-DE1D-FECC-D8FA-61641694096E}"/>
              </a:ext>
            </a:extLst>
          </p:cNvPr>
          <p:cNvSpPr txBox="1"/>
          <p:nvPr/>
        </p:nvSpPr>
        <p:spPr>
          <a:xfrm>
            <a:off x="1176733" y="5197472"/>
            <a:ext cx="959587"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43" name="Picture 142">
            <a:extLst>
              <a:ext uri="{FF2B5EF4-FFF2-40B4-BE49-F238E27FC236}">
                <a16:creationId xmlns:a16="http://schemas.microsoft.com/office/drawing/2014/main" id="{63B49C24-D821-A240-5DA5-E32283553D58}"/>
              </a:ext>
            </a:extLst>
          </p:cNvPr>
          <p:cNvPicPr>
            <a:picLocks noChangeAspect="1"/>
          </p:cNvPicPr>
          <p:nvPr/>
        </p:nvPicPr>
        <p:blipFill>
          <a:blip r:embed="rId29" cstate="email">
            <a:biLevel thresh="75000"/>
            <a:extLst>
              <a:ext uri="{28A0092B-C50C-407E-A947-70E740481C1C}">
                <a14:useLocalDpi xmlns:a14="http://schemas.microsoft.com/office/drawing/2010/main"/>
              </a:ext>
            </a:extLst>
          </a:blip>
          <a:srcRect/>
          <a:stretch/>
        </p:blipFill>
        <p:spPr>
          <a:xfrm>
            <a:off x="5660177" y="7199174"/>
            <a:ext cx="429768" cy="429768"/>
          </a:xfrm>
          <a:prstGeom prst="rect">
            <a:avLst/>
          </a:prstGeom>
        </p:spPr>
      </p:pic>
      <p:sp>
        <p:nvSpPr>
          <p:cNvPr id="145" name="TextBox 144">
            <a:extLst>
              <a:ext uri="{FF2B5EF4-FFF2-40B4-BE49-F238E27FC236}">
                <a16:creationId xmlns:a16="http://schemas.microsoft.com/office/drawing/2014/main" id="{087DB06F-F494-5147-C460-957DB6133AC3}"/>
              </a:ext>
            </a:extLst>
          </p:cNvPr>
          <p:cNvSpPr txBox="1"/>
          <p:nvPr/>
        </p:nvSpPr>
        <p:spPr>
          <a:xfrm>
            <a:off x="5502778" y="7809219"/>
            <a:ext cx="842862"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47" name="TextBox 146">
            <a:extLst>
              <a:ext uri="{FF2B5EF4-FFF2-40B4-BE49-F238E27FC236}">
                <a16:creationId xmlns:a16="http://schemas.microsoft.com/office/drawing/2014/main" id="{D98DAEC8-886B-A0CF-5EA3-AB80026C54C5}"/>
              </a:ext>
            </a:extLst>
          </p:cNvPr>
          <p:cNvSpPr txBox="1"/>
          <p:nvPr/>
        </p:nvSpPr>
        <p:spPr>
          <a:xfrm>
            <a:off x="5028182" y="2579815"/>
            <a:ext cx="429768" cy="2448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49" name="TextBox 148">
            <a:extLst>
              <a:ext uri="{FF2B5EF4-FFF2-40B4-BE49-F238E27FC236}">
                <a16:creationId xmlns:a16="http://schemas.microsoft.com/office/drawing/2014/main" id="{384A5BFB-B9B7-AA89-2D5F-766D76F30531}"/>
              </a:ext>
            </a:extLst>
          </p:cNvPr>
          <p:cNvSpPr txBox="1"/>
          <p:nvPr/>
        </p:nvSpPr>
        <p:spPr>
          <a:xfrm>
            <a:off x="4343667" y="2579815"/>
            <a:ext cx="874800"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51" name="TextBox 150">
            <a:extLst>
              <a:ext uri="{FF2B5EF4-FFF2-40B4-BE49-F238E27FC236}">
                <a16:creationId xmlns:a16="http://schemas.microsoft.com/office/drawing/2014/main" id="{00F4FC2C-9566-CEDC-B2E8-600ADE3267C6}"/>
              </a:ext>
            </a:extLst>
          </p:cNvPr>
          <p:cNvSpPr txBox="1"/>
          <p:nvPr/>
        </p:nvSpPr>
        <p:spPr>
          <a:xfrm>
            <a:off x="5551681" y="2579815"/>
            <a:ext cx="843424"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53" name="TextBox 152">
            <a:extLst>
              <a:ext uri="{FF2B5EF4-FFF2-40B4-BE49-F238E27FC236}">
                <a16:creationId xmlns:a16="http://schemas.microsoft.com/office/drawing/2014/main" id="{BB36047E-E84F-2601-FDE5-DCA72E023ACB}"/>
              </a:ext>
            </a:extLst>
          </p:cNvPr>
          <p:cNvSpPr txBox="1"/>
          <p:nvPr/>
        </p:nvSpPr>
        <p:spPr>
          <a:xfrm>
            <a:off x="6488836" y="2579815"/>
            <a:ext cx="867871"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55" name="TextBox 154">
            <a:extLst>
              <a:ext uri="{FF2B5EF4-FFF2-40B4-BE49-F238E27FC236}">
                <a16:creationId xmlns:a16="http://schemas.microsoft.com/office/drawing/2014/main" id="{DF79953D-8075-F936-FB5F-2DC9A8EC5173}"/>
              </a:ext>
            </a:extLst>
          </p:cNvPr>
          <p:cNvSpPr txBox="1"/>
          <p:nvPr/>
        </p:nvSpPr>
        <p:spPr>
          <a:xfrm>
            <a:off x="256141" y="3809833"/>
            <a:ext cx="792353"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57" name="TextBox 156">
            <a:extLst>
              <a:ext uri="{FF2B5EF4-FFF2-40B4-BE49-F238E27FC236}">
                <a16:creationId xmlns:a16="http://schemas.microsoft.com/office/drawing/2014/main" id="{51C3F756-BB81-B8DB-1266-3B465A690AA3}"/>
              </a:ext>
            </a:extLst>
          </p:cNvPr>
          <p:cNvSpPr txBox="1"/>
          <p:nvPr/>
        </p:nvSpPr>
        <p:spPr>
          <a:xfrm>
            <a:off x="3285081" y="2579815"/>
            <a:ext cx="874800"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59" name="TextBox 158">
            <a:extLst>
              <a:ext uri="{FF2B5EF4-FFF2-40B4-BE49-F238E27FC236}">
                <a16:creationId xmlns:a16="http://schemas.microsoft.com/office/drawing/2014/main" id="{FC03CFBA-6D76-51C5-5D74-48638E2DA9A9}"/>
              </a:ext>
            </a:extLst>
          </p:cNvPr>
          <p:cNvSpPr txBox="1"/>
          <p:nvPr/>
        </p:nvSpPr>
        <p:spPr>
          <a:xfrm>
            <a:off x="2291131" y="2579815"/>
            <a:ext cx="844801"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61" name="TextBox 160">
            <a:extLst>
              <a:ext uri="{FF2B5EF4-FFF2-40B4-BE49-F238E27FC236}">
                <a16:creationId xmlns:a16="http://schemas.microsoft.com/office/drawing/2014/main" id="{45CF8B35-7953-11F0-AE2A-38EEE58CB0FA}"/>
              </a:ext>
            </a:extLst>
          </p:cNvPr>
          <p:cNvSpPr txBox="1"/>
          <p:nvPr/>
        </p:nvSpPr>
        <p:spPr>
          <a:xfrm>
            <a:off x="1239473" y="2579815"/>
            <a:ext cx="874800"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63" name="TextBox 162">
            <a:extLst>
              <a:ext uri="{FF2B5EF4-FFF2-40B4-BE49-F238E27FC236}">
                <a16:creationId xmlns:a16="http://schemas.microsoft.com/office/drawing/2014/main" id="{0ECB7726-8286-9EA8-3E6D-98B6655F3997}"/>
              </a:ext>
            </a:extLst>
          </p:cNvPr>
          <p:cNvSpPr txBox="1"/>
          <p:nvPr/>
        </p:nvSpPr>
        <p:spPr>
          <a:xfrm>
            <a:off x="214308" y="2579815"/>
            <a:ext cx="876018" cy="3444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65" name="TextBox 164">
            <a:extLst>
              <a:ext uri="{FF2B5EF4-FFF2-40B4-BE49-F238E27FC236}">
                <a16:creationId xmlns:a16="http://schemas.microsoft.com/office/drawing/2014/main" id="{8D747C63-A75A-B9A2-2C3C-1EBAF0E76616}"/>
              </a:ext>
            </a:extLst>
          </p:cNvPr>
          <p:cNvSpPr txBox="1"/>
          <p:nvPr/>
        </p:nvSpPr>
        <p:spPr>
          <a:xfrm>
            <a:off x="6437507" y="1459311"/>
            <a:ext cx="970528"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67" name="TextBox 166">
            <a:extLst>
              <a:ext uri="{FF2B5EF4-FFF2-40B4-BE49-F238E27FC236}">
                <a16:creationId xmlns:a16="http://schemas.microsoft.com/office/drawing/2014/main" id="{CF5B0B44-7A5C-4B04-5A1A-DC301A362A16}"/>
              </a:ext>
            </a:extLst>
          </p:cNvPr>
          <p:cNvSpPr txBox="1"/>
          <p:nvPr/>
        </p:nvSpPr>
        <p:spPr>
          <a:xfrm>
            <a:off x="5425721" y="1459311"/>
            <a:ext cx="837984" cy="18376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71" name="Freeform 57">
            <a:extLst>
              <a:ext uri="{FF2B5EF4-FFF2-40B4-BE49-F238E27FC236}">
                <a16:creationId xmlns:a16="http://schemas.microsoft.com/office/drawing/2014/main" id="{4FFBE82E-3B01-B691-BC62-2740FDE6DAAD}"/>
              </a:ext>
            </a:extLst>
          </p:cNvPr>
          <p:cNvSpPr>
            <a:spLocks noChangeAspect="1"/>
          </p:cNvSpPr>
          <p:nvPr/>
        </p:nvSpPr>
        <p:spPr>
          <a:xfrm>
            <a:off x="3568341" y="4609000"/>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73" name="TextBox 172">
            <a:extLst>
              <a:ext uri="{FF2B5EF4-FFF2-40B4-BE49-F238E27FC236}">
                <a16:creationId xmlns:a16="http://schemas.microsoft.com/office/drawing/2014/main" id="{F07E1F4C-2B6F-7C50-07BD-EEE2C6FAF6DD}"/>
              </a:ext>
            </a:extLst>
          </p:cNvPr>
          <p:cNvSpPr txBox="1"/>
          <p:nvPr/>
        </p:nvSpPr>
        <p:spPr>
          <a:xfrm>
            <a:off x="3252517" y="5197472"/>
            <a:ext cx="1027535" cy="37755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75" name="Freeform 36">
            <a:extLst>
              <a:ext uri="{FF2B5EF4-FFF2-40B4-BE49-F238E27FC236}">
                <a16:creationId xmlns:a16="http://schemas.microsoft.com/office/drawing/2014/main" id="{DE2B72AD-4B19-0283-83F0-615EC7710381}"/>
              </a:ext>
            </a:extLst>
          </p:cNvPr>
          <p:cNvSpPr>
            <a:spLocks noChangeAspect="1"/>
          </p:cNvSpPr>
          <p:nvPr/>
        </p:nvSpPr>
        <p:spPr>
          <a:xfrm>
            <a:off x="1476505" y="5866582"/>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77" name="TextBox 176">
            <a:extLst>
              <a:ext uri="{FF2B5EF4-FFF2-40B4-BE49-F238E27FC236}">
                <a16:creationId xmlns:a16="http://schemas.microsoft.com/office/drawing/2014/main" id="{4EF00D0A-31CA-B8A7-A7B1-FBCB8D0C681E}"/>
              </a:ext>
            </a:extLst>
          </p:cNvPr>
          <p:cNvSpPr txBox="1"/>
          <p:nvPr/>
        </p:nvSpPr>
        <p:spPr>
          <a:xfrm>
            <a:off x="1314797" y="6461813"/>
            <a:ext cx="766793"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87" name="Freeform 219">
            <a:extLst>
              <a:ext uri="{FF2B5EF4-FFF2-40B4-BE49-F238E27FC236}">
                <a16:creationId xmlns:a16="http://schemas.microsoft.com/office/drawing/2014/main" id="{7C174CF8-A260-5F9C-B6D9-3ACCFBA3BE00}"/>
              </a:ext>
            </a:extLst>
          </p:cNvPr>
          <p:cNvSpPr>
            <a:spLocks noChangeAspect="1"/>
          </p:cNvSpPr>
          <p:nvPr/>
        </p:nvSpPr>
        <p:spPr>
          <a:xfrm>
            <a:off x="3568341" y="5866602"/>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89" name="TextBox 188">
            <a:extLst>
              <a:ext uri="{FF2B5EF4-FFF2-40B4-BE49-F238E27FC236}">
                <a16:creationId xmlns:a16="http://schemas.microsoft.com/office/drawing/2014/main" id="{40EFAC54-1C33-754A-3873-F99AEA639B8D}"/>
              </a:ext>
            </a:extLst>
          </p:cNvPr>
          <p:cNvSpPr txBox="1"/>
          <p:nvPr/>
        </p:nvSpPr>
        <p:spPr>
          <a:xfrm>
            <a:off x="3207941" y="6461813"/>
            <a:ext cx="1051052" cy="33456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91" name="Picture Placeholder 24">
            <a:extLst>
              <a:ext uri="{FF2B5EF4-FFF2-40B4-BE49-F238E27FC236}">
                <a16:creationId xmlns:a16="http://schemas.microsoft.com/office/drawing/2014/main" id="{E5758478-CA9B-C728-7AE3-A656D32D9C06}"/>
              </a:ext>
            </a:extLst>
          </p:cNvPr>
          <p:cNvPicPr>
            <a:picLocks noChangeAspect="1"/>
          </p:cNvPicPr>
          <p:nvPr/>
        </p:nvPicPr>
        <p:blipFill>
          <a:blip>
            <a:extLst>
              <a:ext uri="{96DAC541-7B7A-43D3-8B79-37D633B846F1}">
                <asvg:svgBlip xmlns:asvg="http://schemas.microsoft.com/office/drawing/2016/SVG/main" r:embed="rId30"/>
              </a:ext>
            </a:extLst>
          </a:blip>
          <a:srcRect t="69" b="69"/>
          <a:stretch/>
        </p:blipFill>
        <p:spPr>
          <a:xfrm>
            <a:off x="4614259" y="4612994"/>
            <a:ext cx="429768" cy="429171"/>
          </a:xfrm>
          <a:prstGeom prst="rect">
            <a:avLst/>
          </a:prstGeom>
        </p:spPr>
      </p:pic>
      <p:sp>
        <p:nvSpPr>
          <p:cNvPr id="193" name="TextBox 192">
            <a:extLst>
              <a:ext uri="{FF2B5EF4-FFF2-40B4-BE49-F238E27FC236}">
                <a16:creationId xmlns:a16="http://schemas.microsoft.com/office/drawing/2014/main" id="{2EE2C60D-BAF5-F0F7-0524-39BC51C2B44E}"/>
              </a:ext>
            </a:extLst>
          </p:cNvPr>
          <p:cNvSpPr txBox="1"/>
          <p:nvPr/>
        </p:nvSpPr>
        <p:spPr>
          <a:xfrm>
            <a:off x="4416438" y="5197472"/>
            <a:ext cx="874800"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203" name="Graphic 202">
            <a:extLst>
              <a:ext uri="{FF2B5EF4-FFF2-40B4-BE49-F238E27FC236}">
                <a16:creationId xmlns:a16="http://schemas.microsoft.com/office/drawing/2014/main" id="{682DF94E-203B-8DD9-F9D3-9774C37359EB}"/>
              </a:ext>
            </a:extLst>
          </p:cNvPr>
          <p:cNvPicPr>
            <a:picLocks noChangeAspect="1"/>
          </p:cNvPicPr>
          <p:nvPr/>
        </p:nvPicPr>
        <p:blipFill>
          <a:blip>
            <a:biLevel thresh="75000"/>
            <a:extLst>
              <a:ext uri="{96DAC541-7B7A-43D3-8B79-37D633B846F1}">
                <asvg:svgBlip xmlns:asvg="http://schemas.microsoft.com/office/drawing/2016/SVG/main" r:embed="rId31"/>
              </a:ext>
            </a:extLst>
          </a:blip>
          <a:srcRect/>
          <a:stretch/>
        </p:blipFill>
        <p:spPr>
          <a:xfrm>
            <a:off x="4614259" y="5866595"/>
            <a:ext cx="429768" cy="429768"/>
          </a:xfrm>
          <a:prstGeom prst="rect">
            <a:avLst/>
          </a:prstGeom>
        </p:spPr>
      </p:pic>
      <p:sp>
        <p:nvSpPr>
          <p:cNvPr id="205" name="TextBox 204">
            <a:extLst>
              <a:ext uri="{FF2B5EF4-FFF2-40B4-BE49-F238E27FC236}">
                <a16:creationId xmlns:a16="http://schemas.microsoft.com/office/drawing/2014/main" id="{43014A51-A408-A0B1-0394-14E253CEB780}"/>
              </a:ext>
            </a:extLst>
          </p:cNvPr>
          <p:cNvSpPr txBox="1"/>
          <p:nvPr/>
        </p:nvSpPr>
        <p:spPr>
          <a:xfrm>
            <a:off x="4475272" y="6461813"/>
            <a:ext cx="812048"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207" name="Graphic 206">
            <a:extLst>
              <a:ext uri="{FF2B5EF4-FFF2-40B4-BE49-F238E27FC236}">
                <a16:creationId xmlns:a16="http://schemas.microsoft.com/office/drawing/2014/main" id="{F20E431F-203D-463C-E9C1-EE8A3724081F}"/>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5660177" y="4612695"/>
            <a:ext cx="429768" cy="429768"/>
          </a:xfrm>
          <a:prstGeom prst="rect">
            <a:avLst/>
          </a:prstGeom>
        </p:spPr>
      </p:pic>
      <p:sp>
        <p:nvSpPr>
          <p:cNvPr id="209" name="TextBox 208">
            <a:extLst>
              <a:ext uri="{FF2B5EF4-FFF2-40B4-BE49-F238E27FC236}">
                <a16:creationId xmlns:a16="http://schemas.microsoft.com/office/drawing/2014/main" id="{1FA697F9-5303-D792-7B18-773DD2DB1884}"/>
              </a:ext>
            </a:extLst>
          </p:cNvPr>
          <p:cNvSpPr txBox="1"/>
          <p:nvPr/>
        </p:nvSpPr>
        <p:spPr>
          <a:xfrm>
            <a:off x="5427624" y="5197472"/>
            <a:ext cx="952739"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211" name="Graphic 210">
            <a:extLst>
              <a:ext uri="{FF2B5EF4-FFF2-40B4-BE49-F238E27FC236}">
                <a16:creationId xmlns:a16="http://schemas.microsoft.com/office/drawing/2014/main" id="{047CEC77-ECA1-0C14-254A-117002E87ED2}"/>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6707887" y="7199174"/>
            <a:ext cx="429768" cy="429768"/>
          </a:xfrm>
          <a:prstGeom prst="rect">
            <a:avLst/>
          </a:prstGeom>
        </p:spPr>
      </p:pic>
      <p:pic>
        <p:nvPicPr>
          <p:cNvPr id="213" name="Graphic 212">
            <a:extLst>
              <a:ext uri="{FF2B5EF4-FFF2-40B4-BE49-F238E27FC236}">
                <a16:creationId xmlns:a16="http://schemas.microsoft.com/office/drawing/2014/main" id="{F4E28561-9050-66CC-CD27-A3E4E069A31B}"/>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430587" y="8626502"/>
            <a:ext cx="429768" cy="429768"/>
          </a:xfrm>
          <a:prstGeom prst="rect">
            <a:avLst/>
          </a:prstGeom>
        </p:spPr>
      </p:pic>
      <p:pic>
        <p:nvPicPr>
          <p:cNvPr id="215" name="Graphic 214">
            <a:extLst>
              <a:ext uri="{FF2B5EF4-FFF2-40B4-BE49-F238E27FC236}">
                <a16:creationId xmlns:a16="http://schemas.microsoft.com/office/drawing/2014/main" id="{1598272F-B541-A172-9670-057CAC506405}"/>
              </a:ext>
            </a:extLst>
          </p:cNvPr>
          <p:cNvPicPr>
            <a:picLocks noChangeAspect="1"/>
          </p:cNvPicPr>
          <p:nvPr/>
        </p:nvPicPr>
        <p:blipFill>
          <a:blip>
            <a:extLst>
              <a:ext uri="{96DAC541-7B7A-43D3-8B79-37D633B846F1}">
                <asvg:svgBlip xmlns:asvg="http://schemas.microsoft.com/office/drawing/2016/SVG/main" r:embed="rId35"/>
              </a:ext>
            </a:extLst>
          </a:blip>
          <a:srcRect/>
          <a:stretch/>
        </p:blipFill>
        <p:spPr>
          <a:xfrm>
            <a:off x="2523735" y="8626502"/>
            <a:ext cx="429768" cy="429768"/>
          </a:xfrm>
          <a:prstGeom prst="rect">
            <a:avLst/>
          </a:prstGeom>
        </p:spPr>
      </p:pic>
      <p:pic>
        <p:nvPicPr>
          <p:cNvPr id="217" name="Graphic 216">
            <a:extLst>
              <a:ext uri="{FF2B5EF4-FFF2-40B4-BE49-F238E27FC236}">
                <a16:creationId xmlns:a16="http://schemas.microsoft.com/office/drawing/2014/main" id="{69EF32F0-0BEB-938D-FD48-951DC1BD705B}"/>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3570309" y="8626502"/>
            <a:ext cx="429768" cy="429768"/>
          </a:xfrm>
          <a:prstGeom prst="rect">
            <a:avLst/>
          </a:prstGeom>
        </p:spPr>
      </p:pic>
      <p:pic>
        <p:nvPicPr>
          <p:cNvPr id="219" name="Graphic 218">
            <a:extLst>
              <a:ext uri="{FF2B5EF4-FFF2-40B4-BE49-F238E27FC236}">
                <a16:creationId xmlns:a16="http://schemas.microsoft.com/office/drawing/2014/main" id="{33746B59-9EBA-0C32-458E-C706370C566A}"/>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4616883" y="8626502"/>
            <a:ext cx="429768" cy="429768"/>
          </a:xfrm>
          <a:prstGeom prst="rect">
            <a:avLst/>
          </a:prstGeom>
        </p:spPr>
      </p:pic>
      <p:pic>
        <p:nvPicPr>
          <p:cNvPr id="223" name="Graphic 222">
            <a:extLst>
              <a:ext uri="{FF2B5EF4-FFF2-40B4-BE49-F238E27FC236}">
                <a16:creationId xmlns:a16="http://schemas.microsoft.com/office/drawing/2014/main" id="{ECE20269-EFEE-8DC0-8B98-1B35BB8326AD}"/>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5663457" y="8626502"/>
            <a:ext cx="429768" cy="429768"/>
          </a:xfrm>
          <a:prstGeom prst="rect">
            <a:avLst/>
          </a:prstGeom>
        </p:spPr>
      </p:pic>
      <p:pic>
        <p:nvPicPr>
          <p:cNvPr id="225" name="Graphic 224">
            <a:extLst>
              <a:ext uri="{FF2B5EF4-FFF2-40B4-BE49-F238E27FC236}">
                <a16:creationId xmlns:a16="http://schemas.microsoft.com/office/drawing/2014/main" id="{3B5884DB-4C3A-81F3-0528-BBB2FE4341C0}"/>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6707887" y="8626502"/>
            <a:ext cx="429768" cy="429768"/>
          </a:xfrm>
          <a:prstGeom prst="rect">
            <a:avLst/>
          </a:prstGeom>
        </p:spPr>
      </p:pic>
      <p:pic>
        <p:nvPicPr>
          <p:cNvPr id="229" name="Graphic 228">
            <a:extLst>
              <a:ext uri="{FF2B5EF4-FFF2-40B4-BE49-F238E27FC236}">
                <a16:creationId xmlns:a16="http://schemas.microsoft.com/office/drawing/2014/main" id="{30299961-89A7-EEF9-FB35-FD5F0DA6193C}"/>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1477161" y="8626502"/>
            <a:ext cx="429768" cy="429768"/>
          </a:xfrm>
          <a:prstGeom prst="rect">
            <a:avLst/>
          </a:prstGeom>
        </p:spPr>
      </p:pic>
      <p:sp>
        <p:nvSpPr>
          <p:cNvPr id="299" name="TextBox 298">
            <a:extLst>
              <a:ext uri="{FF2B5EF4-FFF2-40B4-BE49-F238E27FC236}">
                <a16:creationId xmlns:a16="http://schemas.microsoft.com/office/drawing/2014/main" id="{BBDEC576-9220-AD32-BD30-DD2BB0314270}"/>
              </a:ext>
            </a:extLst>
          </p:cNvPr>
          <p:cNvSpPr txBox="1"/>
          <p:nvPr/>
        </p:nvSpPr>
        <p:spPr>
          <a:xfrm>
            <a:off x="6528931" y="7809219"/>
            <a:ext cx="787681" cy="29391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301" name="TextBox 300">
            <a:extLst>
              <a:ext uri="{FF2B5EF4-FFF2-40B4-BE49-F238E27FC236}">
                <a16:creationId xmlns:a16="http://schemas.microsoft.com/office/drawing/2014/main" id="{9B704CE1-111C-7BFA-35A5-1B8C877D09B7}"/>
              </a:ext>
            </a:extLst>
          </p:cNvPr>
          <p:cNvSpPr txBox="1"/>
          <p:nvPr/>
        </p:nvSpPr>
        <p:spPr>
          <a:xfrm>
            <a:off x="185766" y="9249333"/>
            <a:ext cx="933103"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303" name="TextBox 302">
            <a:extLst>
              <a:ext uri="{FF2B5EF4-FFF2-40B4-BE49-F238E27FC236}">
                <a16:creationId xmlns:a16="http://schemas.microsoft.com/office/drawing/2014/main" id="{AC882603-D6A5-D3D4-44C1-CA8E2CA2A1B9}"/>
              </a:ext>
            </a:extLst>
          </p:cNvPr>
          <p:cNvSpPr txBox="1"/>
          <p:nvPr/>
        </p:nvSpPr>
        <p:spPr>
          <a:xfrm>
            <a:off x="1280636" y="9249333"/>
            <a:ext cx="742969"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305" name="TextBox 304">
            <a:extLst>
              <a:ext uri="{FF2B5EF4-FFF2-40B4-BE49-F238E27FC236}">
                <a16:creationId xmlns:a16="http://schemas.microsoft.com/office/drawing/2014/main" id="{C1CB16ED-163C-4040-D78B-F948DC2928AF}"/>
              </a:ext>
            </a:extLst>
          </p:cNvPr>
          <p:cNvSpPr txBox="1"/>
          <p:nvPr/>
        </p:nvSpPr>
        <p:spPr>
          <a:xfrm>
            <a:off x="2185372" y="9249333"/>
            <a:ext cx="801557"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307" name="TextBox 306">
            <a:extLst>
              <a:ext uri="{FF2B5EF4-FFF2-40B4-BE49-F238E27FC236}">
                <a16:creationId xmlns:a16="http://schemas.microsoft.com/office/drawing/2014/main" id="{46BEC052-3C21-0678-19CB-D8188598E5AB}"/>
              </a:ext>
            </a:extLst>
          </p:cNvPr>
          <p:cNvSpPr txBox="1"/>
          <p:nvPr/>
        </p:nvSpPr>
        <p:spPr>
          <a:xfrm>
            <a:off x="3148696" y="9249333"/>
            <a:ext cx="874800"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309" name="TextBox 308">
            <a:extLst>
              <a:ext uri="{FF2B5EF4-FFF2-40B4-BE49-F238E27FC236}">
                <a16:creationId xmlns:a16="http://schemas.microsoft.com/office/drawing/2014/main" id="{287C9B95-D059-7005-BFA1-731AD9358881}"/>
              </a:ext>
            </a:extLst>
          </p:cNvPr>
          <p:cNvSpPr txBox="1"/>
          <p:nvPr/>
        </p:nvSpPr>
        <p:spPr>
          <a:xfrm>
            <a:off x="4185263" y="9249333"/>
            <a:ext cx="1076070"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311" name="TextBox 310">
            <a:extLst>
              <a:ext uri="{FF2B5EF4-FFF2-40B4-BE49-F238E27FC236}">
                <a16:creationId xmlns:a16="http://schemas.microsoft.com/office/drawing/2014/main" id="{867D10D0-B48A-A5B6-89F7-5BE62C4FA668}"/>
              </a:ext>
            </a:extLst>
          </p:cNvPr>
          <p:cNvSpPr txBox="1"/>
          <p:nvPr/>
        </p:nvSpPr>
        <p:spPr>
          <a:xfrm>
            <a:off x="5423100" y="9249333"/>
            <a:ext cx="852295"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313" name="TextBox 312">
            <a:extLst>
              <a:ext uri="{FF2B5EF4-FFF2-40B4-BE49-F238E27FC236}">
                <a16:creationId xmlns:a16="http://schemas.microsoft.com/office/drawing/2014/main" id="{EAB75C9C-9F79-FDDF-DB94-332E65380460}"/>
              </a:ext>
            </a:extLst>
          </p:cNvPr>
          <p:cNvSpPr txBox="1"/>
          <p:nvPr/>
        </p:nvSpPr>
        <p:spPr>
          <a:xfrm>
            <a:off x="6437162" y="9249333"/>
            <a:ext cx="971219" cy="3776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369" name="Graphic 368">
            <a:extLst>
              <a:ext uri="{FF2B5EF4-FFF2-40B4-BE49-F238E27FC236}">
                <a16:creationId xmlns:a16="http://schemas.microsoft.com/office/drawing/2014/main" id="{C022A0C5-CEC8-2F78-CDBC-2C0530781A9F}"/>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5660177" y="5866595"/>
            <a:ext cx="429768" cy="429768"/>
          </a:xfrm>
          <a:prstGeom prst="rect">
            <a:avLst/>
          </a:prstGeom>
        </p:spPr>
      </p:pic>
      <p:sp>
        <p:nvSpPr>
          <p:cNvPr id="371" name="TextBox 370">
            <a:extLst>
              <a:ext uri="{FF2B5EF4-FFF2-40B4-BE49-F238E27FC236}">
                <a16:creationId xmlns:a16="http://schemas.microsoft.com/office/drawing/2014/main" id="{BABD10AE-CB98-646A-1A78-185B38D37E48}"/>
              </a:ext>
            </a:extLst>
          </p:cNvPr>
          <p:cNvSpPr txBox="1"/>
          <p:nvPr/>
        </p:nvSpPr>
        <p:spPr>
          <a:xfrm>
            <a:off x="5524380" y="6461813"/>
            <a:ext cx="796655"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385" name="Picture Placeholder 24">
            <a:extLst>
              <a:ext uri="{FF2B5EF4-FFF2-40B4-BE49-F238E27FC236}">
                <a16:creationId xmlns:a16="http://schemas.microsoft.com/office/drawing/2014/main" id="{302C5691-D418-D688-4736-94664FE25A6F}"/>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2519641" y="3234883"/>
            <a:ext cx="429768" cy="429768"/>
          </a:xfrm>
          <a:prstGeom prst="rect">
            <a:avLst/>
          </a:prstGeom>
        </p:spPr>
      </p:pic>
      <p:sp>
        <p:nvSpPr>
          <p:cNvPr id="387" name="TextBox 386">
            <a:extLst>
              <a:ext uri="{FF2B5EF4-FFF2-40B4-BE49-F238E27FC236}">
                <a16:creationId xmlns:a16="http://schemas.microsoft.com/office/drawing/2014/main" id="{0F37783A-A796-9069-B384-7F47CA3D648F}"/>
              </a:ext>
            </a:extLst>
          </p:cNvPr>
          <p:cNvSpPr txBox="1"/>
          <p:nvPr/>
        </p:nvSpPr>
        <p:spPr>
          <a:xfrm>
            <a:off x="2320653" y="3809833"/>
            <a:ext cx="827737"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389" name="Picture Placeholder 24">
            <a:extLst>
              <a:ext uri="{FF2B5EF4-FFF2-40B4-BE49-F238E27FC236}">
                <a16:creationId xmlns:a16="http://schemas.microsoft.com/office/drawing/2014/main" id="{0030DDE1-BC22-CC98-3AB7-AD308689B903}"/>
              </a:ext>
            </a:extLst>
          </p:cNvPr>
          <p:cNvPicPr>
            <a:picLocks noChangeAspect="1"/>
          </p:cNvPicPr>
          <p:nvPr/>
        </p:nvPicPr>
        <p:blipFill>
          <a:blip>
            <a:extLst>
              <a:ext uri="{96DAC541-7B7A-43D3-8B79-37D633B846F1}">
                <asvg:svgBlip xmlns:asvg="http://schemas.microsoft.com/office/drawing/2016/SVG/main" r:embed="rId43"/>
              </a:ext>
            </a:extLst>
          </a:blip>
          <a:srcRect t="69" b="69"/>
          <a:stretch/>
        </p:blipFill>
        <p:spPr>
          <a:xfrm>
            <a:off x="6707887" y="5866894"/>
            <a:ext cx="429768" cy="429171"/>
          </a:xfrm>
          <a:prstGeom prst="rect">
            <a:avLst/>
          </a:prstGeom>
        </p:spPr>
      </p:pic>
      <p:sp>
        <p:nvSpPr>
          <p:cNvPr id="391" name="TextBox 390">
            <a:extLst>
              <a:ext uri="{FF2B5EF4-FFF2-40B4-BE49-F238E27FC236}">
                <a16:creationId xmlns:a16="http://schemas.microsoft.com/office/drawing/2014/main" id="{29A36F39-97D6-33AD-3886-AE4DAFF50D69}"/>
              </a:ext>
            </a:extLst>
          </p:cNvPr>
          <p:cNvSpPr txBox="1"/>
          <p:nvPr/>
        </p:nvSpPr>
        <p:spPr>
          <a:xfrm>
            <a:off x="6571949" y="6461813"/>
            <a:ext cx="701644" cy="42976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411" name="TextBox 410">
            <a:extLst>
              <a:ext uri="{FF2B5EF4-FFF2-40B4-BE49-F238E27FC236}">
                <a16:creationId xmlns:a16="http://schemas.microsoft.com/office/drawing/2014/main" id="{BF170319-CDC2-7B2C-CFDA-EB86A3CBCCD3}"/>
              </a:ext>
            </a:extLst>
          </p:cNvPr>
          <p:cNvSpPr txBox="1"/>
          <p:nvPr/>
        </p:nvSpPr>
        <p:spPr>
          <a:xfrm>
            <a:off x="3372988" y="3809833"/>
            <a:ext cx="827737" cy="44256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417" name="TextBox 416">
            <a:extLst>
              <a:ext uri="{FF2B5EF4-FFF2-40B4-BE49-F238E27FC236}">
                <a16:creationId xmlns:a16="http://schemas.microsoft.com/office/drawing/2014/main" id="{BB4CEBE0-E952-C3B4-A4E0-D50C56CE1970}"/>
              </a:ext>
            </a:extLst>
          </p:cNvPr>
          <p:cNvSpPr txBox="1"/>
          <p:nvPr/>
        </p:nvSpPr>
        <p:spPr>
          <a:xfrm>
            <a:off x="238449" y="7809219"/>
            <a:ext cx="827737" cy="30266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423" name="Picture 422">
            <a:extLst>
              <a:ext uri="{FF2B5EF4-FFF2-40B4-BE49-F238E27FC236}">
                <a16:creationId xmlns:a16="http://schemas.microsoft.com/office/drawing/2014/main" id="{FA377219-77E6-D8A5-00FD-4A5392F906A7}"/>
              </a:ext>
            </a:extLst>
          </p:cNvPr>
          <p:cNvPicPr>
            <a:picLocks noChangeAspect="1"/>
          </p:cNvPicPr>
          <p:nvPr/>
        </p:nvPicPr>
        <p:blipFill rotWithShape="1">
          <a:blip r:embed="rId44"/>
          <a:srcRect t="10053" b="12675"/>
          <a:stretch/>
        </p:blipFill>
        <p:spPr>
          <a:xfrm>
            <a:off x="3564168" y="3234883"/>
            <a:ext cx="429768" cy="429768"/>
          </a:xfrm>
          <a:prstGeom prst="rect">
            <a:avLst/>
          </a:prstGeom>
        </p:spPr>
      </p:pic>
      <p:pic>
        <p:nvPicPr>
          <p:cNvPr id="433" name="Picture 432">
            <a:extLst>
              <a:ext uri="{FF2B5EF4-FFF2-40B4-BE49-F238E27FC236}">
                <a16:creationId xmlns:a16="http://schemas.microsoft.com/office/drawing/2014/main" id="{4196B3D4-9D1E-FDCD-C108-DDA0C65BF2C9}"/>
              </a:ext>
            </a:extLst>
          </p:cNvPr>
          <p:cNvPicPr>
            <a:picLocks noChangeAspect="1"/>
          </p:cNvPicPr>
          <p:nvPr/>
        </p:nvPicPr>
        <p:blipFill rotWithShape="1">
          <a:blip r:embed="rId45"/>
          <a:srcRect t="17409" b="11183"/>
          <a:stretch/>
        </p:blipFill>
        <p:spPr>
          <a:xfrm>
            <a:off x="430587" y="7215482"/>
            <a:ext cx="429768" cy="397153"/>
          </a:xfrm>
          <a:prstGeom prst="rect">
            <a:avLst/>
          </a:prstGeom>
        </p:spPr>
      </p:pic>
      <p:sp>
        <p:nvSpPr>
          <p:cNvPr id="436" name="TextBox 435">
            <a:extLst>
              <a:ext uri="{FF2B5EF4-FFF2-40B4-BE49-F238E27FC236}">
                <a16:creationId xmlns:a16="http://schemas.microsoft.com/office/drawing/2014/main" id="{18650309-82ED-3C05-5911-04DB6302A07F}"/>
              </a:ext>
            </a:extLst>
          </p:cNvPr>
          <p:cNvSpPr txBox="1"/>
          <p:nvPr/>
        </p:nvSpPr>
        <p:spPr>
          <a:xfrm>
            <a:off x="136493" y="249060"/>
            <a:ext cx="4976812" cy="369332"/>
          </a:xfrm>
          <a:prstGeom prst="rect">
            <a:avLst/>
          </a:prstGeom>
          <a:noFill/>
        </p:spPr>
        <p:txBody>
          <a:bodyPr wrap="none" rtlCol="0">
            <a:spAutoFit/>
          </a:bodyPr>
          <a:lstStyle/>
          <a:p>
            <a:r>
              <a:rPr lang="en-US" dirty="0"/>
              <a:t>Pictograms (set 1 of 2) </a:t>
            </a:r>
            <a:r>
              <a:rPr lang="en-US" dirty="0">
                <a:solidFill>
                  <a:srgbClr val="C00000"/>
                </a:solidFill>
              </a:rPr>
              <a:t>– delete before publishing</a:t>
            </a:r>
          </a:p>
        </p:txBody>
      </p:sp>
    </p:spTree>
    <p:extLst>
      <p:ext uri="{BB962C8B-B14F-4D97-AF65-F5344CB8AC3E}">
        <p14:creationId xmlns:p14="http://schemas.microsoft.com/office/powerpoint/2010/main" val="7301868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2CEE4-2597-63F7-690C-AB2EA0A46D9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9F0D3D-EF76-5C12-AFD9-66AC86B0CAE1}"/>
              </a:ext>
            </a:extLst>
          </p:cNvPr>
          <p:cNvSpPr txBox="1"/>
          <p:nvPr/>
        </p:nvSpPr>
        <p:spPr>
          <a:xfrm>
            <a:off x="4871734" y="1345172"/>
            <a:ext cx="74346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27" name="Picture 26" descr="Finance gain, Black pictogram">
            <a:extLst>
              <a:ext uri="{FF2B5EF4-FFF2-40B4-BE49-F238E27FC236}">
                <a16:creationId xmlns:a16="http://schemas.microsoft.com/office/drawing/2014/main" id="{E6FFA21B-9E4D-5C22-C059-59EED4DA0FA5}"/>
              </a:ext>
            </a:extLst>
          </p:cNvPr>
          <p:cNvPicPr>
            <a:picLocks noChangeAspect="1"/>
          </p:cNvPicPr>
          <p:nvPr/>
        </p:nvPicPr>
        <p:blipFill>
          <a:blip r:embed="rId3"/>
          <a:srcRect/>
          <a:stretch/>
        </p:blipFill>
        <p:spPr>
          <a:xfrm>
            <a:off x="5979259" y="769342"/>
            <a:ext cx="429768" cy="429768"/>
          </a:xfrm>
          <a:prstGeom prst="rect">
            <a:avLst/>
          </a:prstGeom>
        </p:spPr>
      </p:pic>
      <p:sp>
        <p:nvSpPr>
          <p:cNvPr id="29" name="TextBox 28">
            <a:extLst>
              <a:ext uri="{FF2B5EF4-FFF2-40B4-BE49-F238E27FC236}">
                <a16:creationId xmlns:a16="http://schemas.microsoft.com/office/drawing/2014/main" id="{568659E3-1039-62B8-2E25-9B4F691F6F46}"/>
              </a:ext>
            </a:extLst>
          </p:cNvPr>
          <p:cNvSpPr txBox="1"/>
          <p:nvPr/>
        </p:nvSpPr>
        <p:spPr>
          <a:xfrm>
            <a:off x="5740121" y="1345172"/>
            <a:ext cx="908045" cy="32564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37" name="Graphic 36">
            <a:extLst>
              <a:ext uri="{FF2B5EF4-FFF2-40B4-BE49-F238E27FC236}">
                <a16:creationId xmlns:a16="http://schemas.microsoft.com/office/drawing/2014/main" id="{3DAB123A-C3C1-7244-D72C-967F3FBF9FA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4505" y="4040880"/>
            <a:ext cx="429768" cy="429768"/>
          </a:xfrm>
          <a:prstGeom prst="rect">
            <a:avLst/>
          </a:prstGeom>
        </p:spPr>
      </p:pic>
      <p:sp>
        <p:nvSpPr>
          <p:cNvPr id="75" name="Freeform 161">
            <a:extLst>
              <a:ext uri="{FF2B5EF4-FFF2-40B4-BE49-F238E27FC236}">
                <a16:creationId xmlns:a16="http://schemas.microsoft.com/office/drawing/2014/main" id="{95AD108C-9FFB-FC41-07B5-6D1AB2E204D8}"/>
              </a:ext>
            </a:extLst>
          </p:cNvPr>
          <p:cNvSpPr>
            <a:spLocks noChangeAspect="1"/>
          </p:cNvSpPr>
          <p:nvPr/>
        </p:nvSpPr>
        <p:spPr>
          <a:xfrm>
            <a:off x="6932851" y="76307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77" name="TextBox 76">
            <a:extLst>
              <a:ext uri="{FF2B5EF4-FFF2-40B4-BE49-F238E27FC236}">
                <a16:creationId xmlns:a16="http://schemas.microsoft.com/office/drawing/2014/main" id="{19CC4052-8472-33CB-2F2D-AA6D940965BF}"/>
              </a:ext>
            </a:extLst>
          </p:cNvPr>
          <p:cNvSpPr txBox="1"/>
          <p:nvPr/>
        </p:nvSpPr>
        <p:spPr>
          <a:xfrm>
            <a:off x="6681873" y="1345172"/>
            <a:ext cx="931724"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79" name="Picture 78">
            <a:extLst>
              <a:ext uri="{FF2B5EF4-FFF2-40B4-BE49-F238E27FC236}">
                <a16:creationId xmlns:a16="http://schemas.microsoft.com/office/drawing/2014/main" id="{27E2704E-8B56-F296-76F8-8C3E09741A4A}"/>
              </a:ext>
            </a:extLst>
          </p:cNvPr>
          <p:cNvPicPr>
            <a:picLocks noChangeAspect="1"/>
          </p:cNvPicPr>
          <p:nvPr/>
        </p:nvPicPr>
        <p:blipFill>
          <a:blip r:embed="rId5" cstate="email">
            <a:biLevel thresh="75000"/>
            <a:extLst>
              <a:ext uri="{28A0092B-C50C-407E-A947-70E740481C1C}">
                <a14:useLocalDpi xmlns:a14="http://schemas.microsoft.com/office/drawing/2010/main"/>
              </a:ext>
            </a:extLst>
          </a:blip>
          <a:srcRect/>
          <a:stretch/>
        </p:blipFill>
        <p:spPr>
          <a:xfrm>
            <a:off x="6932851" y="2910120"/>
            <a:ext cx="429768" cy="429768"/>
          </a:xfrm>
          <a:prstGeom prst="rect">
            <a:avLst/>
          </a:prstGeom>
        </p:spPr>
      </p:pic>
      <p:sp>
        <p:nvSpPr>
          <p:cNvPr id="81" name="TextBox 80">
            <a:extLst>
              <a:ext uri="{FF2B5EF4-FFF2-40B4-BE49-F238E27FC236}">
                <a16:creationId xmlns:a16="http://schemas.microsoft.com/office/drawing/2014/main" id="{EA1AC936-7141-B0B1-1DD0-20AD442130F3}"/>
              </a:ext>
            </a:extLst>
          </p:cNvPr>
          <p:cNvSpPr txBox="1"/>
          <p:nvPr/>
        </p:nvSpPr>
        <p:spPr>
          <a:xfrm>
            <a:off x="6709491" y="3451537"/>
            <a:ext cx="876488"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103" name="Picture 102">
            <a:extLst>
              <a:ext uri="{FF2B5EF4-FFF2-40B4-BE49-F238E27FC236}">
                <a16:creationId xmlns:a16="http://schemas.microsoft.com/office/drawing/2014/main" id="{390A3297-DD71-C896-2F4A-CDADC8C60F54}"/>
              </a:ext>
            </a:extLst>
          </p:cNvPr>
          <p:cNvPicPr>
            <a:picLocks noChangeAspect="1"/>
          </p:cNvPicPr>
          <p:nvPr/>
        </p:nvPicPr>
        <p:blipFill>
          <a:blip r:embed="rId6">
            <a:biLevel thresh="75000"/>
          </a:blip>
          <a:srcRect/>
          <a:stretch/>
        </p:blipFill>
        <p:spPr>
          <a:xfrm>
            <a:off x="1314505" y="6347909"/>
            <a:ext cx="429768" cy="429768"/>
          </a:xfrm>
          <a:prstGeom prst="rect">
            <a:avLst/>
          </a:prstGeom>
        </p:spPr>
      </p:pic>
      <p:sp>
        <p:nvSpPr>
          <p:cNvPr id="105" name="TextBox 104">
            <a:extLst>
              <a:ext uri="{FF2B5EF4-FFF2-40B4-BE49-F238E27FC236}">
                <a16:creationId xmlns:a16="http://schemas.microsoft.com/office/drawing/2014/main" id="{15ECA7BF-1936-EB07-074D-9C4571A95BAB}"/>
              </a:ext>
            </a:extLst>
          </p:cNvPr>
          <p:cNvSpPr txBox="1"/>
          <p:nvPr/>
        </p:nvSpPr>
        <p:spPr>
          <a:xfrm>
            <a:off x="1005197" y="6919916"/>
            <a:ext cx="1048385" cy="836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111" name="Picture 110">
            <a:extLst>
              <a:ext uri="{FF2B5EF4-FFF2-40B4-BE49-F238E27FC236}">
                <a16:creationId xmlns:a16="http://schemas.microsoft.com/office/drawing/2014/main" id="{808FB375-4C17-617B-43D5-89C5D268BD1D}"/>
              </a:ext>
            </a:extLst>
          </p:cNvPr>
          <p:cNvPicPr>
            <a:picLocks noChangeAspect="1"/>
          </p:cNvPicPr>
          <p:nvPr/>
        </p:nvPicPr>
        <p:blipFill>
          <a:blip r:embed="rId7" cstate="email">
            <a:biLevel thresh="75000"/>
            <a:extLst>
              <a:ext uri="{28A0092B-C50C-407E-A947-70E740481C1C}">
                <a14:useLocalDpi xmlns:a14="http://schemas.microsoft.com/office/drawing/2010/main"/>
              </a:ext>
            </a:extLst>
          </a:blip>
          <a:srcRect/>
          <a:stretch/>
        </p:blipFill>
        <p:spPr>
          <a:xfrm>
            <a:off x="388576" y="4040880"/>
            <a:ext cx="429768" cy="429768"/>
          </a:xfrm>
          <a:prstGeom prst="rect">
            <a:avLst/>
          </a:prstGeom>
        </p:spPr>
      </p:pic>
      <p:sp>
        <p:nvSpPr>
          <p:cNvPr id="113" name="TextBox 112">
            <a:extLst>
              <a:ext uri="{FF2B5EF4-FFF2-40B4-BE49-F238E27FC236}">
                <a16:creationId xmlns:a16="http://schemas.microsoft.com/office/drawing/2014/main" id="{F9913ECB-D04D-49C9-AD12-DD3DFA0111A1}"/>
              </a:ext>
            </a:extLst>
          </p:cNvPr>
          <p:cNvSpPr txBox="1"/>
          <p:nvPr/>
        </p:nvSpPr>
        <p:spPr>
          <a:xfrm>
            <a:off x="169242" y="4606385"/>
            <a:ext cx="868437"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123" name="Picture 122">
            <a:extLst>
              <a:ext uri="{FF2B5EF4-FFF2-40B4-BE49-F238E27FC236}">
                <a16:creationId xmlns:a16="http://schemas.microsoft.com/office/drawing/2014/main" id="{032F7A6F-1618-AAD8-320B-314ED2E64D4E}"/>
              </a:ext>
            </a:extLst>
          </p:cNvPr>
          <p:cNvPicPr>
            <a:picLocks noChangeAspect="1"/>
          </p:cNvPicPr>
          <p:nvPr/>
        </p:nvPicPr>
        <p:blipFill>
          <a:blip r:embed="rId8">
            <a:biLevel thresh="75000"/>
          </a:blip>
          <a:srcRect/>
          <a:stretch/>
        </p:blipFill>
        <p:spPr>
          <a:xfrm>
            <a:off x="2239040" y="6347909"/>
            <a:ext cx="429768" cy="429768"/>
          </a:xfrm>
          <a:prstGeom prst="rect">
            <a:avLst/>
          </a:prstGeom>
        </p:spPr>
      </p:pic>
      <p:sp>
        <p:nvSpPr>
          <p:cNvPr id="125" name="TextBox 124">
            <a:extLst>
              <a:ext uri="{FF2B5EF4-FFF2-40B4-BE49-F238E27FC236}">
                <a16:creationId xmlns:a16="http://schemas.microsoft.com/office/drawing/2014/main" id="{33381275-F141-6A56-91BD-5B91DE0F2B0E}"/>
              </a:ext>
            </a:extLst>
          </p:cNvPr>
          <p:cNvSpPr txBox="1"/>
          <p:nvPr/>
        </p:nvSpPr>
        <p:spPr>
          <a:xfrm>
            <a:off x="1914490" y="6919916"/>
            <a:ext cx="1078869"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127" name="Picture 126">
            <a:extLst>
              <a:ext uri="{FF2B5EF4-FFF2-40B4-BE49-F238E27FC236}">
                <a16:creationId xmlns:a16="http://schemas.microsoft.com/office/drawing/2014/main" id="{BB96A823-591D-6E80-945B-9799690886F7}"/>
              </a:ext>
            </a:extLst>
          </p:cNvPr>
          <p:cNvPicPr>
            <a:picLocks noChangeAspect="1"/>
          </p:cNvPicPr>
          <p:nvPr/>
        </p:nvPicPr>
        <p:blipFill>
          <a:blip r:embed="rId9"/>
          <a:srcRect/>
          <a:stretch/>
        </p:blipFill>
        <p:spPr>
          <a:xfrm>
            <a:off x="3170690" y="6349975"/>
            <a:ext cx="429768" cy="425637"/>
          </a:xfrm>
          <a:prstGeom prst="rect">
            <a:avLst/>
          </a:prstGeom>
        </p:spPr>
      </p:pic>
      <p:sp>
        <p:nvSpPr>
          <p:cNvPr id="129" name="TextBox 128">
            <a:extLst>
              <a:ext uri="{FF2B5EF4-FFF2-40B4-BE49-F238E27FC236}">
                <a16:creationId xmlns:a16="http://schemas.microsoft.com/office/drawing/2014/main" id="{8FBDB7ED-EE97-9B10-0B43-8759F6D5DFED}"/>
              </a:ext>
            </a:extLst>
          </p:cNvPr>
          <p:cNvSpPr txBox="1"/>
          <p:nvPr/>
        </p:nvSpPr>
        <p:spPr>
          <a:xfrm>
            <a:off x="2879235" y="6919916"/>
            <a:ext cx="1012679"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135" name="Picture 134">
            <a:extLst>
              <a:ext uri="{FF2B5EF4-FFF2-40B4-BE49-F238E27FC236}">
                <a16:creationId xmlns:a16="http://schemas.microsoft.com/office/drawing/2014/main" id="{A34B324B-2EA6-51AD-947B-28AC1027950B}"/>
              </a:ext>
            </a:extLst>
          </p:cNvPr>
          <p:cNvPicPr>
            <a:picLocks noChangeAspect="1"/>
          </p:cNvPicPr>
          <p:nvPr/>
        </p:nvPicPr>
        <p:blipFill>
          <a:blip r:embed="rId10">
            <a:biLevel thresh="75000"/>
          </a:blip>
          <a:srcRect/>
          <a:stretch/>
        </p:blipFill>
        <p:spPr>
          <a:xfrm>
            <a:off x="388576" y="1914329"/>
            <a:ext cx="429768" cy="429768"/>
          </a:xfrm>
          <a:prstGeom prst="rect">
            <a:avLst/>
          </a:prstGeom>
        </p:spPr>
      </p:pic>
      <p:sp>
        <p:nvSpPr>
          <p:cNvPr id="137" name="TextBox 136">
            <a:extLst>
              <a:ext uri="{FF2B5EF4-FFF2-40B4-BE49-F238E27FC236}">
                <a16:creationId xmlns:a16="http://schemas.microsoft.com/office/drawing/2014/main" id="{0CAD2659-AB0E-5AC6-CC88-84E3D4B20CBF}"/>
              </a:ext>
            </a:extLst>
          </p:cNvPr>
          <p:cNvSpPr txBox="1"/>
          <p:nvPr/>
        </p:nvSpPr>
        <p:spPr>
          <a:xfrm>
            <a:off x="151580" y="2427678"/>
            <a:ext cx="903760"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139" name="Picture 138">
            <a:extLst>
              <a:ext uri="{FF2B5EF4-FFF2-40B4-BE49-F238E27FC236}">
                <a16:creationId xmlns:a16="http://schemas.microsoft.com/office/drawing/2014/main" id="{7B60D5BE-4D0D-F349-D820-19BE6D129E00}"/>
              </a:ext>
            </a:extLst>
          </p:cNvPr>
          <p:cNvPicPr>
            <a:picLocks noChangeAspect="1"/>
          </p:cNvPicPr>
          <p:nvPr/>
        </p:nvPicPr>
        <p:blipFill>
          <a:blip r:embed="rId11">
            <a:biLevel thresh="75000"/>
          </a:blip>
          <a:srcRect/>
          <a:stretch/>
        </p:blipFill>
        <p:spPr>
          <a:xfrm>
            <a:off x="2253850" y="4040880"/>
            <a:ext cx="429768" cy="429768"/>
          </a:xfrm>
          <a:prstGeom prst="rect">
            <a:avLst/>
          </a:prstGeom>
        </p:spPr>
      </p:pic>
      <p:sp>
        <p:nvSpPr>
          <p:cNvPr id="141" name="TextBox 140">
            <a:extLst>
              <a:ext uri="{FF2B5EF4-FFF2-40B4-BE49-F238E27FC236}">
                <a16:creationId xmlns:a16="http://schemas.microsoft.com/office/drawing/2014/main" id="{AFF915A4-57A7-894B-5113-8BF74D4EB71E}"/>
              </a:ext>
            </a:extLst>
          </p:cNvPr>
          <p:cNvSpPr txBox="1"/>
          <p:nvPr/>
        </p:nvSpPr>
        <p:spPr>
          <a:xfrm>
            <a:off x="2016854" y="4606385"/>
            <a:ext cx="903761"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169" name="TextBox 168">
            <a:extLst>
              <a:ext uri="{FF2B5EF4-FFF2-40B4-BE49-F238E27FC236}">
                <a16:creationId xmlns:a16="http://schemas.microsoft.com/office/drawing/2014/main" id="{08DA12F4-3ACF-817E-202C-CCE210D4375D}"/>
              </a:ext>
            </a:extLst>
          </p:cNvPr>
          <p:cNvSpPr txBox="1"/>
          <p:nvPr/>
        </p:nvSpPr>
        <p:spPr>
          <a:xfrm>
            <a:off x="1108862" y="4606385"/>
            <a:ext cx="841054"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179" name="Freeform 215">
            <a:extLst>
              <a:ext uri="{FF2B5EF4-FFF2-40B4-BE49-F238E27FC236}">
                <a16:creationId xmlns:a16="http://schemas.microsoft.com/office/drawing/2014/main" id="{F268D534-F415-BD19-EF5F-89923CAB2F1F}"/>
              </a:ext>
            </a:extLst>
          </p:cNvPr>
          <p:cNvSpPr>
            <a:spLocks noChangeAspect="1"/>
          </p:cNvSpPr>
          <p:nvPr/>
        </p:nvSpPr>
        <p:spPr>
          <a:xfrm>
            <a:off x="3206740" y="404125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181" name="TextBox 180">
            <a:extLst>
              <a:ext uri="{FF2B5EF4-FFF2-40B4-BE49-F238E27FC236}">
                <a16:creationId xmlns:a16="http://schemas.microsoft.com/office/drawing/2014/main" id="{F0544A81-1DC1-F3DA-4761-4D158D257E2A}"/>
              </a:ext>
            </a:extLst>
          </p:cNvPr>
          <p:cNvSpPr txBox="1"/>
          <p:nvPr/>
        </p:nvSpPr>
        <p:spPr>
          <a:xfrm>
            <a:off x="2936597" y="4606385"/>
            <a:ext cx="970054"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183" name="Freeform 217">
            <a:extLst>
              <a:ext uri="{FF2B5EF4-FFF2-40B4-BE49-F238E27FC236}">
                <a16:creationId xmlns:a16="http://schemas.microsoft.com/office/drawing/2014/main" id="{1CCDE033-3F74-5332-19F7-2AD7664C0DC2}"/>
              </a:ext>
            </a:extLst>
          </p:cNvPr>
          <p:cNvSpPr>
            <a:spLocks noChangeAspect="1"/>
          </p:cNvSpPr>
          <p:nvPr/>
        </p:nvSpPr>
        <p:spPr>
          <a:xfrm>
            <a:off x="4138390" y="291012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185" name="TextBox 184">
            <a:extLst>
              <a:ext uri="{FF2B5EF4-FFF2-40B4-BE49-F238E27FC236}">
                <a16:creationId xmlns:a16="http://schemas.microsoft.com/office/drawing/2014/main" id="{DB226A79-57B2-F007-21B6-53435CD29642}"/>
              </a:ext>
            </a:extLst>
          </p:cNvPr>
          <p:cNvSpPr txBox="1"/>
          <p:nvPr/>
        </p:nvSpPr>
        <p:spPr>
          <a:xfrm>
            <a:off x="3915874" y="3451537"/>
            <a:ext cx="874801"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195" name="Graphic 194">
            <a:extLst>
              <a:ext uri="{FF2B5EF4-FFF2-40B4-BE49-F238E27FC236}">
                <a16:creationId xmlns:a16="http://schemas.microsoft.com/office/drawing/2014/main" id="{418CBDC5-E832-16DA-4B0C-662CD0F7C635}"/>
              </a:ext>
            </a:extLst>
          </p:cNvPr>
          <p:cNvPicPr>
            <a:picLocks noChangeAspect="1"/>
          </p:cNvPicPr>
          <p:nvPr/>
        </p:nvPicPr>
        <p:blipFill>
          <a:blip>
            <a:biLevel thresh="50000"/>
            <a:extLst>
              <a:ext uri="{96DAC541-7B7A-43D3-8B79-37D633B846F1}">
                <asvg:svgBlip xmlns:asvg="http://schemas.microsoft.com/office/drawing/2016/SVG/main" r:embed="rId12"/>
              </a:ext>
            </a:extLst>
          </a:blip>
          <a:srcRect/>
          <a:stretch/>
        </p:blipFill>
        <p:spPr>
          <a:xfrm>
            <a:off x="1314505" y="1914329"/>
            <a:ext cx="429768" cy="429768"/>
          </a:xfrm>
          <a:prstGeom prst="rect">
            <a:avLst/>
          </a:prstGeom>
        </p:spPr>
      </p:pic>
      <p:sp>
        <p:nvSpPr>
          <p:cNvPr id="197" name="TextBox 196">
            <a:extLst>
              <a:ext uri="{FF2B5EF4-FFF2-40B4-BE49-F238E27FC236}">
                <a16:creationId xmlns:a16="http://schemas.microsoft.com/office/drawing/2014/main" id="{DF808564-45D1-1FB8-4784-F0AC267433DF}"/>
              </a:ext>
            </a:extLst>
          </p:cNvPr>
          <p:cNvSpPr txBox="1"/>
          <p:nvPr/>
        </p:nvSpPr>
        <p:spPr>
          <a:xfrm>
            <a:off x="1314505" y="2427678"/>
            <a:ext cx="429768" cy="2314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199" name="TextBox 198">
            <a:extLst>
              <a:ext uri="{FF2B5EF4-FFF2-40B4-BE49-F238E27FC236}">
                <a16:creationId xmlns:a16="http://schemas.microsoft.com/office/drawing/2014/main" id="{060E5BD9-12BD-E216-936A-0E97295A1C81}"/>
              </a:ext>
            </a:extLst>
          </p:cNvPr>
          <p:cNvSpPr txBox="1"/>
          <p:nvPr/>
        </p:nvSpPr>
        <p:spPr>
          <a:xfrm>
            <a:off x="3786124" y="6919916"/>
            <a:ext cx="979282"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201" name="Graphic 200">
            <a:extLst>
              <a:ext uri="{FF2B5EF4-FFF2-40B4-BE49-F238E27FC236}">
                <a16:creationId xmlns:a16="http://schemas.microsoft.com/office/drawing/2014/main" id="{8B125928-E725-3DE5-3DDD-8D43CB9E497F}"/>
              </a:ext>
            </a:extLst>
          </p:cNvPr>
          <p:cNvPicPr>
            <a:picLocks noChangeAspect="1"/>
          </p:cNvPicPr>
          <p:nvPr/>
        </p:nvPicPr>
        <p:blipFill>
          <a:blip>
            <a:biLevel thresh="50000"/>
            <a:extLst>
              <a:ext uri="{96DAC541-7B7A-43D3-8B79-37D633B846F1}">
                <asvg:svgBlip xmlns:asvg="http://schemas.microsoft.com/office/drawing/2016/SVG/main" r:embed="rId13"/>
              </a:ext>
            </a:extLst>
          </a:blip>
          <a:srcRect/>
          <a:stretch/>
        </p:blipFill>
        <p:spPr>
          <a:xfrm>
            <a:off x="4060881" y="6347909"/>
            <a:ext cx="429768" cy="429768"/>
          </a:xfrm>
          <a:prstGeom prst="rect">
            <a:avLst/>
          </a:prstGeom>
        </p:spPr>
      </p:pic>
      <p:pic>
        <p:nvPicPr>
          <p:cNvPr id="221" name="Graphic 220">
            <a:extLst>
              <a:ext uri="{FF2B5EF4-FFF2-40B4-BE49-F238E27FC236}">
                <a16:creationId xmlns:a16="http://schemas.microsoft.com/office/drawing/2014/main" id="{34641482-91D0-8C65-D381-F54DC3F206F7}"/>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388576" y="853405"/>
            <a:ext cx="429768" cy="429768"/>
          </a:xfrm>
          <a:prstGeom prst="rect">
            <a:avLst/>
          </a:prstGeom>
        </p:spPr>
      </p:pic>
      <p:pic>
        <p:nvPicPr>
          <p:cNvPr id="227" name="Graphic 226">
            <a:extLst>
              <a:ext uri="{FF2B5EF4-FFF2-40B4-BE49-F238E27FC236}">
                <a16:creationId xmlns:a16="http://schemas.microsoft.com/office/drawing/2014/main" id="{C1823478-C154-6610-6632-F6BA4557FE69}"/>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314505" y="853405"/>
            <a:ext cx="429768" cy="429768"/>
          </a:xfrm>
          <a:prstGeom prst="rect">
            <a:avLst/>
          </a:prstGeom>
        </p:spPr>
      </p:pic>
      <p:pic>
        <p:nvPicPr>
          <p:cNvPr id="231" name="Graphic 230">
            <a:extLst>
              <a:ext uri="{FF2B5EF4-FFF2-40B4-BE49-F238E27FC236}">
                <a16:creationId xmlns:a16="http://schemas.microsoft.com/office/drawing/2014/main" id="{0C26044A-FC44-F3E5-B35F-8C72DD5F434A}"/>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4138390" y="4040880"/>
            <a:ext cx="429768" cy="429768"/>
          </a:xfrm>
          <a:prstGeom prst="rect">
            <a:avLst/>
          </a:prstGeom>
        </p:spPr>
      </p:pic>
      <p:pic>
        <p:nvPicPr>
          <p:cNvPr id="233" name="Graphic 232">
            <a:extLst>
              <a:ext uri="{FF2B5EF4-FFF2-40B4-BE49-F238E27FC236}">
                <a16:creationId xmlns:a16="http://schemas.microsoft.com/office/drawing/2014/main" id="{5D56962A-E092-B5EE-0C90-A63D5F504850}"/>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5979259" y="4047143"/>
            <a:ext cx="429768" cy="429768"/>
          </a:xfrm>
          <a:prstGeom prst="rect">
            <a:avLst/>
          </a:prstGeom>
        </p:spPr>
      </p:pic>
      <p:pic>
        <p:nvPicPr>
          <p:cNvPr id="235" name="Graphic 234">
            <a:extLst>
              <a:ext uri="{FF2B5EF4-FFF2-40B4-BE49-F238E27FC236}">
                <a16:creationId xmlns:a16="http://schemas.microsoft.com/office/drawing/2014/main" id="{9C8137C8-26C1-849B-9DE3-CEF2E38DB1D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5028581" y="4040880"/>
            <a:ext cx="429768" cy="429768"/>
          </a:xfrm>
          <a:prstGeom prst="rect">
            <a:avLst/>
          </a:prstGeom>
        </p:spPr>
      </p:pic>
      <p:pic>
        <p:nvPicPr>
          <p:cNvPr id="237" name="Graphic 236">
            <a:extLst>
              <a:ext uri="{FF2B5EF4-FFF2-40B4-BE49-F238E27FC236}">
                <a16:creationId xmlns:a16="http://schemas.microsoft.com/office/drawing/2014/main" id="{E6EF15CC-5448-7DFF-2455-95D8FEEBCF4C}"/>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314505" y="5119340"/>
            <a:ext cx="429768" cy="429768"/>
          </a:xfrm>
          <a:prstGeom prst="rect">
            <a:avLst/>
          </a:prstGeom>
        </p:spPr>
      </p:pic>
      <p:pic>
        <p:nvPicPr>
          <p:cNvPr id="239" name="Graphic 238">
            <a:extLst>
              <a:ext uri="{FF2B5EF4-FFF2-40B4-BE49-F238E27FC236}">
                <a16:creationId xmlns:a16="http://schemas.microsoft.com/office/drawing/2014/main" id="{DA456C68-00A1-1116-715D-EE2D37D9C558}"/>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388576" y="5119340"/>
            <a:ext cx="429768" cy="429768"/>
          </a:xfrm>
          <a:prstGeom prst="rect">
            <a:avLst/>
          </a:prstGeom>
        </p:spPr>
      </p:pic>
      <p:pic>
        <p:nvPicPr>
          <p:cNvPr id="241" name="Graphic 240">
            <a:extLst>
              <a:ext uri="{FF2B5EF4-FFF2-40B4-BE49-F238E27FC236}">
                <a16:creationId xmlns:a16="http://schemas.microsoft.com/office/drawing/2014/main" id="{D55F5688-EB8B-FA72-F7C9-F7215790FA0B}"/>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6932851" y="4040880"/>
            <a:ext cx="429768" cy="429768"/>
          </a:xfrm>
          <a:prstGeom prst="rect">
            <a:avLst/>
          </a:prstGeom>
        </p:spPr>
      </p:pic>
      <p:pic>
        <p:nvPicPr>
          <p:cNvPr id="243" name="Graphic 242">
            <a:extLst>
              <a:ext uri="{FF2B5EF4-FFF2-40B4-BE49-F238E27FC236}">
                <a16:creationId xmlns:a16="http://schemas.microsoft.com/office/drawing/2014/main" id="{74A83752-9EA9-90E6-2C0D-935BCBBF24D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3206740" y="5119340"/>
            <a:ext cx="429768" cy="429768"/>
          </a:xfrm>
          <a:prstGeom prst="rect">
            <a:avLst/>
          </a:prstGeom>
        </p:spPr>
      </p:pic>
      <p:pic>
        <p:nvPicPr>
          <p:cNvPr id="245" name="Graphic 244">
            <a:extLst>
              <a:ext uri="{FF2B5EF4-FFF2-40B4-BE49-F238E27FC236}">
                <a16:creationId xmlns:a16="http://schemas.microsoft.com/office/drawing/2014/main" id="{6B0FE29F-6985-79C2-5517-9AC4EE568A71}"/>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2253850" y="5119340"/>
            <a:ext cx="429768" cy="429768"/>
          </a:xfrm>
          <a:prstGeom prst="rect">
            <a:avLst/>
          </a:prstGeom>
        </p:spPr>
      </p:pic>
      <p:pic>
        <p:nvPicPr>
          <p:cNvPr id="247" name="Graphic 246">
            <a:extLst>
              <a:ext uri="{FF2B5EF4-FFF2-40B4-BE49-F238E27FC236}">
                <a16:creationId xmlns:a16="http://schemas.microsoft.com/office/drawing/2014/main" id="{121E48C9-295A-98BF-AF17-A3D51ADB5EF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5979259" y="2916383"/>
            <a:ext cx="429768" cy="429768"/>
          </a:xfrm>
          <a:prstGeom prst="rect">
            <a:avLst/>
          </a:prstGeom>
        </p:spPr>
      </p:pic>
      <p:pic>
        <p:nvPicPr>
          <p:cNvPr id="249" name="Graphic 248">
            <a:extLst>
              <a:ext uri="{FF2B5EF4-FFF2-40B4-BE49-F238E27FC236}">
                <a16:creationId xmlns:a16="http://schemas.microsoft.com/office/drawing/2014/main" id="{19651DE6-24BA-7945-C47B-03C3E2AC16A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28581" y="5119340"/>
            <a:ext cx="429768" cy="429768"/>
          </a:xfrm>
          <a:prstGeom prst="rect">
            <a:avLst/>
          </a:prstGeom>
        </p:spPr>
      </p:pic>
      <p:pic>
        <p:nvPicPr>
          <p:cNvPr id="251" name="Graphic 250">
            <a:extLst>
              <a:ext uri="{FF2B5EF4-FFF2-40B4-BE49-F238E27FC236}">
                <a16:creationId xmlns:a16="http://schemas.microsoft.com/office/drawing/2014/main" id="{9210990C-EE65-5AA4-834F-7A6D84151BB2}"/>
              </a:ext>
            </a:extLst>
          </p:cNvPr>
          <p:cNvPicPr>
            <a:picLocks noChangeAspect="1"/>
          </p:cNvPicPr>
          <p:nvPr/>
        </p:nvPicPr>
        <p:blipFill>
          <a:blip>
            <a:extLst>
              <a:ext uri="{96DAC541-7B7A-43D3-8B79-37D633B846F1}">
                <asvg:svgBlip xmlns:asvg="http://schemas.microsoft.com/office/drawing/2016/SVG/main" r:embed="rId26"/>
              </a:ext>
            </a:extLst>
          </a:blip>
          <a:srcRect/>
          <a:stretch/>
        </p:blipFill>
        <p:spPr>
          <a:xfrm>
            <a:off x="2253850" y="1914329"/>
            <a:ext cx="429768" cy="429768"/>
          </a:xfrm>
          <a:prstGeom prst="rect">
            <a:avLst/>
          </a:prstGeom>
        </p:spPr>
      </p:pic>
      <p:pic>
        <p:nvPicPr>
          <p:cNvPr id="253" name="Graphic 252">
            <a:extLst>
              <a:ext uri="{FF2B5EF4-FFF2-40B4-BE49-F238E27FC236}">
                <a16:creationId xmlns:a16="http://schemas.microsoft.com/office/drawing/2014/main" id="{C425C41E-280B-344C-B32F-3E102E511F9E}"/>
              </a:ext>
            </a:extLst>
          </p:cNvPr>
          <p:cNvPicPr>
            <a:picLocks noChangeAspect="1"/>
          </p:cNvPicPr>
          <p:nvPr/>
        </p:nvPicPr>
        <p:blipFill>
          <a:blip>
            <a:extLst>
              <a:ext uri="{96DAC541-7B7A-43D3-8B79-37D633B846F1}">
                <asvg:svgBlip xmlns:asvg="http://schemas.microsoft.com/office/drawing/2016/SVG/main" r:embed="rId27"/>
              </a:ext>
            </a:extLst>
          </a:blip>
          <a:srcRect/>
          <a:stretch/>
        </p:blipFill>
        <p:spPr>
          <a:xfrm>
            <a:off x="4138390" y="1914329"/>
            <a:ext cx="429768" cy="429768"/>
          </a:xfrm>
          <a:prstGeom prst="rect">
            <a:avLst/>
          </a:prstGeom>
        </p:spPr>
      </p:pic>
      <p:pic>
        <p:nvPicPr>
          <p:cNvPr id="255" name="Graphic 254">
            <a:extLst>
              <a:ext uri="{FF2B5EF4-FFF2-40B4-BE49-F238E27FC236}">
                <a16:creationId xmlns:a16="http://schemas.microsoft.com/office/drawing/2014/main" id="{06B0D326-A9E6-11FA-D38D-8EDE34BEE9F9}"/>
              </a:ext>
            </a:extLst>
          </p:cNvPr>
          <p:cNvPicPr>
            <a:picLocks noChangeAspect="1"/>
          </p:cNvPicPr>
          <p:nvPr/>
        </p:nvPicPr>
        <p:blipFill>
          <a:blip>
            <a:extLst>
              <a:ext uri="{96DAC541-7B7A-43D3-8B79-37D633B846F1}">
                <asvg:svgBlip xmlns:asvg="http://schemas.microsoft.com/office/drawing/2016/SVG/main" r:embed="rId28"/>
              </a:ext>
            </a:extLst>
          </a:blip>
          <a:srcRect/>
          <a:stretch/>
        </p:blipFill>
        <p:spPr>
          <a:xfrm>
            <a:off x="5028581" y="1914329"/>
            <a:ext cx="429768" cy="429768"/>
          </a:xfrm>
          <a:prstGeom prst="rect">
            <a:avLst/>
          </a:prstGeom>
        </p:spPr>
      </p:pic>
      <p:pic>
        <p:nvPicPr>
          <p:cNvPr id="257" name="Graphic 256">
            <a:extLst>
              <a:ext uri="{FF2B5EF4-FFF2-40B4-BE49-F238E27FC236}">
                <a16:creationId xmlns:a16="http://schemas.microsoft.com/office/drawing/2014/main" id="{F1D81765-0E3C-7FD8-3845-3DA0DBFAEB7C}"/>
              </a:ext>
            </a:extLst>
          </p:cNvPr>
          <p:cNvPicPr>
            <a:picLocks noChangeAspect="1"/>
          </p:cNvPicPr>
          <p:nvPr/>
        </p:nvPicPr>
        <p:blipFill>
          <a:blip>
            <a:extLst>
              <a:ext uri="{96DAC541-7B7A-43D3-8B79-37D633B846F1}">
                <asvg:svgBlip xmlns:asvg="http://schemas.microsoft.com/office/drawing/2016/SVG/main" r:embed="rId29"/>
              </a:ext>
            </a:extLst>
          </a:blip>
          <a:srcRect/>
          <a:stretch/>
        </p:blipFill>
        <p:spPr>
          <a:xfrm>
            <a:off x="3206740" y="1914329"/>
            <a:ext cx="429768" cy="429768"/>
          </a:xfrm>
          <a:prstGeom prst="rect">
            <a:avLst/>
          </a:prstGeom>
        </p:spPr>
      </p:pic>
      <p:pic>
        <p:nvPicPr>
          <p:cNvPr id="259" name="Graphic 258">
            <a:extLst>
              <a:ext uri="{FF2B5EF4-FFF2-40B4-BE49-F238E27FC236}">
                <a16:creationId xmlns:a16="http://schemas.microsoft.com/office/drawing/2014/main" id="{B0C5D8D3-FCC3-85F6-CFA8-54296B4B406F}"/>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a:off x="5979259" y="1920592"/>
            <a:ext cx="429768" cy="429768"/>
          </a:xfrm>
          <a:prstGeom prst="rect">
            <a:avLst/>
          </a:prstGeom>
        </p:spPr>
      </p:pic>
      <p:pic>
        <p:nvPicPr>
          <p:cNvPr id="261" name="Graphic 260">
            <a:extLst>
              <a:ext uri="{FF2B5EF4-FFF2-40B4-BE49-F238E27FC236}">
                <a16:creationId xmlns:a16="http://schemas.microsoft.com/office/drawing/2014/main" id="{4BCD19F5-CA06-325E-9F09-CE185A0BEDA7}"/>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a:off x="6932851" y="1914329"/>
            <a:ext cx="429768" cy="429768"/>
          </a:xfrm>
          <a:prstGeom prst="rect">
            <a:avLst/>
          </a:prstGeom>
        </p:spPr>
      </p:pic>
      <p:pic>
        <p:nvPicPr>
          <p:cNvPr id="263" name="Graphic 262">
            <a:extLst>
              <a:ext uri="{FF2B5EF4-FFF2-40B4-BE49-F238E27FC236}">
                <a16:creationId xmlns:a16="http://schemas.microsoft.com/office/drawing/2014/main" id="{2E22E739-FBE8-4A51-7B56-3C18395C4D5B}"/>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2253850" y="2910120"/>
            <a:ext cx="429768" cy="429768"/>
          </a:xfrm>
          <a:prstGeom prst="rect">
            <a:avLst/>
          </a:prstGeom>
        </p:spPr>
      </p:pic>
      <p:pic>
        <p:nvPicPr>
          <p:cNvPr id="265" name="Graphic 264">
            <a:extLst>
              <a:ext uri="{FF2B5EF4-FFF2-40B4-BE49-F238E27FC236}">
                <a16:creationId xmlns:a16="http://schemas.microsoft.com/office/drawing/2014/main" id="{84E45CC9-C5D7-EE9A-AC11-A3AF956B48CE}"/>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1314505" y="2910120"/>
            <a:ext cx="429768" cy="429768"/>
          </a:xfrm>
          <a:prstGeom prst="rect">
            <a:avLst/>
          </a:prstGeom>
        </p:spPr>
      </p:pic>
      <p:pic>
        <p:nvPicPr>
          <p:cNvPr id="267" name="Graphic 266">
            <a:extLst>
              <a:ext uri="{FF2B5EF4-FFF2-40B4-BE49-F238E27FC236}">
                <a16:creationId xmlns:a16="http://schemas.microsoft.com/office/drawing/2014/main" id="{26CAD25F-5BDD-690C-EF83-F8771E389790}"/>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3206740" y="2910120"/>
            <a:ext cx="429768" cy="429768"/>
          </a:xfrm>
          <a:prstGeom prst="rect">
            <a:avLst/>
          </a:prstGeom>
        </p:spPr>
      </p:pic>
      <p:pic>
        <p:nvPicPr>
          <p:cNvPr id="269" name="Graphic 268">
            <a:extLst>
              <a:ext uri="{FF2B5EF4-FFF2-40B4-BE49-F238E27FC236}">
                <a16:creationId xmlns:a16="http://schemas.microsoft.com/office/drawing/2014/main" id="{7EA72D89-18CF-A1EB-078D-4FB7AF60C35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388576" y="2910120"/>
            <a:ext cx="429768" cy="429768"/>
          </a:xfrm>
          <a:prstGeom prst="rect">
            <a:avLst/>
          </a:prstGeom>
        </p:spPr>
      </p:pic>
      <p:pic>
        <p:nvPicPr>
          <p:cNvPr id="271" name="Graphic 270">
            <a:extLst>
              <a:ext uri="{FF2B5EF4-FFF2-40B4-BE49-F238E27FC236}">
                <a16:creationId xmlns:a16="http://schemas.microsoft.com/office/drawing/2014/main" id="{6737D3D8-95ED-BBBD-4E82-0610E9629E06}"/>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5965151" y="6347909"/>
            <a:ext cx="429768" cy="429768"/>
          </a:xfrm>
          <a:prstGeom prst="rect">
            <a:avLst/>
          </a:prstGeom>
        </p:spPr>
      </p:pic>
      <p:pic>
        <p:nvPicPr>
          <p:cNvPr id="273" name="Graphic 272">
            <a:extLst>
              <a:ext uri="{FF2B5EF4-FFF2-40B4-BE49-F238E27FC236}">
                <a16:creationId xmlns:a16="http://schemas.microsoft.com/office/drawing/2014/main" id="{23C9A296-C052-3DF2-0C94-2CDEED6A9337}"/>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383705" y="7520964"/>
            <a:ext cx="429768" cy="429768"/>
          </a:xfrm>
          <a:prstGeom prst="rect">
            <a:avLst/>
          </a:prstGeom>
        </p:spPr>
      </p:pic>
      <p:pic>
        <p:nvPicPr>
          <p:cNvPr id="275" name="Graphic 274">
            <a:extLst>
              <a:ext uri="{FF2B5EF4-FFF2-40B4-BE49-F238E27FC236}">
                <a16:creationId xmlns:a16="http://schemas.microsoft.com/office/drawing/2014/main" id="{C622F7F1-7CF6-D48F-97BD-075B5E9A1743}"/>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2275940" y="7520964"/>
            <a:ext cx="429768" cy="429768"/>
          </a:xfrm>
          <a:prstGeom prst="rect">
            <a:avLst/>
          </a:prstGeom>
        </p:spPr>
      </p:pic>
      <p:pic>
        <p:nvPicPr>
          <p:cNvPr id="277" name="Graphic 276">
            <a:extLst>
              <a:ext uri="{FF2B5EF4-FFF2-40B4-BE49-F238E27FC236}">
                <a16:creationId xmlns:a16="http://schemas.microsoft.com/office/drawing/2014/main" id="{DF77A0B4-5BD9-1320-08B9-4CC04E384982}"/>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1323050" y="7520964"/>
            <a:ext cx="429768" cy="429768"/>
          </a:xfrm>
          <a:prstGeom prst="rect">
            <a:avLst/>
          </a:prstGeom>
        </p:spPr>
      </p:pic>
      <p:pic>
        <p:nvPicPr>
          <p:cNvPr id="279" name="Graphic 278">
            <a:extLst>
              <a:ext uri="{FF2B5EF4-FFF2-40B4-BE49-F238E27FC236}">
                <a16:creationId xmlns:a16="http://schemas.microsoft.com/office/drawing/2014/main" id="{7FEFF7F6-78AB-DF02-7F44-F5DD5561D1F1}"/>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388576" y="6347909"/>
            <a:ext cx="429768" cy="429768"/>
          </a:xfrm>
          <a:prstGeom prst="rect">
            <a:avLst/>
          </a:prstGeom>
        </p:spPr>
      </p:pic>
      <p:pic>
        <p:nvPicPr>
          <p:cNvPr id="281" name="Graphic 280">
            <a:extLst>
              <a:ext uri="{FF2B5EF4-FFF2-40B4-BE49-F238E27FC236}">
                <a16:creationId xmlns:a16="http://schemas.microsoft.com/office/drawing/2014/main" id="{089B3DE4-7078-8231-8273-9E604B792F39}"/>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3207590" y="7520964"/>
            <a:ext cx="429768" cy="429768"/>
          </a:xfrm>
          <a:prstGeom prst="rect">
            <a:avLst/>
          </a:prstGeom>
        </p:spPr>
      </p:pic>
      <p:pic>
        <p:nvPicPr>
          <p:cNvPr id="283" name="Graphic 282">
            <a:extLst>
              <a:ext uri="{FF2B5EF4-FFF2-40B4-BE49-F238E27FC236}">
                <a16:creationId xmlns:a16="http://schemas.microsoft.com/office/drawing/2014/main" id="{0A257BFE-70BE-21F9-52AC-4F08B25CD56B}"/>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4097781" y="7520964"/>
            <a:ext cx="429768" cy="429768"/>
          </a:xfrm>
          <a:prstGeom prst="rect">
            <a:avLst/>
          </a:prstGeom>
        </p:spPr>
      </p:pic>
      <p:pic>
        <p:nvPicPr>
          <p:cNvPr id="285" name="Graphic 284">
            <a:extLst>
              <a:ext uri="{FF2B5EF4-FFF2-40B4-BE49-F238E27FC236}">
                <a16:creationId xmlns:a16="http://schemas.microsoft.com/office/drawing/2014/main" id="{5723230B-0D64-D4FF-3AEA-3AA3B61A3581}"/>
              </a:ext>
            </a:extLst>
          </p:cNvPr>
          <p:cNvPicPr>
            <a:picLocks noChangeAspect="1"/>
          </p:cNvPicPr>
          <p:nvPr/>
        </p:nvPicPr>
        <p:blipFill>
          <a:blip>
            <a:extLst>
              <a:ext uri="{96DAC541-7B7A-43D3-8B79-37D633B846F1}">
                <asvg:svgBlip xmlns:asvg="http://schemas.microsoft.com/office/drawing/2016/SVG/main" r:embed="rId43"/>
              </a:ext>
            </a:extLst>
          </a:blip>
          <a:srcRect/>
          <a:stretch/>
        </p:blipFill>
        <p:spPr>
          <a:xfrm>
            <a:off x="6002051" y="7520964"/>
            <a:ext cx="429768" cy="429768"/>
          </a:xfrm>
          <a:prstGeom prst="rect">
            <a:avLst/>
          </a:prstGeom>
        </p:spPr>
      </p:pic>
      <p:pic>
        <p:nvPicPr>
          <p:cNvPr id="287" name="Graphic 286">
            <a:extLst>
              <a:ext uri="{FF2B5EF4-FFF2-40B4-BE49-F238E27FC236}">
                <a16:creationId xmlns:a16="http://schemas.microsoft.com/office/drawing/2014/main" id="{98E93F31-3A07-C449-199A-B0ADABA33277}"/>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6926298" y="6395044"/>
            <a:ext cx="429768" cy="429768"/>
          </a:xfrm>
          <a:prstGeom prst="rect">
            <a:avLst/>
          </a:prstGeom>
        </p:spPr>
      </p:pic>
      <p:sp>
        <p:nvSpPr>
          <p:cNvPr id="289" name="TextBox 288">
            <a:extLst>
              <a:ext uri="{FF2B5EF4-FFF2-40B4-BE49-F238E27FC236}">
                <a16:creationId xmlns:a16="http://schemas.microsoft.com/office/drawing/2014/main" id="{92C2C4A0-8828-F208-7C4E-3AB1CBB60EA3}"/>
              </a:ext>
            </a:extLst>
          </p:cNvPr>
          <p:cNvSpPr txBox="1"/>
          <p:nvPr/>
        </p:nvSpPr>
        <p:spPr>
          <a:xfrm>
            <a:off x="5869055" y="3451537"/>
            <a:ext cx="650176"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291" name="TextBox 290">
            <a:extLst>
              <a:ext uri="{FF2B5EF4-FFF2-40B4-BE49-F238E27FC236}">
                <a16:creationId xmlns:a16="http://schemas.microsoft.com/office/drawing/2014/main" id="{37EEB9B7-E382-D335-66DE-B539791640F3}"/>
              </a:ext>
            </a:extLst>
          </p:cNvPr>
          <p:cNvSpPr txBox="1"/>
          <p:nvPr/>
        </p:nvSpPr>
        <p:spPr>
          <a:xfrm>
            <a:off x="3024523" y="5725242"/>
            <a:ext cx="794202"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293" name="TextBox 292">
            <a:extLst>
              <a:ext uri="{FF2B5EF4-FFF2-40B4-BE49-F238E27FC236}">
                <a16:creationId xmlns:a16="http://schemas.microsoft.com/office/drawing/2014/main" id="{5820C29C-C789-945E-8EB3-658CB33D1471}"/>
              </a:ext>
            </a:extLst>
          </p:cNvPr>
          <p:cNvSpPr txBox="1"/>
          <p:nvPr/>
        </p:nvSpPr>
        <p:spPr>
          <a:xfrm>
            <a:off x="4823595" y="5725242"/>
            <a:ext cx="839741"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295" name="TextBox 294">
            <a:extLst>
              <a:ext uri="{FF2B5EF4-FFF2-40B4-BE49-F238E27FC236}">
                <a16:creationId xmlns:a16="http://schemas.microsoft.com/office/drawing/2014/main" id="{73B1F3D9-08D0-E9C7-D386-EAA7150855F1}"/>
              </a:ext>
            </a:extLst>
          </p:cNvPr>
          <p:cNvSpPr txBox="1"/>
          <p:nvPr/>
        </p:nvSpPr>
        <p:spPr>
          <a:xfrm>
            <a:off x="4835383" y="6919916"/>
            <a:ext cx="782120"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297" name="TextBox 296">
            <a:extLst>
              <a:ext uri="{FF2B5EF4-FFF2-40B4-BE49-F238E27FC236}">
                <a16:creationId xmlns:a16="http://schemas.microsoft.com/office/drawing/2014/main" id="{DE08E8CE-D15B-0867-3EBD-877A40CBFEE8}"/>
              </a:ext>
            </a:extLst>
          </p:cNvPr>
          <p:cNvSpPr txBox="1"/>
          <p:nvPr/>
        </p:nvSpPr>
        <p:spPr>
          <a:xfrm>
            <a:off x="5775728" y="6919916"/>
            <a:ext cx="808615"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315" name="TextBox 314">
            <a:extLst>
              <a:ext uri="{FF2B5EF4-FFF2-40B4-BE49-F238E27FC236}">
                <a16:creationId xmlns:a16="http://schemas.microsoft.com/office/drawing/2014/main" id="{00CFA252-8EE6-1B99-7DB2-0C9FC802F19C}"/>
              </a:ext>
            </a:extLst>
          </p:cNvPr>
          <p:cNvSpPr txBox="1"/>
          <p:nvPr/>
        </p:nvSpPr>
        <p:spPr>
          <a:xfrm>
            <a:off x="143263" y="1345172"/>
            <a:ext cx="920395"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317" name="TextBox 316">
            <a:extLst>
              <a:ext uri="{FF2B5EF4-FFF2-40B4-BE49-F238E27FC236}">
                <a16:creationId xmlns:a16="http://schemas.microsoft.com/office/drawing/2014/main" id="{1C2B8A0B-67C1-528B-DC79-6461CECE2F2B}"/>
              </a:ext>
            </a:extLst>
          </p:cNvPr>
          <p:cNvSpPr txBox="1"/>
          <p:nvPr/>
        </p:nvSpPr>
        <p:spPr>
          <a:xfrm>
            <a:off x="1091989" y="1345172"/>
            <a:ext cx="874800"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319" name="TextBox 318">
            <a:extLst>
              <a:ext uri="{FF2B5EF4-FFF2-40B4-BE49-F238E27FC236}">
                <a16:creationId xmlns:a16="http://schemas.microsoft.com/office/drawing/2014/main" id="{BFFC78C4-049B-B3FC-F90D-77A55EEFF75D}"/>
              </a:ext>
            </a:extLst>
          </p:cNvPr>
          <p:cNvSpPr txBox="1"/>
          <p:nvPr/>
        </p:nvSpPr>
        <p:spPr>
          <a:xfrm>
            <a:off x="2047022" y="2427678"/>
            <a:ext cx="843424"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321" name="TextBox 320">
            <a:extLst>
              <a:ext uri="{FF2B5EF4-FFF2-40B4-BE49-F238E27FC236}">
                <a16:creationId xmlns:a16="http://schemas.microsoft.com/office/drawing/2014/main" id="{8B592F8C-8F41-D643-4B7B-1FA40A22F713}"/>
              </a:ext>
            </a:extLst>
          </p:cNvPr>
          <p:cNvSpPr txBox="1"/>
          <p:nvPr/>
        </p:nvSpPr>
        <p:spPr>
          <a:xfrm>
            <a:off x="2926569" y="2427678"/>
            <a:ext cx="990111"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323" name="TextBox 322">
            <a:extLst>
              <a:ext uri="{FF2B5EF4-FFF2-40B4-BE49-F238E27FC236}">
                <a16:creationId xmlns:a16="http://schemas.microsoft.com/office/drawing/2014/main" id="{A48BCE68-21C3-4207-7E69-93FB88B96AE4}"/>
              </a:ext>
            </a:extLst>
          </p:cNvPr>
          <p:cNvSpPr txBox="1"/>
          <p:nvPr/>
        </p:nvSpPr>
        <p:spPr>
          <a:xfrm>
            <a:off x="3960242" y="2427678"/>
            <a:ext cx="786065"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325" name="TextBox 324">
            <a:extLst>
              <a:ext uri="{FF2B5EF4-FFF2-40B4-BE49-F238E27FC236}">
                <a16:creationId xmlns:a16="http://schemas.microsoft.com/office/drawing/2014/main" id="{9A169366-E596-360E-E905-653ED53DA0FA}"/>
              </a:ext>
            </a:extLst>
          </p:cNvPr>
          <p:cNvSpPr txBox="1"/>
          <p:nvPr/>
        </p:nvSpPr>
        <p:spPr>
          <a:xfrm>
            <a:off x="4837441" y="2427678"/>
            <a:ext cx="812049"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327" name="TextBox 326">
            <a:extLst>
              <a:ext uri="{FF2B5EF4-FFF2-40B4-BE49-F238E27FC236}">
                <a16:creationId xmlns:a16="http://schemas.microsoft.com/office/drawing/2014/main" id="{DFB59E88-662E-1AF6-15B4-CFA10F338859}"/>
              </a:ext>
            </a:extLst>
          </p:cNvPr>
          <p:cNvSpPr txBox="1"/>
          <p:nvPr/>
        </p:nvSpPr>
        <p:spPr>
          <a:xfrm>
            <a:off x="5788119" y="2427678"/>
            <a:ext cx="812048"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329" name="TextBox 328">
            <a:extLst>
              <a:ext uri="{FF2B5EF4-FFF2-40B4-BE49-F238E27FC236}">
                <a16:creationId xmlns:a16="http://schemas.microsoft.com/office/drawing/2014/main" id="{F59BA38D-000E-A991-C28B-F2A63167C6DC}"/>
              </a:ext>
            </a:extLst>
          </p:cNvPr>
          <p:cNvSpPr txBox="1"/>
          <p:nvPr/>
        </p:nvSpPr>
        <p:spPr>
          <a:xfrm>
            <a:off x="6627409" y="2427678"/>
            <a:ext cx="1040653"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331" name="TextBox 330">
            <a:extLst>
              <a:ext uri="{FF2B5EF4-FFF2-40B4-BE49-F238E27FC236}">
                <a16:creationId xmlns:a16="http://schemas.microsoft.com/office/drawing/2014/main" id="{893F4FB7-66ED-3461-82A9-12C24ADC658F}"/>
              </a:ext>
            </a:extLst>
          </p:cNvPr>
          <p:cNvSpPr txBox="1"/>
          <p:nvPr/>
        </p:nvSpPr>
        <p:spPr>
          <a:xfrm>
            <a:off x="156450" y="3451537"/>
            <a:ext cx="894020"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333" name="TextBox 332">
            <a:extLst>
              <a:ext uri="{FF2B5EF4-FFF2-40B4-BE49-F238E27FC236}">
                <a16:creationId xmlns:a16="http://schemas.microsoft.com/office/drawing/2014/main" id="{CE92E058-FBF7-9F10-E1CF-34ECF74A81D5}"/>
              </a:ext>
            </a:extLst>
          </p:cNvPr>
          <p:cNvSpPr txBox="1"/>
          <p:nvPr/>
        </p:nvSpPr>
        <p:spPr>
          <a:xfrm>
            <a:off x="1107677" y="3451537"/>
            <a:ext cx="843424"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335" name="TextBox 334">
            <a:extLst>
              <a:ext uri="{FF2B5EF4-FFF2-40B4-BE49-F238E27FC236}">
                <a16:creationId xmlns:a16="http://schemas.microsoft.com/office/drawing/2014/main" id="{2B3B2275-6E00-E8BD-738B-35EC57A6E8C9}"/>
              </a:ext>
            </a:extLst>
          </p:cNvPr>
          <p:cNvSpPr txBox="1"/>
          <p:nvPr/>
        </p:nvSpPr>
        <p:spPr>
          <a:xfrm>
            <a:off x="2061439" y="3451537"/>
            <a:ext cx="814591"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337" name="TextBox 336">
            <a:extLst>
              <a:ext uri="{FF2B5EF4-FFF2-40B4-BE49-F238E27FC236}">
                <a16:creationId xmlns:a16="http://schemas.microsoft.com/office/drawing/2014/main" id="{AB1FCE4C-4AA2-1220-DB9C-66C4CC046156}"/>
              </a:ext>
            </a:extLst>
          </p:cNvPr>
          <p:cNvSpPr txBox="1"/>
          <p:nvPr/>
        </p:nvSpPr>
        <p:spPr>
          <a:xfrm>
            <a:off x="2836943" y="3451537"/>
            <a:ext cx="1169363" cy="362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339" name="TextBox 338">
            <a:extLst>
              <a:ext uri="{FF2B5EF4-FFF2-40B4-BE49-F238E27FC236}">
                <a16:creationId xmlns:a16="http://schemas.microsoft.com/office/drawing/2014/main" id="{F0A0A820-DCED-C1CB-0605-AF62428FD8A1}"/>
              </a:ext>
            </a:extLst>
          </p:cNvPr>
          <p:cNvSpPr txBox="1"/>
          <p:nvPr/>
        </p:nvSpPr>
        <p:spPr>
          <a:xfrm>
            <a:off x="6709491" y="6918930"/>
            <a:ext cx="863382"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341" name="TextBox 340">
            <a:extLst>
              <a:ext uri="{FF2B5EF4-FFF2-40B4-BE49-F238E27FC236}">
                <a16:creationId xmlns:a16="http://schemas.microsoft.com/office/drawing/2014/main" id="{79D561B4-6979-E7A4-7846-FAE44C033ABA}"/>
              </a:ext>
            </a:extLst>
          </p:cNvPr>
          <p:cNvSpPr txBox="1"/>
          <p:nvPr/>
        </p:nvSpPr>
        <p:spPr>
          <a:xfrm>
            <a:off x="192981" y="8044850"/>
            <a:ext cx="811216"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343" name="TextBox 342">
            <a:extLst>
              <a:ext uri="{FF2B5EF4-FFF2-40B4-BE49-F238E27FC236}">
                <a16:creationId xmlns:a16="http://schemas.microsoft.com/office/drawing/2014/main" id="{A54CB546-8197-B1AB-C5F9-55BC6A9C1098}"/>
              </a:ext>
            </a:extLst>
          </p:cNvPr>
          <p:cNvSpPr txBox="1"/>
          <p:nvPr/>
        </p:nvSpPr>
        <p:spPr>
          <a:xfrm>
            <a:off x="1121458" y="8044850"/>
            <a:ext cx="832953"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345" name="TextBox 344">
            <a:extLst>
              <a:ext uri="{FF2B5EF4-FFF2-40B4-BE49-F238E27FC236}">
                <a16:creationId xmlns:a16="http://schemas.microsoft.com/office/drawing/2014/main" id="{D078C2AE-A622-9157-9580-9B58849D9E55}"/>
              </a:ext>
            </a:extLst>
          </p:cNvPr>
          <p:cNvSpPr txBox="1"/>
          <p:nvPr/>
        </p:nvSpPr>
        <p:spPr>
          <a:xfrm>
            <a:off x="2069112" y="8044850"/>
            <a:ext cx="843424"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347" name="TextBox 346">
            <a:extLst>
              <a:ext uri="{FF2B5EF4-FFF2-40B4-BE49-F238E27FC236}">
                <a16:creationId xmlns:a16="http://schemas.microsoft.com/office/drawing/2014/main" id="{5D224B58-5C29-B9E0-A7F1-706899E2D9C4}"/>
              </a:ext>
            </a:extLst>
          </p:cNvPr>
          <p:cNvSpPr txBox="1"/>
          <p:nvPr/>
        </p:nvSpPr>
        <p:spPr>
          <a:xfrm>
            <a:off x="3033000" y="8044850"/>
            <a:ext cx="778949"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349" name="TextBox 348">
            <a:extLst>
              <a:ext uri="{FF2B5EF4-FFF2-40B4-BE49-F238E27FC236}">
                <a16:creationId xmlns:a16="http://schemas.microsoft.com/office/drawing/2014/main" id="{B4C97B42-4880-719F-998C-F6B3371C98D0}"/>
              </a:ext>
            </a:extLst>
          </p:cNvPr>
          <p:cNvSpPr txBox="1"/>
          <p:nvPr/>
        </p:nvSpPr>
        <p:spPr>
          <a:xfrm>
            <a:off x="3915565" y="8044850"/>
            <a:ext cx="794201"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351" name="TextBox 350">
            <a:extLst>
              <a:ext uri="{FF2B5EF4-FFF2-40B4-BE49-F238E27FC236}">
                <a16:creationId xmlns:a16="http://schemas.microsoft.com/office/drawing/2014/main" id="{EBE132DC-1827-5978-0322-396FDBCF614D}"/>
              </a:ext>
            </a:extLst>
          </p:cNvPr>
          <p:cNvSpPr txBox="1"/>
          <p:nvPr/>
        </p:nvSpPr>
        <p:spPr>
          <a:xfrm>
            <a:off x="135421" y="6919916"/>
            <a:ext cx="936079" cy="1370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353" name="TextBox 352">
            <a:extLst>
              <a:ext uri="{FF2B5EF4-FFF2-40B4-BE49-F238E27FC236}">
                <a16:creationId xmlns:a16="http://schemas.microsoft.com/office/drawing/2014/main" id="{F0AA17E9-AD8A-9865-7141-467CC367FB7A}"/>
              </a:ext>
            </a:extLst>
          </p:cNvPr>
          <p:cNvSpPr txBox="1"/>
          <p:nvPr/>
        </p:nvSpPr>
        <p:spPr>
          <a:xfrm>
            <a:off x="5797065" y="8044850"/>
            <a:ext cx="839740"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355" name="TextBox 354">
            <a:extLst>
              <a:ext uri="{FF2B5EF4-FFF2-40B4-BE49-F238E27FC236}">
                <a16:creationId xmlns:a16="http://schemas.microsoft.com/office/drawing/2014/main" id="{FF222022-DF99-FCCE-20EE-8A42AB2FF71A}"/>
              </a:ext>
            </a:extLst>
          </p:cNvPr>
          <p:cNvSpPr txBox="1"/>
          <p:nvPr/>
        </p:nvSpPr>
        <p:spPr>
          <a:xfrm>
            <a:off x="3931562" y="4606385"/>
            <a:ext cx="843424"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357" name="TextBox 356">
            <a:extLst>
              <a:ext uri="{FF2B5EF4-FFF2-40B4-BE49-F238E27FC236}">
                <a16:creationId xmlns:a16="http://schemas.microsoft.com/office/drawing/2014/main" id="{3F0E9B06-1E57-D053-CF00-9F6406647DAC}"/>
              </a:ext>
            </a:extLst>
          </p:cNvPr>
          <p:cNvSpPr txBox="1"/>
          <p:nvPr/>
        </p:nvSpPr>
        <p:spPr>
          <a:xfrm>
            <a:off x="5707058" y="4606385"/>
            <a:ext cx="974170"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359" name="TextBox 358">
            <a:extLst>
              <a:ext uri="{FF2B5EF4-FFF2-40B4-BE49-F238E27FC236}">
                <a16:creationId xmlns:a16="http://schemas.microsoft.com/office/drawing/2014/main" id="{F0859109-6B7E-21D0-BE19-D59E5442A06A}"/>
              </a:ext>
            </a:extLst>
          </p:cNvPr>
          <p:cNvSpPr txBox="1"/>
          <p:nvPr/>
        </p:nvSpPr>
        <p:spPr>
          <a:xfrm>
            <a:off x="4776913" y="4606385"/>
            <a:ext cx="933104"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361" name="TextBox 360">
            <a:extLst>
              <a:ext uri="{FF2B5EF4-FFF2-40B4-BE49-F238E27FC236}">
                <a16:creationId xmlns:a16="http://schemas.microsoft.com/office/drawing/2014/main" id="{1C086FF4-1562-CDA1-F20F-D0C13FA81101}"/>
              </a:ext>
            </a:extLst>
          </p:cNvPr>
          <p:cNvSpPr txBox="1"/>
          <p:nvPr/>
        </p:nvSpPr>
        <p:spPr>
          <a:xfrm>
            <a:off x="6685023" y="4606385"/>
            <a:ext cx="925424"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363" name="TextBox 362">
            <a:extLst>
              <a:ext uri="{FF2B5EF4-FFF2-40B4-BE49-F238E27FC236}">
                <a16:creationId xmlns:a16="http://schemas.microsoft.com/office/drawing/2014/main" id="{6E86CDFF-C713-80D7-5BC2-611ADC02206E}"/>
              </a:ext>
            </a:extLst>
          </p:cNvPr>
          <p:cNvSpPr txBox="1"/>
          <p:nvPr/>
        </p:nvSpPr>
        <p:spPr>
          <a:xfrm>
            <a:off x="131385" y="5725242"/>
            <a:ext cx="944150"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365" name="TextBox 364">
            <a:extLst>
              <a:ext uri="{FF2B5EF4-FFF2-40B4-BE49-F238E27FC236}">
                <a16:creationId xmlns:a16="http://schemas.microsoft.com/office/drawing/2014/main" id="{361D7093-2067-A42A-7D1B-481B0DD533F7}"/>
              </a:ext>
            </a:extLst>
          </p:cNvPr>
          <p:cNvSpPr txBox="1"/>
          <p:nvPr/>
        </p:nvSpPr>
        <p:spPr>
          <a:xfrm>
            <a:off x="1123365" y="5725242"/>
            <a:ext cx="812048"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367" name="TextBox 366">
            <a:extLst>
              <a:ext uri="{FF2B5EF4-FFF2-40B4-BE49-F238E27FC236}">
                <a16:creationId xmlns:a16="http://schemas.microsoft.com/office/drawing/2014/main" id="{E53166BB-E8E9-F7F9-768A-8498C0BA0B19}"/>
              </a:ext>
            </a:extLst>
          </p:cNvPr>
          <p:cNvSpPr txBox="1"/>
          <p:nvPr/>
        </p:nvSpPr>
        <p:spPr>
          <a:xfrm>
            <a:off x="1943451" y="5725242"/>
            <a:ext cx="1050567"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373" name="Graphic 372">
            <a:extLst>
              <a:ext uri="{FF2B5EF4-FFF2-40B4-BE49-F238E27FC236}">
                <a16:creationId xmlns:a16="http://schemas.microsoft.com/office/drawing/2014/main" id="{FAC853F5-C380-6F67-C6FB-D988625DF457}"/>
              </a:ext>
            </a:extLst>
          </p:cNvPr>
          <p:cNvPicPr>
            <a:picLocks noChangeAspect="1"/>
          </p:cNvPicPr>
          <p:nvPr/>
        </p:nvPicPr>
        <p:blipFill>
          <a:blip>
            <a:biLevel thresh="50000"/>
            <a:extLst>
              <a:ext uri="{96DAC541-7B7A-43D3-8B79-37D633B846F1}">
                <asvg:svgBlip xmlns:asvg="http://schemas.microsoft.com/office/drawing/2016/SVG/main" r:embed="rId45"/>
              </a:ext>
            </a:extLst>
          </a:blip>
          <a:srcRect/>
          <a:stretch/>
        </p:blipFill>
        <p:spPr>
          <a:xfrm>
            <a:off x="2253850" y="790653"/>
            <a:ext cx="429768" cy="429768"/>
          </a:xfrm>
          <a:prstGeom prst="rect">
            <a:avLst/>
          </a:prstGeom>
        </p:spPr>
      </p:pic>
      <p:sp>
        <p:nvSpPr>
          <p:cNvPr id="375" name="TextBox 374">
            <a:extLst>
              <a:ext uri="{FF2B5EF4-FFF2-40B4-BE49-F238E27FC236}">
                <a16:creationId xmlns:a16="http://schemas.microsoft.com/office/drawing/2014/main" id="{7E99AD85-4BED-00B7-B7D6-E761818173DF}"/>
              </a:ext>
            </a:extLst>
          </p:cNvPr>
          <p:cNvSpPr txBox="1"/>
          <p:nvPr/>
        </p:nvSpPr>
        <p:spPr>
          <a:xfrm>
            <a:off x="2053788" y="1345172"/>
            <a:ext cx="82989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377" name="Picture Placeholder 24">
            <a:extLst>
              <a:ext uri="{FF2B5EF4-FFF2-40B4-BE49-F238E27FC236}">
                <a16:creationId xmlns:a16="http://schemas.microsoft.com/office/drawing/2014/main" id="{CFE3F9F4-DFA0-346C-4C7D-95C09C32A6AB}"/>
              </a:ext>
            </a:extLst>
          </p:cNvPr>
          <p:cNvPicPr>
            <a:picLocks noChangeAspect="1"/>
          </p:cNvPicPr>
          <p:nvPr/>
        </p:nvPicPr>
        <p:blipFill>
          <a:blip>
            <a:extLst>
              <a:ext uri="{96DAC541-7B7A-43D3-8B79-37D633B846F1}">
                <asvg:svgBlip xmlns:asvg="http://schemas.microsoft.com/office/drawing/2016/SVG/main" r:embed="rId46"/>
              </a:ext>
            </a:extLst>
          </a:blip>
          <a:srcRect/>
          <a:stretch/>
        </p:blipFill>
        <p:spPr>
          <a:xfrm>
            <a:off x="5979259" y="5125603"/>
            <a:ext cx="429768" cy="429768"/>
          </a:xfrm>
          <a:prstGeom prst="rect">
            <a:avLst/>
          </a:prstGeom>
        </p:spPr>
      </p:pic>
      <p:sp>
        <p:nvSpPr>
          <p:cNvPr id="379" name="TextBox 378">
            <a:extLst>
              <a:ext uri="{FF2B5EF4-FFF2-40B4-BE49-F238E27FC236}">
                <a16:creationId xmlns:a16="http://schemas.microsoft.com/office/drawing/2014/main" id="{A2C7F416-F605-D07C-2B5E-4D2D677E518C}"/>
              </a:ext>
            </a:extLst>
          </p:cNvPr>
          <p:cNvSpPr txBox="1"/>
          <p:nvPr/>
        </p:nvSpPr>
        <p:spPr>
          <a:xfrm>
            <a:off x="5774273" y="5725242"/>
            <a:ext cx="839741"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381" name="Picture Placeholder 24">
            <a:extLst>
              <a:ext uri="{FF2B5EF4-FFF2-40B4-BE49-F238E27FC236}">
                <a16:creationId xmlns:a16="http://schemas.microsoft.com/office/drawing/2014/main" id="{418DA7A6-9119-4959-D00B-39AC490B46F3}"/>
              </a:ext>
            </a:extLst>
          </p:cNvPr>
          <p:cNvPicPr>
            <a:picLocks noChangeAspect="1"/>
          </p:cNvPicPr>
          <p:nvPr/>
        </p:nvPicPr>
        <p:blipFill>
          <a:blip>
            <a:extLst>
              <a:ext uri="{96DAC541-7B7A-43D3-8B79-37D633B846F1}">
                <asvg:svgBlip xmlns:asvg="http://schemas.microsoft.com/office/drawing/2016/SVG/main" r:embed="rId47"/>
              </a:ext>
            </a:extLst>
          </a:blip>
          <a:srcRect/>
          <a:stretch/>
        </p:blipFill>
        <p:spPr>
          <a:xfrm>
            <a:off x="6929699" y="7520964"/>
            <a:ext cx="429768" cy="429768"/>
          </a:xfrm>
          <a:prstGeom prst="rect">
            <a:avLst/>
          </a:prstGeom>
        </p:spPr>
      </p:pic>
      <p:sp>
        <p:nvSpPr>
          <p:cNvPr id="383" name="TextBox 382">
            <a:extLst>
              <a:ext uri="{FF2B5EF4-FFF2-40B4-BE49-F238E27FC236}">
                <a16:creationId xmlns:a16="http://schemas.microsoft.com/office/drawing/2014/main" id="{5C5F539B-C7AA-9863-B680-A6E90555B27E}"/>
              </a:ext>
            </a:extLst>
          </p:cNvPr>
          <p:cNvSpPr txBox="1"/>
          <p:nvPr/>
        </p:nvSpPr>
        <p:spPr>
          <a:xfrm>
            <a:off x="6627409" y="8046368"/>
            <a:ext cx="1034349" cy="3371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393" name="Freeform 311">
            <a:extLst>
              <a:ext uri="{FF2B5EF4-FFF2-40B4-BE49-F238E27FC236}">
                <a16:creationId xmlns:a16="http://schemas.microsoft.com/office/drawing/2014/main" id="{A85DEA20-27C3-C97C-6C55-220E1AA1989E}"/>
              </a:ext>
            </a:extLst>
          </p:cNvPr>
          <p:cNvSpPr/>
          <p:nvPr/>
        </p:nvSpPr>
        <p:spPr>
          <a:xfrm>
            <a:off x="3206740" y="79065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5" name="TextBox 394">
            <a:extLst>
              <a:ext uri="{FF2B5EF4-FFF2-40B4-BE49-F238E27FC236}">
                <a16:creationId xmlns:a16="http://schemas.microsoft.com/office/drawing/2014/main" id="{C4FB9E6A-E8E2-0270-AA54-B87ABE6A9225}"/>
              </a:ext>
            </a:extLst>
          </p:cNvPr>
          <p:cNvSpPr txBox="1"/>
          <p:nvPr/>
        </p:nvSpPr>
        <p:spPr>
          <a:xfrm>
            <a:off x="2979208" y="1345172"/>
            <a:ext cx="88483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397" name="Freeform 313">
            <a:extLst>
              <a:ext uri="{FF2B5EF4-FFF2-40B4-BE49-F238E27FC236}">
                <a16:creationId xmlns:a16="http://schemas.microsoft.com/office/drawing/2014/main" id="{6CA53D66-85CF-43D7-506E-493A501CF52C}"/>
              </a:ext>
            </a:extLst>
          </p:cNvPr>
          <p:cNvSpPr/>
          <p:nvPr/>
        </p:nvSpPr>
        <p:spPr>
          <a:xfrm>
            <a:off x="338605" y="871300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9" name="TextBox 398">
            <a:extLst>
              <a:ext uri="{FF2B5EF4-FFF2-40B4-BE49-F238E27FC236}">
                <a16:creationId xmlns:a16="http://schemas.microsoft.com/office/drawing/2014/main" id="{78986D48-F6D3-8EA8-4327-9D9CB547A2C0}"/>
              </a:ext>
            </a:extLst>
          </p:cNvPr>
          <p:cNvSpPr txBox="1"/>
          <p:nvPr/>
        </p:nvSpPr>
        <p:spPr>
          <a:xfrm>
            <a:off x="36315" y="9238412"/>
            <a:ext cx="1034349" cy="3371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401" name="Freeform 316">
            <a:extLst>
              <a:ext uri="{FF2B5EF4-FFF2-40B4-BE49-F238E27FC236}">
                <a16:creationId xmlns:a16="http://schemas.microsoft.com/office/drawing/2014/main" id="{B227DBFA-2E03-BB8F-E929-C47C05E20437}"/>
              </a:ext>
            </a:extLst>
          </p:cNvPr>
          <p:cNvSpPr>
            <a:spLocks noChangeAspect="1"/>
          </p:cNvSpPr>
          <p:nvPr/>
        </p:nvSpPr>
        <p:spPr>
          <a:xfrm>
            <a:off x="5028581" y="291050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403" name="TextBox 402">
            <a:extLst>
              <a:ext uri="{FF2B5EF4-FFF2-40B4-BE49-F238E27FC236}">
                <a16:creationId xmlns:a16="http://schemas.microsoft.com/office/drawing/2014/main" id="{8485F414-6EBB-8700-79BD-CC3CEDC19358}"/>
              </a:ext>
            </a:extLst>
          </p:cNvPr>
          <p:cNvSpPr txBox="1"/>
          <p:nvPr/>
        </p:nvSpPr>
        <p:spPr>
          <a:xfrm>
            <a:off x="4790675" y="3451537"/>
            <a:ext cx="827737" cy="19948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405" name="Freeform 318">
            <a:extLst>
              <a:ext uri="{FF2B5EF4-FFF2-40B4-BE49-F238E27FC236}">
                <a16:creationId xmlns:a16="http://schemas.microsoft.com/office/drawing/2014/main" id="{7BA087DD-234B-6CAA-F522-C5E7567547A4}"/>
              </a:ext>
            </a:extLst>
          </p:cNvPr>
          <p:cNvSpPr>
            <a:spLocks noChangeAspect="1"/>
          </p:cNvSpPr>
          <p:nvPr/>
        </p:nvSpPr>
        <p:spPr>
          <a:xfrm>
            <a:off x="6932851" y="511971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407" name="TextBox 406">
            <a:extLst>
              <a:ext uri="{FF2B5EF4-FFF2-40B4-BE49-F238E27FC236}">
                <a16:creationId xmlns:a16="http://schemas.microsoft.com/office/drawing/2014/main" id="{D1756031-3645-51F2-1AD8-8A02BD627C8F}"/>
              </a:ext>
            </a:extLst>
          </p:cNvPr>
          <p:cNvSpPr txBox="1"/>
          <p:nvPr/>
        </p:nvSpPr>
        <p:spPr>
          <a:xfrm>
            <a:off x="6710335" y="5725242"/>
            <a:ext cx="874800"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409" name="TextBox 408">
            <a:extLst>
              <a:ext uri="{FF2B5EF4-FFF2-40B4-BE49-F238E27FC236}">
                <a16:creationId xmlns:a16="http://schemas.microsoft.com/office/drawing/2014/main" id="{6CEEC173-7DCA-1D83-7C1E-3F0538331000}"/>
              </a:ext>
            </a:extLst>
          </p:cNvPr>
          <p:cNvSpPr txBox="1"/>
          <p:nvPr/>
        </p:nvSpPr>
        <p:spPr>
          <a:xfrm>
            <a:off x="3910858" y="1345172"/>
            <a:ext cx="884832" cy="3256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413" name="TextBox 412">
            <a:extLst>
              <a:ext uri="{FF2B5EF4-FFF2-40B4-BE49-F238E27FC236}">
                <a16:creationId xmlns:a16="http://schemas.microsoft.com/office/drawing/2014/main" id="{30C164DF-07E7-C5F4-5F6F-EE78D7BB3D2E}"/>
              </a:ext>
            </a:extLst>
          </p:cNvPr>
          <p:cNvSpPr txBox="1"/>
          <p:nvPr/>
        </p:nvSpPr>
        <p:spPr>
          <a:xfrm>
            <a:off x="3956174" y="5725242"/>
            <a:ext cx="794201" cy="3269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415" name="TextBox 414">
            <a:extLst>
              <a:ext uri="{FF2B5EF4-FFF2-40B4-BE49-F238E27FC236}">
                <a16:creationId xmlns:a16="http://schemas.microsoft.com/office/drawing/2014/main" id="{BA6E4936-61EE-30C7-3282-607A48B2AF2C}"/>
              </a:ext>
            </a:extLst>
          </p:cNvPr>
          <p:cNvSpPr txBox="1"/>
          <p:nvPr/>
        </p:nvSpPr>
        <p:spPr>
          <a:xfrm>
            <a:off x="4765583" y="8044850"/>
            <a:ext cx="995521" cy="3655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419" name="Picture 418">
            <a:extLst>
              <a:ext uri="{FF2B5EF4-FFF2-40B4-BE49-F238E27FC236}">
                <a16:creationId xmlns:a16="http://schemas.microsoft.com/office/drawing/2014/main" id="{A0B51F50-3759-F541-EBB6-2C4C16477857}"/>
              </a:ext>
            </a:extLst>
          </p:cNvPr>
          <p:cNvPicPr>
            <a:picLocks noChangeAspect="1"/>
          </p:cNvPicPr>
          <p:nvPr/>
        </p:nvPicPr>
        <p:blipFill rotWithShape="1">
          <a:blip r:embed="rId48"/>
          <a:srcRect t="10093" b="9698"/>
          <a:stretch/>
        </p:blipFill>
        <p:spPr>
          <a:xfrm>
            <a:off x="4138390" y="757408"/>
            <a:ext cx="429768" cy="446101"/>
          </a:xfrm>
          <a:prstGeom prst="rect">
            <a:avLst/>
          </a:prstGeom>
        </p:spPr>
      </p:pic>
      <p:pic>
        <p:nvPicPr>
          <p:cNvPr id="421" name="Picture 420">
            <a:extLst>
              <a:ext uri="{FF2B5EF4-FFF2-40B4-BE49-F238E27FC236}">
                <a16:creationId xmlns:a16="http://schemas.microsoft.com/office/drawing/2014/main" id="{7261AF80-0352-B3B2-D031-9837C1BF5B17}"/>
              </a:ext>
            </a:extLst>
          </p:cNvPr>
          <p:cNvPicPr>
            <a:picLocks noChangeAspect="1"/>
          </p:cNvPicPr>
          <p:nvPr/>
        </p:nvPicPr>
        <p:blipFill rotWithShape="1">
          <a:blip r:embed="rId49"/>
          <a:srcRect t="14028" b="9604"/>
          <a:stretch/>
        </p:blipFill>
        <p:spPr>
          <a:xfrm>
            <a:off x="5028581" y="752834"/>
            <a:ext cx="429768" cy="424735"/>
          </a:xfrm>
          <a:prstGeom prst="rect">
            <a:avLst/>
          </a:prstGeom>
        </p:spPr>
      </p:pic>
      <p:pic>
        <p:nvPicPr>
          <p:cNvPr id="425" name="Picture 424">
            <a:extLst>
              <a:ext uri="{FF2B5EF4-FFF2-40B4-BE49-F238E27FC236}">
                <a16:creationId xmlns:a16="http://schemas.microsoft.com/office/drawing/2014/main" id="{9B1D0FFF-39EB-A5F4-61B1-0DB681091207}"/>
              </a:ext>
            </a:extLst>
          </p:cNvPr>
          <p:cNvPicPr>
            <a:picLocks noChangeAspect="1"/>
          </p:cNvPicPr>
          <p:nvPr/>
        </p:nvPicPr>
        <p:blipFill rotWithShape="1">
          <a:blip r:embed="rId50"/>
          <a:srcRect t="10481" b="9310"/>
          <a:stretch/>
        </p:blipFill>
        <p:spPr>
          <a:xfrm>
            <a:off x="4138390" y="5111174"/>
            <a:ext cx="429768" cy="446101"/>
          </a:xfrm>
          <a:prstGeom prst="rect">
            <a:avLst/>
          </a:prstGeom>
        </p:spPr>
      </p:pic>
      <p:pic>
        <p:nvPicPr>
          <p:cNvPr id="427" name="Picture 426">
            <a:extLst>
              <a:ext uri="{FF2B5EF4-FFF2-40B4-BE49-F238E27FC236}">
                <a16:creationId xmlns:a16="http://schemas.microsoft.com/office/drawing/2014/main" id="{49308797-AF96-F6CA-0F0D-D040C8AA5251}"/>
              </a:ext>
            </a:extLst>
          </p:cNvPr>
          <p:cNvPicPr>
            <a:picLocks noChangeAspect="1"/>
          </p:cNvPicPr>
          <p:nvPr/>
        </p:nvPicPr>
        <p:blipFill rotWithShape="1">
          <a:blip r:embed="rId51"/>
          <a:srcRect t="13435" b="14835"/>
          <a:stretch/>
        </p:blipFill>
        <p:spPr>
          <a:xfrm>
            <a:off x="5048459" y="7542642"/>
            <a:ext cx="429768" cy="398939"/>
          </a:xfrm>
          <a:prstGeom prst="rect">
            <a:avLst/>
          </a:prstGeom>
        </p:spPr>
      </p:pic>
      <p:pic>
        <p:nvPicPr>
          <p:cNvPr id="429" name="Picture 428">
            <a:extLst>
              <a:ext uri="{FF2B5EF4-FFF2-40B4-BE49-F238E27FC236}">
                <a16:creationId xmlns:a16="http://schemas.microsoft.com/office/drawing/2014/main" id="{8D66C997-C9B8-69A7-BC50-7C7B6DEA826F}"/>
              </a:ext>
            </a:extLst>
          </p:cNvPr>
          <p:cNvPicPr>
            <a:picLocks noChangeAspect="1"/>
          </p:cNvPicPr>
          <p:nvPr/>
        </p:nvPicPr>
        <p:blipFill rotWithShape="1">
          <a:blip r:embed="rId52"/>
          <a:srcRect t="13435" b="13540"/>
          <a:stretch/>
        </p:blipFill>
        <p:spPr>
          <a:xfrm>
            <a:off x="1277950" y="8753249"/>
            <a:ext cx="429768" cy="406145"/>
          </a:xfrm>
          <a:prstGeom prst="rect">
            <a:avLst/>
          </a:prstGeom>
        </p:spPr>
      </p:pic>
      <p:sp>
        <p:nvSpPr>
          <p:cNvPr id="431" name="TextBox 430">
            <a:extLst>
              <a:ext uri="{FF2B5EF4-FFF2-40B4-BE49-F238E27FC236}">
                <a16:creationId xmlns:a16="http://schemas.microsoft.com/office/drawing/2014/main" id="{F3FE9DF0-1BBD-644A-AD99-136D2FD1D822}"/>
              </a:ext>
            </a:extLst>
          </p:cNvPr>
          <p:cNvSpPr txBox="1"/>
          <p:nvPr/>
        </p:nvSpPr>
        <p:spPr>
          <a:xfrm>
            <a:off x="975660" y="9238412"/>
            <a:ext cx="1034349" cy="3371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435" name="Picture 434">
            <a:extLst>
              <a:ext uri="{FF2B5EF4-FFF2-40B4-BE49-F238E27FC236}">
                <a16:creationId xmlns:a16="http://schemas.microsoft.com/office/drawing/2014/main" id="{C2BE3FB5-4209-40B2-F5C8-8236FFDE8746}"/>
              </a:ext>
            </a:extLst>
          </p:cNvPr>
          <p:cNvPicPr>
            <a:picLocks noChangeAspect="1"/>
          </p:cNvPicPr>
          <p:nvPr/>
        </p:nvPicPr>
        <p:blipFill rotWithShape="1">
          <a:blip r:embed="rId53"/>
          <a:srcRect t="6107" b="9600"/>
          <a:stretch/>
        </p:blipFill>
        <p:spPr>
          <a:xfrm>
            <a:off x="5011559" y="6334647"/>
            <a:ext cx="429768" cy="468818"/>
          </a:xfrm>
          <a:prstGeom prst="rect">
            <a:avLst/>
          </a:prstGeom>
        </p:spPr>
      </p:pic>
      <p:sp>
        <p:nvSpPr>
          <p:cNvPr id="4" name="TextBox 3">
            <a:extLst>
              <a:ext uri="{FF2B5EF4-FFF2-40B4-BE49-F238E27FC236}">
                <a16:creationId xmlns:a16="http://schemas.microsoft.com/office/drawing/2014/main" id="{B1A16DE7-1951-B596-2C7E-E64647D2710C}"/>
              </a:ext>
            </a:extLst>
          </p:cNvPr>
          <p:cNvSpPr txBox="1"/>
          <p:nvPr/>
        </p:nvSpPr>
        <p:spPr>
          <a:xfrm>
            <a:off x="136493" y="249060"/>
            <a:ext cx="4976812" cy="369332"/>
          </a:xfrm>
          <a:prstGeom prst="rect">
            <a:avLst/>
          </a:prstGeom>
          <a:noFill/>
        </p:spPr>
        <p:txBody>
          <a:bodyPr wrap="none" rtlCol="0">
            <a:spAutoFit/>
          </a:bodyPr>
          <a:lstStyle/>
          <a:p>
            <a:r>
              <a:rPr lang="en-US" dirty="0"/>
              <a:t>Pictograms (set 2 of 2)</a:t>
            </a:r>
            <a:r>
              <a:rPr lang="en-US" dirty="0">
                <a:solidFill>
                  <a:srgbClr val="C00000"/>
                </a:solidFill>
              </a:rPr>
              <a:t> – delete before publishing</a:t>
            </a:r>
          </a:p>
        </p:txBody>
      </p:sp>
    </p:spTree>
    <p:extLst>
      <p:ext uri="{BB962C8B-B14F-4D97-AF65-F5344CB8AC3E}">
        <p14:creationId xmlns:p14="http://schemas.microsoft.com/office/powerpoint/2010/main" val="5270612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4788</TotalTime>
  <Words>268</Words>
  <Application>Microsoft Office PowerPoint</Application>
  <PresentationFormat>Custom</PresentationFormat>
  <Paragraphs>112</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Arial</vt:lpstr>
      <vt:lpstr>IBM Plex Sans</vt:lpstr>
      <vt:lpstr>IBM Plex Sans Light</vt:lpstr>
      <vt:lpstr>IBM Plex Sans SmBld</vt:lpstr>
      <vt:lpstr>Office Theme</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30</cp:revision>
  <dcterms:created xsi:type="dcterms:W3CDTF">2026-08-14T00:09:48Z</dcterms:created>
  <dcterms:modified xsi:type="dcterms:W3CDTF">2026-09-23T20:05:08Z</dcterms:modified>
</cp:coreProperties>
</file>