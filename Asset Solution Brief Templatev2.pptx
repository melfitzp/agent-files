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61" r:id="rId3"/>
    <p:sldId id="263" r:id="rId4"/>
    <p:sldId id="264" r:id="rId5"/>
    <p:sldId id="265" r:id="rId6"/>
    <p:sldId id="262" r:id="rId7"/>
    <p:sldId id="266" r:id="rId8"/>
    <p:sldId id="267" r:id="rId9"/>
    <p:sldId id="259" r:id="rId10"/>
    <p:sldId id="258" r:id="rId11"/>
    <p:sldId id="268" r:id="rId12"/>
    <p:sldId id="270" r:id="rId13"/>
    <p:sldId id="269" r:id="rId14"/>
    <p:sldId id="271" r:id="rId15"/>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otes" id="{9B639C47-2D07-483F-8B7C-04667D5C564A}">
          <p14:sldIdLst>
            <p14:sldId id="257"/>
          </p14:sldIdLst>
        </p14:section>
        <p14:section name="Front Page" id="{3D30EF36-7D8E-4375-8C7F-6171A074FC17}">
          <p14:sldIdLst>
            <p14:sldId id="261"/>
          </p14:sldIdLst>
        </p14:section>
        <p14:section name="Key Capabilties - pick 1 layout" id="{9AC29C26-43E8-4A21-81AE-C8BE8A461126}">
          <p14:sldIdLst>
            <p14:sldId id="263"/>
            <p14:sldId id="264"/>
            <p14:sldId id="265"/>
            <p14:sldId id="262"/>
            <p14:sldId id="266"/>
          </p14:sldIdLst>
        </p14:section>
        <p14:section name="Benefits - choose one layout" id="{857691D0-E14B-447F-9461-A7EAF6BA2DCF}">
          <p14:sldIdLst>
            <p14:sldId id="267"/>
            <p14:sldId id="259"/>
          </p14:sldIdLst>
        </p14:section>
        <p14:section name="Back Page" id="{F80A6766-27FA-435A-9357-6162F407EC69}">
          <p14:sldIdLst>
            <p14:sldId id="258"/>
            <p14:sldId id="268"/>
            <p14:sldId id="270"/>
            <p14:sldId id="269"/>
            <p14:sldId id="271"/>
          </p14:sldIdLst>
        </p14:section>
      </p14:sectionLst>
    </p:ext>
    <p:ext uri="{EFAFB233-063F-42B5-8137-9DF3F51BA10A}">
      <p15:sldGuideLst xmlns:p15="http://schemas.microsoft.com/office/powerpoint/2012/main">
        <p15:guide id="1" orient="horz" pos="240" userDrawn="1">
          <p15:clr>
            <a:srgbClr val="A4A3A4"/>
          </p15:clr>
        </p15:guide>
        <p15:guide id="2" pos="240" userDrawn="1">
          <p15:clr>
            <a:srgbClr val="A4A3A4"/>
          </p15:clr>
        </p15:guide>
        <p15:guide id="3" orient="horz" pos="864" userDrawn="1">
          <p15:clr>
            <a:srgbClr val="A4A3A4"/>
          </p15:clr>
        </p15:guide>
        <p15:guide id="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p:scale>
          <a:sx n="93" d="100"/>
          <a:sy n="93" d="100"/>
        </p:scale>
        <p:origin x="1478" y="-5796"/>
      </p:cViewPr>
      <p:guideLst>
        <p:guide orient="horz" pos="240"/>
        <p:guide pos="240"/>
        <p:guide orient="horz" pos="864"/>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BF9C6-C4C5-429D-953C-A412904A62EE}" type="datetimeFigureOut">
              <a:rPr lang="en-US" smtClean="0"/>
              <a:t>9/18/2026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63197-9E82-4B5A-8180-F90BA4BFB91C}" type="slidenum">
              <a:rPr lang="en-US" smtClean="0"/>
              <a:t>‹#›</a:t>
            </a:fld>
            <a:endParaRPr lang="en-US"/>
          </a:p>
        </p:txBody>
      </p:sp>
    </p:spTree>
    <p:extLst>
      <p:ext uri="{BB962C8B-B14F-4D97-AF65-F5344CB8AC3E}">
        <p14:creationId xmlns:p14="http://schemas.microsoft.com/office/powerpoint/2010/main" val="329519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63197-9E82-4B5A-8180-F90BA4BFB91C}" type="slidenum">
              <a:rPr lang="en-US" smtClean="0"/>
              <a:t>11</a:t>
            </a:fld>
            <a:endParaRPr lang="en-US"/>
          </a:p>
        </p:txBody>
      </p:sp>
    </p:spTree>
    <p:extLst>
      <p:ext uri="{BB962C8B-B14F-4D97-AF65-F5344CB8AC3E}">
        <p14:creationId xmlns:p14="http://schemas.microsoft.com/office/powerpoint/2010/main" val="167940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63197-9E82-4B5A-8180-F90BA4BFB91C}" type="slidenum">
              <a:rPr lang="en-US" smtClean="0"/>
              <a:t>13</a:t>
            </a:fld>
            <a:endParaRPr lang="en-US"/>
          </a:p>
        </p:txBody>
      </p:sp>
    </p:spTree>
    <p:extLst>
      <p:ext uri="{BB962C8B-B14F-4D97-AF65-F5344CB8AC3E}">
        <p14:creationId xmlns:p14="http://schemas.microsoft.com/office/powerpoint/2010/main" val="16240639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servicesessentials.ibm.com/curatorai/services/identity/shared-entity/?entityType=ASSISTANT&amp;entityUuid=28e4b1de-55d3-4a81-a831-3a5e8a80af3c"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to Autho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5E344B-214A-E781-5F29-A09A91F00B06}"/>
              </a:ext>
            </a:extLst>
          </p:cNvPr>
          <p:cNvSpPr/>
          <p:nvPr userDrawn="1"/>
        </p:nvSpPr>
        <p:spPr>
          <a:xfrm>
            <a:off x="259976" y="1072776"/>
            <a:ext cx="7201648" cy="109668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ECAA94-BBCF-3801-F038-40585FE8B165}"/>
              </a:ext>
            </a:extLst>
          </p:cNvPr>
          <p:cNvSpPr txBox="1"/>
          <p:nvPr userDrawn="1"/>
        </p:nvSpPr>
        <p:spPr>
          <a:xfrm>
            <a:off x="179294" y="460188"/>
            <a:ext cx="2302233" cy="369332"/>
          </a:xfrm>
          <a:prstGeom prst="rect">
            <a:avLst/>
          </a:prstGeom>
          <a:noFill/>
        </p:spPr>
        <p:txBody>
          <a:bodyPr wrap="none" rtlCol="0">
            <a:spAutoFit/>
          </a:bodyPr>
          <a:lstStyle/>
          <a:p>
            <a:r>
              <a:rPr lang="en-US" b="1" dirty="0">
                <a:latin typeface="IBM Plex Sans" panose="020B0503050203000203" pitchFamily="34" charset="0"/>
              </a:rPr>
              <a:t>Solution brief draft </a:t>
            </a:r>
          </a:p>
        </p:txBody>
      </p:sp>
      <p:sp>
        <p:nvSpPr>
          <p:cNvPr id="5" name="TextBox 4">
            <a:extLst>
              <a:ext uri="{FF2B5EF4-FFF2-40B4-BE49-F238E27FC236}">
                <a16:creationId xmlns:a16="http://schemas.microsoft.com/office/drawing/2014/main" id="{52FAFCFD-1F97-C8D9-D9C4-260C6B6C027E}"/>
              </a:ext>
            </a:extLst>
          </p:cNvPr>
          <p:cNvSpPr txBox="1"/>
          <p:nvPr userDrawn="1"/>
        </p:nvSpPr>
        <p:spPr>
          <a:xfrm>
            <a:off x="310776" y="1109576"/>
            <a:ext cx="5623975" cy="892552"/>
          </a:xfrm>
          <a:prstGeom prst="rect">
            <a:avLst/>
          </a:prstGeom>
          <a:noFill/>
        </p:spPr>
        <p:txBody>
          <a:bodyPr wrap="none" rtlCol="0">
            <a:spAutoFit/>
          </a:bodyPr>
          <a:lstStyle/>
          <a:p>
            <a:r>
              <a:rPr lang="en-US" sz="1400" b="1" dirty="0">
                <a:solidFill>
                  <a:srgbClr val="C00000"/>
                </a:solidFill>
                <a:latin typeface="IBM Plex Sans" panose="020B0503050203000203" pitchFamily="34" charset="0"/>
              </a:rPr>
              <a:t>When ready to publish:</a:t>
            </a:r>
          </a:p>
          <a:p>
            <a:pPr marL="341313" indent="-168275">
              <a:spcBef>
                <a:spcPts val="600"/>
              </a:spcBef>
              <a:buFont typeface="Arial" panose="020B0604020202020204" pitchFamily="34" charset="0"/>
              <a:buChar char="•"/>
            </a:pPr>
            <a:r>
              <a:rPr lang="en-US" sz="1400" dirty="0">
                <a:latin typeface="IBM Plex Sans" panose="020B0503050203000203" pitchFamily="34" charset="0"/>
              </a:rPr>
              <a:t>Delete this slide</a:t>
            </a:r>
          </a:p>
          <a:p>
            <a:pPr marL="341313" indent="-168275">
              <a:spcBef>
                <a:spcPts val="600"/>
              </a:spcBef>
              <a:buFont typeface="Arial" panose="020B0604020202020204" pitchFamily="34" charset="0"/>
              <a:buChar char="•"/>
            </a:pPr>
            <a:r>
              <a:rPr lang="en-US" sz="1400" dirty="0">
                <a:latin typeface="IBM Plex Sans" panose="020B0503050203000203" pitchFamily="34" charset="0"/>
              </a:rPr>
              <a:t>Save as PPT then save as or export to PDF (publish the PDF file)</a:t>
            </a:r>
          </a:p>
        </p:txBody>
      </p:sp>
      <p:sp>
        <p:nvSpPr>
          <p:cNvPr id="9" name="TextBox 8">
            <a:extLst>
              <a:ext uri="{FF2B5EF4-FFF2-40B4-BE49-F238E27FC236}">
                <a16:creationId xmlns:a16="http://schemas.microsoft.com/office/drawing/2014/main" id="{A69A3A5D-C8FF-F139-CE8B-1A73AFED8704}"/>
              </a:ext>
            </a:extLst>
          </p:cNvPr>
          <p:cNvSpPr txBox="1"/>
          <p:nvPr userDrawn="1"/>
        </p:nvSpPr>
        <p:spPr>
          <a:xfrm>
            <a:off x="259976" y="2412715"/>
            <a:ext cx="7201648" cy="3570208"/>
          </a:xfrm>
          <a:prstGeom prst="rect">
            <a:avLst/>
          </a:prstGeom>
          <a:noFill/>
        </p:spPr>
        <p:txBody>
          <a:bodyPr wrap="square">
            <a:spAutoFit/>
          </a:bodyPr>
          <a:lstStyle/>
          <a:p>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Don’t’ have your solution brief text yet? </a:t>
            </a: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 Use the </a:t>
            </a: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hlinkClick r:id="rId2"/>
              </a:rPr>
              <a:t>Solution Brief Builder agent</a:t>
            </a:r>
            <a:endPar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a:p>
            <a:endPar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endParaRPr>
          </a:p>
          <a:p>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Notes on editing this file:</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This deck provides multiple slide layout for the Key Capabilities and Benefits pages. Choose the layout that best matches the number of items you want to highlight and whether you have KPI call-outs..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Make text edits as you normally would.</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Spacing between text or image elements may need adjusting if copy goes over/under the recommended length</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You will need to either manually add images/screenshots and adjust placement/cropping, or delete the image placeholders.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Find pictograms for the Benefits page on the last two slides.</a:t>
            </a:r>
          </a:p>
          <a:p>
            <a:pPr marL="400050" indent="-173038">
              <a:spcBef>
                <a:spcPts val="600"/>
              </a:spcBef>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If you need to move a fixed element on a page, go to View-&gt;Slide Master and move it on the master.</a:t>
            </a:r>
            <a:endParaRPr lang="en-US" dirty="0"/>
          </a:p>
        </p:txBody>
      </p:sp>
      <p:sp>
        <p:nvSpPr>
          <p:cNvPr id="2" name="Text Placeholder 1">
            <a:extLst>
              <a:ext uri="{FF2B5EF4-FFF2-40B4-BE49-F238E27FC236}">
                <a16:creationId xmlns:a16="http://schemas.microsoft.com/office/drawing/2014/main" id="{45B2D8D2-4955-3844-918A-8FE42E1CD032}"/>
              </a:ext>
            </a:extLst>
          </p:cNvPr>
          <p:cNvSpPr>
            <a:spLocks noGrp="1"/>
          </p:cNvSpPr>
          <p:nvPr>
            <p:ph type="body" sz="quarter" idx="10" hasCustomPrompt="1"/>
          </p:nvPr>
        </p:nvSpPr>
        <p:spPr>
          <a:xfrm>
            <a:off x="416010" y="6526666"/>
            <a:ext cx="6832554" cy="2676565"/>
          </a:xfrm>
          <a:prstGeom prst="rect">
            <a:avLst/>
          </a:prstGeom>
        </p:spPr>
        <p:txBody>
          <a:bodyPr/>
          <a:lstStyle>
            <a:lvl1pPr>
              <a:buNone/>
              <a:defRPr sz="1400">
                <a:latin typeface="IBM Plex Sans Light" panose="020B0403050203000203" pitchFamily="34" charset="0"/>
              </a:defRPr>
            </a:lvl1pPr>
            <a:lvl2pPr>
              <a:buNone/>
              <a:defRPr sz="1400">
                <a:latin typeface="IBM Plex Sans Light" panose="020B0403050203000203" pitchFamily="34" charset="0"/>
              </a:defRPr>
            </a:lvl2pPr>
            <a:lvl3pPr>
              <a:buNone/>
              <a:defRPr sz="1400">
                <a:latin typeface="IBM Plex Sans Light" panose="020B0403050203000203" pitchFamily="34" charset="0"/>
              </a:defRPr>
            </a:lvl3pPr>
            <a:lvl4pPr>
              <a:buNone/>
              <a:defRPr sz="1400">
                <a:latin typeface="IBM Plex Sans Light" panose="020B0403050203000203" pitchFamily="34" charset="0"/>
              </a:defRPr>
            </a:lvl4pPr>
            <a:lvl5pPr>
              <a:buNone/>
              <a:defRPr sz="1400">
                <a:latin typeface="IBM Plex Sans Light" panose="020B0403050203000203" pitchFamily="34" charset="0"/>
              </a:defRPr>
            </a:lvl5pPr>
          </a:lstStyle>
          <a:p>
            <a:pPr lvl="0"/>
            <a:r>
              <a:rPr lang="en-US" dirty="0"/>
              <a:t>AI agent to insert notes here</a:t>
            </a:r>
          </a:p>
        </p:txBody>
      </p:sp>
      <p:sp>
        <p:nvSpPr>
          <p:cNvPr id="10" name="TextBox 9">
            <a:extLst>
              <a:ext uri="{FF2B5EF4-FFF2-40B4-BE49-F238E27FC236}">
                <a16:creationId xmlns:a16="http://schemas.microsoft.com/office/drawing/2014/main" id="{0B02B63A-95E3-7B46-47BC-E39C8059C13C}"/>
              </a:ext>
            </a:extLst>
          </p:cNvPr>
          <p:cNvSpPr txBox="1"/>
          <p:nvPr userDrawn="1"/>
        </p:nvSpPr>
        <p:spPr>
          <a:xfrm>
            <a:off x="310776" y="6128446"/>
            <a:ext cx="3887124"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IBM Plex Sans" panose="020B0503050203000203" pitchFamily="34" charset="0"/>
                <a:ea typeface="+mn-ea"/>
                <a:cs typeface="+mn-cs"/>
              </a:rPr>
              <a:t>Notes from the Solution Brief Builder</a:t>
            </a:r>
          </a:p>
        </p:txBody>
      </p:sp>
    </p:spTree>
    <p:extLst>
      <p:ext uri="{BB962C8B-B14F-4D97-AF65-F5344CB8AC3E}">
        <p14:creationId xmlns:p14="http://schemas.microsoft.com/office/powerpoint/2010/main" val="250326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Pag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C20D03-05C9-7E71-CB46-84DC5338AAE2}"/>
              </a:ext>
            </a:extLst>
          </p:cNvPr>
          <p:cNvSpPr txBox="1"/>
          <p:nvPr userDrawn="1"/>
        </p:nvSpPr>
        <p:spPr>
          <a:xfrm>
            <a:off x="343244" y="391531"/>
            <a:ext cx="1689311" cy="138499"/>
          </a:xfrm>
          <a:prstGeom prst="rect">
            <a:avLst/>
          </a:prstGeom>
          <a:noFill/>
        </p:spPr>
        <p:txBody>
          <a:bodyPr wrap="square" lIns="0" tIns="0" rIns="0" bIns="0">
            <a:spAutoFit/>
          </a:bodyPr>
          <a:lstStyle/>
          <a:p>
            <a:pPr marR="0">
              <a:lnSpc>
                <a:spcPct val="100000"/>
              </a:lnSpc>
              <a:spcBef>
                <a:spcPts val="375"/>
              </a:spcBef>
              <a:buNone/>
            </a:pPr>
            <a:r>
              <a:rPr lang="en-US" sz="900" b="1" dirty="0">
                <a:effectLst/>
                <a:latin typeface="IBM Plex Sans SmBld" panose="020B0703050203000203" pitchFamily="34" charset="0"/>
                <a:ea typeface="IBM Plex Sans" panose="020B0503050203000203" pitchFamily="34" charset="0"/>
                <a:cs typeface="IBM Plex Sans" panose="020B0503050203000203" pitchFamily="34" charset="0"/>
              </a:rPr>
              <a:t>IBM</a:t>
            </a:r>
            <a:r>
              <a:rPr lang="en-US" sz="900" b="1" spc="-10" dirty="0">
                <a:effectLst/>
                <a:latin typeface="IBM Plex Sans SmBld" panose="020B0703050203000203" pitchFamily="34" charset="0"/>
                <a:ea typeface="IBM Plex Sans" panose="020B0503050203000203" pitchFamily="34" charset="0"/>
                <a:cs typeface="IBM Plex Sans" panose="020B0503050203000203" pitchFamily="34" charset="0"/>
              </a:rPr>
              <a:t> Consulting</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grpSp>
        <p:nvGrpSpPr>
          <p:cNvPr id="9" name="Group 8">
            <a:extLst>
              <a:ext uri="{FF2B5EF4-FFF2-40B4-BE49-F238E27FC236}">
                <a16:creationId xmlns:a16="http://schemas.microsoft.com/office/drawing/2014/main" id="{51F3150E-C0EA-B170-7370-985C1BD6DF7B}"/>
              </a:ext>
            </a:extLst>
          </p:cNvPr>
          <p:cNvGrpSpPr>
            <a:grpSpLocks/>
          </p:cNvGrpSpPr>
          <p:nvPr userDrawn="1"/>
        </p:nvGrpSpPr>
        <p:grpSpPr>
          <a:xfrm>
            <a:off x="382682" y="3296450"/>
            <a:ext cx="76200" cy="76200"/>
            <a:chOff x="0" y="0"/>
            <a:chExt cx="76200" cy="76200"/>
          </a:xfrm>
        </p:grpSpPr>
        <p:sp>
          <p:nvSpPr>
            <p:cNvPr id="10" name="Graphic 2">
              <a:extLst>
                <a:ext uri="{FF2B5EF4-FFF2-40B4-BE49-F238E27FC236}">
                  <a16:creationId xmlns:a16="http://schemas.microsoft.com/office/drawing/2014/main" id="{11DE57DC-BDE4-104A-648B-D7D253113E03}"/>
                </a:ext>
              </a:extLst>
            </p:cNvPr>
            <p:cNvSpPr/>
            <p:nvPr/>
          </p:nvSpPr>
          <p:spPr>
            <a:xfrm>
              <a:off x="0" y="0"/>
              <a:ext cx="76200" cy="76200"/>
            </a:xfrm>
            <a:custGeom>
              <a:avLst/>
              <a:gdLst/>
              <a:ahLst/>
              <a:cxnLst/>
              <a:rect l="l" t="t" r="r" b="b"/>
              <a:pathLst>
                <a:path w="76200" h="76200">
                  <a:moveTo>
                    <a:pt x="76200" y="0"/>
                  </a:moveTo>
                  <a:lnTo>
                    <a:pt x="0" y="0"/>
                  </a:lnTo>
                  <a:lnTo>
                    <a:pt x="0" y="76200"/>
                  </a:lnTo>
                  <a:lnTo>
                    <a:pt x="76200" y="76200"/>
                  </a:lnTo>
                  <a:lnTo>
                    <a:pt x="76200" y="0"/>
                  </a:lnTo>
                  <a:close/>
                </a:path>
              </a:pathLst>
            </a:custGeom>
            <a:solidFill>
              <a:srgbClr val="0F61FD"/>
            </a:solidFill>
          </p:spPr>
          <p:txBody>
            <a:bodyPr wrap="square" lIns="0" tIns="0" rIns="0" bIns="0" rtlCol="0">
              <a:prstTxWarp prst="textNoShape">
                <a:avLst/>
              </a:prstTxWarp>
              <a:noAutofit/>
            </a:bodyPr>
            <a:lstStyle/>
            <a:p>
              <a:pPr>
                <a:lnSpc>
                  <a:spcPct val="100000"/>
                </a:lnSpc>
              </a:pPr>
              <a:endParaRPr lang="en-US"/>
            </a:p>
          </p:txBody>
        </p:sp>
      </p:grpSp>
      <p:sp>
        <p:nvSpPr>
          <p:cNvPr id="11" name="Rectangle 4">
            <a:extLst>
              <a:ext uri="{FF2B5EF4-FFF2-40B4-BE49-F238E27FC236}">
                <a16:creationId xmlns:a16="http://schemas.microsoft.com/office/drawing/2014/main" id="{DBB28D3C-098D-4AA6-7C8E-747F2E518BDF}"/>
              </a:ext>
            </a:extLst>
          </p:cNvPr>
          <p:cNvSpPr>
            <a:spLocks noChangeArrowheads="1"/>
          </p:cNvSpPr>
          <p:nvPr userDrawn="1"/>
        </p:nvSpPr>
        <p:spPr bwMode="auto">
          <a:xfrm>
            <a:off x="282079" y="3422639"/>
            <a:ext cx="22219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buFontTx/>
              <a:buNone/>
              <a:tabLst/>
            </a:pPr>
            <a:r>
              <a:rPr kumimoji="0" lang="en-US" altLang="en-US" sz="900" b="1" i="0" u="none" strike="noStrike" cap="none" normalizeH="0" baseline="0" dirty="0">
                <a:ln>
                  <a:noFill/>
                </a:ln>
                <a:solidFill>
                  <a:schemeClr val="tx1"/>
                </a:solidFill>
                <a:effectLst/>
                <a:latin typeface="IBM Plex Sans SmBld" panose="020B0703050203000203" pitchFamily="34" charset="0"/>
                <a:ea typeface="IBM Plex Sans" panose="020B0503050203000203" pitchFamily="34" charset="0"/>
                <a:cs typeface="IBM Plex Sans" panose="020B0503050203000203" pitchFamily="34" charset="0"/>
              </a:rPr>
              <a:t>Highlights</a:t>
            </a:r>
            <a:endParaRPr kumimoji="0" lang="en-US" altLang="en-US" sz="200" b="0" i="0" u="none" strike="noStrike" cap="none" normalizeH="0" baseline="0" dirty="0">
              <a:ln>
                <a:noFill/>
              </a:ln>
              <a:solidFill>
                <a:schemeClr val="tx1"/>
              </a:solidFill>
              <a:effectLst/>
            </a:endParaRPr>
          </a:p>
        </p:txBody>
      </p:sp>
      <p:sp>
        <p:nvSpPr>
          <p:cNvPr id="13" name="Graphic 4">
            <a:extLst>
              <a:ext uri="{FF2B5EF4-FFF2-40B4-BE49-F238E27FC236}">
                <a16:creationId xmlns:a16="http://schemas.microsoft.com/office/drawing/2014/main" id="{8F0A4277-0538-80E9-F6E0-75DD9B7A46AE}"/>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3" name="Text Placeholder 2">
            <a:extLst>
              <a:ext uri="{FF2B5EF4-FFF2-40B4-BE49-F238E27FC236}">
                <a16:creationId xmlns:a16="http://schemas.microsoft.com/office/drawing/2014/main" id="{7B54F7C5-58BD-E631-B757-9349F5B6CC51}"/>
              </a:ext>
            </a:extLst>
          </p:cNvPr>
          <p:cNvSpPr>
            <a:spLocks noGrp="1"/>
          </p:cNvSpPr>
          <p:nvPr>
            <p:ph type="body" sz="quarter" idx="12" hasCustomPrompt="1"/>
          </p:nvPr>
        </p:nvSpPr>
        <p:spPr>
          <a:xfrm>
            <a:off x="3043238" y="3238499"/>
            <a:ext cx="4422274" cy="1082401"/>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Case for change - Do not pitch the asset yet. Briefly make a case for the pressing need for this asset.</a:t>
            </a:r>
          </a:p>
        </p:txBody>
      </p:sp>
      <p:sp>
        <p:nvSpPr>
          <p:cNvPr id="4" name="Text Placeholder 2">
            <a:extLst>
              <a:ext uri="{FF2B5EF4-FFF2-40B4-BE49-F238E27FC236}">
                <a16:creationId xmlns:a16="http://schemas.microsoft.com/office/drawing/2014/main" id="{749599F4-90C2-F140-B112-5D6D3A6FE992}"/>
              </a:ext>
            </a:extLst>
          </p:cNvPr>
          <p:cNvSpPr>
            <a:spLocks noGrp="1"/>
          </p:cNvSpPr>
          <p:nvPr>
            <p:ph type="body" sz="quarter" idx="13" hasCustomPrompt="1"/>
          </p:nvPr>
        </p:nvSpPr>
        <p:spPr>
          <a:xfrm>
            <a:off x="3043238" y="4431795"/>
            <a:ext cx="4422274" cy="432726"/>
          </a:xfrm>
          <a:prstGeom prst="rect">
            <a:avLst/>
          </a:prstGeom>
        </p:spPr>
        <p:txBody>
          <a:bodyPr lIns="0" tIns="0" rIns="0" bIns="0">
            <a:noAutofit/>
          </a:bodyPr>
          <a:lstStyle>
            <a:lvl1pPr marL="0" indent="0">
              <a:lnSpc>
                <a:spcPct val="100000"/>
              </a:lnSpc>
              <a:buNone/>
              <a:defRPr lang="en-US" sz="900" b="1"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What-if statement - an aspirational question that reflects what the asset can help </a:t>
            </a:r>
            <a:r>
              <a:rPr lang="en-US" dirty="0" err="1"/>
              <a:t>acheive</a:t>
            </a:r>
            <a:r>
              <a:rPr lang="en-US" dirty="0"/>
              <a:t>. Example: What if you had a team of experts, augmented with advanced AI, to help …</a:t>
            </a:r>
          </a:p>
        </p:txBody>
      </p:sp>
      <p:sp>
        <p:nvSpPr>
          <p:cNvPr id="5" name="Text Placeholder 2">
            <a:extLst>
              <a:ext uri="{FF2B5EF4-FFF2-40B4-BE49-F238E27FC236}">
                <a16:creationId xmlns:a16="http://schemas.microsoft.com/office/drawing/2014/main" id="{06D7145C-6433-4838-0370-3A140CBFE53A}"/>
              </a:ext>
            </a:extLst>
          </p:cNvPr>
          <p:cNvSpPr>
            <a:spLocks noGrp="1"/>
          </p:cNvSpPr>
          <p:nvPr>
            <p:ph type="body" sz="quarter" idx="14" hasCustomPrompt="1"/>
          </p:nvPr>
        </p:nvSpPr>
        <p:spPr>
          <a:xfrm>
            <a:off x="3043238" y="4975415"/>
            <a:ext cx="4422274" cy="1867644"/>
          </a:xfrm>
          <a:prstGeom prst="rect">
            <a:avLst/>
          </a:prstGeom>
        </p:spPr>
        <p:txBody>
          <a:bodyPr lIns="0" tIns="0" rIns="0" bIns="0">
            <a:no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r>
              <a:rPr lang="en-US" dirty="0"/>
              <a:t>Asset description - an introduction to the asset and what it helps teams do, how it works at a high level, and why it matters. Be concise but include enough detail to make the user understand what the asset can do and its overall value.</a:t>
            </a:r>
          </a:p>
        </p:txBody>
      </p:sp>
      <p:sp>
        <p:nvSpPr>
          <p:cNvPr id="15" name="Text Placeholder 14">
            <a:extLst>
              <a:ext uri="{FF2B5EF4-FFF2-40B4-BE49-F238E27FC236}">
                <a16:creationId xmlns:a16="http://schemas.microsoft.com/office/drawing/2014/main" id="{078F066D-8F22-5A06-9280-B38CA5F7721C}"/>
              </a:ext>
            </a:extLst>
          </p:cNvPr>
          <p:cNvSpPr>
            <a:spLocks noGrp="1"/>
          </p:cNvSpPr>
          <p:nvPr>
            <p:ph type="body" sz="quarter" idx="15" hasCustomPrompt="1"/>
          </p:nvPr>
        </p:nvSpPr>
        <p:spPr>
          <a:xfrm>
            <a:off x="3043238" y="1415471"/>
            <a:ext cx="4422274" cy="700200"/>
          </a:xfrm>
          <a:prstGeom prst="rect">
            <a:avLst/>
          </a:prstGeom>
        </p:spPr>
        <p:txBody>
          <a:bodyPr lIns="0" tIns="0" rIns="0" bIns="0">
            <a:noAutofit/>
          </a:bodyPr>
          <a:lstStyle>
            <a:lvl1pPr marL="0" indent="0">
              <a:lnSpc>
                <a:spcPct val="100000"/>
              </a:lnSpc>
              <a:buNone/>
              <a:defRPr lang="en-US" sz="2400" kern="1200" dirty="0" smtClean="0">
                <a:solidFill>
                  <a:schemeClr val="tx1"/>
                </a:solidFill>
                <a:effectLst/>
                <a:latin typeface="IBM Plex Sans" panose="020B0503050203000203" pitchFamily="34" charset="0"/>
                <a:ea typeface="IBM Plex Sans Light" panose="020B0403050203000203" pitchFamily="34" charset="0"/>
                <a:cs typeface="IBM Plex Sans Light" panose="020B0403050203000203" pitchFamily="34" charset="0"/>
              </a:defRPr>
            </a:lvl1pPr>
            <a:lvl4pPr marL="0" indent="0">
              <a:buNone/>
              <a:defRPr sz="1400">
                <a:latin typeface="IBM Plex Sans" panose="020B0503050203000203" pitchFamily="34" charset="0"/>
              </a:defRPr>
            </a:lvl4pPr>
          </a:lstStyle>
          <a:p>
            <a:pPr lvl="0"/>
            <a:r>
              <a:rPr lang="en-US" dirty="0"/>
              <a:t>Title - full asset name</a:t>
            </a:r>
          </a:p>
        </p:txBody>
      </p:sp>
      <p:sp>
        <p:nvSpPr>
          <p:cNvPr id="17" name="Picture Placeholder 16">
            <a:extLst>
              <a:ext uri="{FF2B5EF4-FFF2-40B4-BE49-F238E27FC236}">
                <a16:creationId xmlns:a16="http://schemas.microsoft.com/office/drawing/2014/main" id="{A108E545-9050-5B53-D56E-B046D8386316}"/>
              </a:ext>
            </a:extLst>
          </p:cNvPr>
          <p:cNvSpPr>
            <a:spLocks noGrp="1"/>
          </p:cNvSpPr>
          <p:nvPr>
            <p:ph type="pic" sz="quarter" idx="16"/>
          </p:nvPr>
        </p:nvSpPr>
        <p:spPr>
          <a:xfrm>
            <a:off x="3043238" y="7053722"/>
            <a:ext cx="4422274" cy="2489200"/>
          </a:xfrm>
          <a:prstGeom prst="rect">
            <a:avLst/>
          </a:prstGeom>
        </p:spPr>
        <p:txBody>
          <a:bodyPr/>
          <a:lstStyle/>
          <a:p>
            <a:endParaRPr lang="en-US" dirty="0"/>
          </a:p>
        </p:txBody>
      </p:sp>
      <p:sp>
        <p:nvSpPr>
          <p:cNvPr id="20" name="Text Placeholder 2">
            <a:extLst>
              <a:ext uri="{FF2B5EF4-FFF2-40B4-BE49-F238E27FC236}">
                <a16:creationId xmlns:a16="http://schemas.microsoft.com/office/drawing/2014/main" id="{046CEEAD-9F92-4B35-B946-B6E1F0A7A25E}"/>
              </a:ext>
            </a:extLst>
          </p:cNvPr>
          <p:cNvSpPr>
            <a:spLocks noGrp="1"/>
          </p:cNvSpPr>
          <p:nvPr>
            <p:ph type="body" sz="quarter" idx="18" hasCustomPrompt="1"/>
          </p:nvPr>
        </p:nvSpPr>
        <p:spPr>
          <a:xfrm>
            <a:off x="343244" y="563300"/>
            <a:ext cx="2057056" cy="138499"/>
          </a:xfrm>
          <a:prstGeom prst="rect">
            <a:avLst/>
          </a:prstGeom>
        </p:spPr>
        <p:txBody>
          <a:bodyPr wrap="square" lIns="0" tIns="0" rIns="0" bIns="0">
            <a:sp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Eyebrow: offering name</a:t>
            </a:r>
          </a:p>
        </p:txBody>
      </p:sp>
      <p:sp>
        <p:nvSpPr>
          <p:cNvPr id="21" name="Text Placeholder 2">
            <a:extLst>
              <a:ext uri="{FF2B5EF4-FFF2-40B4-BE49-F238E27FC236}">
                <a16:creationId xmlns:a16="http://schemas.microsoft.com/office/drawing/2014/main" id="{9C912D3C-0C50-35C3-0C39-1C1C94759DFB}"/>
              </a:ext>
            </a:extLst>
          </p:cNvPr>
          <p:cNvSpPr>
            <a:spLocks noGrp="1"/>
          </p:cNvSpPr>
          <p:nvPr>
            <p:ph type="body" sz="quarter" idx="19" hasCustomPrompt="1"/>
          </p:nvPr>
        </p:nvSpPr>
        <p:spPr>
          <a:xfrm>
            <a:off x="382682" y="3743151"/>
            <a:ext cx="2057056" cy="415498"/>
          </a:xfrm>
          <a:prstGeom prst="rect">
            <a:avLst/>
          </a:prstGeom>
        </p:spPr>
        <p:txBody>
          <a:bodyPr wrap="square" lIns="0" tIns="0" rIns="0" bIns="0">
            <a:spAutoFit/>
          </a:bodyPr>
          <a:lstStyle>
            <a:lvl1pPr marL="0" indent="0">
              <a:lnSpc>
                <a:spcPct val="100000"/>
              </a:lnSpc>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Highlights – up to 5 short benefits statements that match those on the Benefits page</a:t>
            </a:r>
          </a:p>
        </p:txBody>
      </p:sp>
      <p:sp>
        <p:nvSpPr>
          <p:cNvPr id="24" name="Text Placeholder 2">
            <a:extLst>
              <a:ext uri="{FF2B5EF4-FFF2-40B4-BE49-F238E27FC236}">
                <a16:creationId xmlns:a16="http://schemas.microsoft.com/office/drawing/2014/main" id="{4DA87A02-74E3-1B8D-7583-514E940EAABF}"/>
              </a:ext>
            </a:extLst>
          </p:cNvPr>
          <p:cNvSpPr>
            <a:spLocks noGrp="1"/>
          </p:cNvSpPr>
          <p:nvPr>
            <p:ph type="body" sz="quarter" idx="20" hasCustomPrompt="1"/>
          </p:nvPr>
        </p:nvSpPr>
        <p:spPr>
          <a:xfrm>
            <a:off x="3043238" y="2252302"/>
            <a:ext cx="4422274" cy="636250"/>
          </a:xfrm>
          <a:prstGeom prst="rect">
            <a:avLst/>
          </a:prstGeom>
        </p:spPr>
        <p:txBody>
          <a:bodyPr lIns="0" tIns="0" rIns="0" bIns="0">
            <a:noAutofit/>
          </a:bodyPr>
          <a:lstStyle>
            <a:lvl1pPr marL="0" indent="0">
              <a:lnSpc>
                <a:spcPct val="100000"/>
              </a:lnSpc>
              <a:buNone/>
              <a:defRPr lang="en-US" sz="14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1pPr>
            <a:lvl2pPr>
              <a:buNone/>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2pPr>
            <a:lvl3pPr>
              <a:defRPr lang="en-US" sz="900" kern="1200" dirty="0" smtClean="0">
                <a:solidFill>
                  <a:schemeClr val="tx1"/>
                </a:solidFill>
                <a:effectLst/>
                <a:latin typeface="IBM Plex Sans" panose="020B0503050203000203" pitchFamily="34" charset="0"/>
                <a:ea typeface="IBM Plex Sans" panose="020B0503050203000203" pitchFamily="34" charset="0"/>
                <a:cs typeface="IBM Plex Sans" panose="020B0503050203000203" pitchFamily="34" charset="0"/>
              </a:defRPr>
            </a:lvl3pPr>
          </a:lstStyle>
          <a:p>
            <a:pPr lvl="0"/>
            <a:r>
              <a:rPr lang="en-US" dirty="0"/>
              <a:t>Subtitle – short outcome-oriented tagline, starting with a verb. Example: Harness the power of generative AI to accelerate …</a:t>
            </a:r>
          </a:p>
        </p:txBody>
      </p:sp>
    </p:spTree>
    <p:extLst>
      <p:ext uri="{BB962C8B-B14F-4D97-AF65-F5344CB8AC3E}">
        <p14:creationId xmlns:p14="http://schemas.microsoft.com/office/powerpoint/2010/main" val="3369329012"/>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nefits Page - 5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501101"/>
            <a:ext cx="429768" cy="429768"/>
          </a:xfrm>
          <a:prstGeom prst="rect">
            <a:avLst/>
          </a:prstGeom>
        </p:spPr>
        <p:txBody>
          <a:bodyPr lIns="0" tIns="0" rIns="0" bIns="0"/>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2948402"/>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429659"/>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429659"/>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395703"/>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3862685"/>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3862685"/>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5843003"/>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309949"/>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309949"/>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4</a:t>
            </a:r>
          </a:p>
        </p:txBody>
      </p:sp>
      <p:sp>
        <p:nvSpPr>
          <p:cNvPr id="18" name="Online Image Placeholder 14">
            <a:extLst>
              <a:ext uri="{FF2B5EF4-FFF2-40B4-BE49-F238E27FC236}">
                <a16:creationId xmlns:a16="http://schemas.microsoft.com/office/drawing/2014/main" id="{842DBE7C-7164-BB24-D183-C76C6D6488E5}"/>
              </a:ext>
            </a:extLst>
          </p:cNvPr>
          <p:cNvSpPr>
            <a:spLocks noGrp="1"/>
          </p:cNvSpPr>
          <p:nvPr>
            <p:ph type="clipArt" sz="quarter" idx="40"/>
          </p:nvPr>
        </p:nvSpPr>
        <p:spPr>
          <a:xfrm>
            <a:off x="382681" y="7290303"/>
            <a:ext cx="429768" cy="429768"/>
          </a:xfrm>
          <a:prstGeom prst="rect">
            <a:avLst/>
          </a:prstGeom>
        </p:spPr>
        <p:txBody>
          <a:bodyPr lIns="0" tIns="0" rIns="0" bIns="0"/>
          <a:lstStyle/>
          <a:p>
            <a:endParaRPr lang="en-US"/>
          </a:p>
        </p:txBody>
      </p:sp>
      <p:sp>
        <p:nvSpPr>
          <p:cNvPr id="20" name="Text Placeholder 20">
            <a:extLst>
              <a:ext uri="{FF2B5EF4-FFF2-40B4-BE49-F238E27FC236}">
                <a16:creationId xmlns:a16="http://schemas.microsoft.com/office/drawing/2014/main" id="{DD824137-E6B8-C939-37D6-957A66E4B14B}"/>
              </a:ext>
            </a:extLst>
          </p:cNvPr>
          <p:cNvSpPr>
            <a:spLocks noGrp="1"/>
          </p:cNvSpPr>
          <p:nvPr>
            <p:ph type="body" sz="quarter" idx="41" hasCustomPrompt="1"/>
          </p:nvPr>
        </p:nvSpPr>
        <p:spPr>
          <a:xfrm>
            <a:off x="3045486" y="6751038"/>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5 description</a:t>
            </a:r>
          </a:p>
        </p:txBody>
      </p:sp>
      <p:sp>
        <p:nvSpPr>
          <p:cNvPr id="23" name="Text Placeholder 2">
            <a:extLst>
              <a:ext uri="{FF2B5EF4-FFF2-40B4-BE49-F238E27FC236}">
                <a16:creationId xmlns:a16="http://schemas.microsoft.com/office/drawing/2014/main" id="{AFDC9A15-C93E-CA30-7658-9E3C9FE6F9D7}"/>
              </a:ext>
            </a:extLst>
          </p:cNvPr>
          <p:cNvSpPr>
            <a:spLocks noGrp="1"/>
          </p:cNvSpPr>
          <p:nvPr>
            <p:ph type="body" sz="quarter" idx="42" hasCustomPrompt="1"/>
          </p:nvPr>
        </p:nvSpPr>
        <p:spPr>
          <a:xfrm>
            <a:off x="382680" y="6751038"/>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5</a:t>
            </a:r>
          </a:p>
        </p:txBody>
      </p:sp>
      <p:sp>
        <p:nvSpPr>
          <p:cNvPr id="24" name="Text Placeholder 20">
            <a:extLst>
              <a:ext uri="{FF2B5EF4-FFF2-40B4-BE49-F238E27FC236}">
                <a16:creationId xmlns:a16="http://schemas.microsoft.com/office/drawing/2014/main" id="{6B67F95A-FE47-C137-2EF8-F5106515376B}"/>
              </a:ext>
            </a:extLst>
          </p:cNvPr>
          <p:cNvSpPr>
            <a:spLocks noGrp="1"/>
          </p:cNvSpPr>
          <p:nvPr>
            <p:ph type="body" sz="quarter" idx="43" hasCustomPrompt="1"/>
          </p:nvPr>
        </p:nvSpPr>
        <p:spPr>
          <a:xfrm>
            <a:off x="3045485" y="8412714"/>
            <a:ext cx="4439753" cy="31293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 - one bold summary sentence that lands the asset’s core value. Do not name the asset in this sentence.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8235778"/>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7D392C63-6EC4-15C9-7B30-AA8F9B8188A9}"/>
              </a:ext>
            </a:extLst>
          </p:cNvPr>
          <p:cNvSpPr>
            <a:spLocks noGrp="1"/>
          </p:cNvSpPr>
          <p:nvPr>
            <p:ph type="body" sz="quarter" idx="44" hasCustomPrompt="1"/>
          </p:nvPr>
        </p:nvSpPr>
        <p:spPr>
          <a:xfrm>
            <a:off x="3045484" y="8760318"/>
            <a:ext cx="4439753" cy="640670"/>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 - </a:t>
            </a:r>
            <a:r>
              <a:rPr lang="en-US" dirty="0"/>
              <a:t>a paragraph that reinforces the summary value statement and concludes the asset story.</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Tree>
    <p:extLst>
      <p:ext uri="{BB962C8B-B14F-4D97-AF65-F5344CB8AC3E}">
        <p14:creationId xmlns:p14="http://schemas.microsoft.com/office/powerpoint/2010/main" val="197516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efits Page - 4 Benefits">
    <p:spTree>
      <p:nvGrpSpPr>
        <p:cNvPr id="1" name=""/>
        <p:cNvGrpSpPr/>
        <p:nvPr/>
      </p:nvGrpSpPr>
      <p:grpSpPr>
        <a:xfrm>
          <a:off x="0" y="0"/>
          <a:ext cx="0" cy="0"/>
          <a:chOff x="0" y="0"/>
          <a:chExt cx="0" cy="0"/>
        </a:xfrm>
      </p:grpSpPr>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1501101"/>
            <a:ext cx="429768" cy="429768"/>
          </a:xfrm>
          <a:prstGeom prst="rect">
            <a:avLst/>
          </a:prstGeom>
        </p:spPr>
        <p:txBody>
          <a:bodyPr lIns="0" tIns="0" rIns="0" bIns="0"/>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82681" y="450515"/>
            <a:ext cx="1983714" cy="246221"/>
          </a:xfrm>
          <a:prstGeom prst="rect">
            <a:avLst/>
          </a:prstGeom>
          <a:noFill/>
        </p:spPr>
        <p:txBody>
          <a:bodyPr wrap="square" lIns="0" tIns="0" rIns="0" bIns="0" rtlCol="0">
            <a:spAutoFit/>
          </a:bodyPr>
          <a:lstStyle/>
          <a:p>
            <a:pPr>
              <a:lnSpc>
                <a:spcPct val="100000"/>
              </a:lnSpc>
            </a:pPr>
            <a:r>
              <a:rPr lang="en-US" sz="1600" b="0" dirty="0">
                <a:latin typeface="IBM Plex Sans" panose="020B0503050203000203" pitchFamily="34" charset="0"/>
              </a:rPr>
              <a:t>Benefits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9618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1 description</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3" name="Text Placeholder 2">
            <a:extLst>
              <a:ext uri="{FF2B5EF4-FFF2-40B4-BE49-F238E27FC236}">
                <a16:creationId xmlns:a16="http://schemas.microsoft.com/office/drawing/2014/main" id="{8121472D-2C77-3171-1AB7-C591131AFCBA}"/>
              </a:ext>
            </a:extLst>
          </p:cNvPr>
          <p:cNvSpPr>
            <a:spLocks noGrp="1"/>
          </p:cNvSpPr>
          <p:nvPr>
            <p:ph type="body" sz="quarter" idx="30" hasCustomPrompt="1"/>
          </p:nvPr>
        </p:nvSpPr>
        <p:spPr>
          <a:xfrm>
            <a:off x="382680" y="9618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1</a:t>
            </a:r>
          </a:p>
        </p:txBody>
      </p:sp>
      <p:sp>
        <p:nvSpPr>
          <p:cNvPr id="5" name="Online Image Placeholder 14">
            <a:extLst>
              <a:ext uri="{FF2B5EF4-FFF2-40B4-BE49-F238E27FC236}">
                <a16:creationId xmlns:a16="http://schemas.microsoft.com/office/drawing/2014/main" id="{36AC78FF-D10B-70AC-ADBF-6E770F5A5BE2}"/>
              </a:ext>
            </a:extLst>
          </p:cNvPr>
          <p:cNvSpPr>
            <a:spLocks noGrp="1"/>
          </p:cNvSpPr>
          <p:nvPr>
            <p:ph type="clipArt" sz="quarter" idx="31"/>
          </p:nvPr>
        </p:nvSpPr>
        <p:spPr>
          <a:xfrm>
            <a:off x="382681" y="3020116"/>
            <a:ext cx="429768" cy="429768"/>
          </a:xfrm>
          <a:prstGeom prst="rect">
            <a:avLst/>
          </a:prstGeom>
        </p:spPr>
        <p:txBody>
          <a:bodyPr lIns="0" tIns="0" rIns="0" bIns="0"/>
          <a:lstStyle/>
          <a:p>
            <a:endParaRPr lang="en-US"/>
          </a:p>
        </p:txBody>
      </p:sp>
      <p:sp>
        <p:nvSpPr>
          <p:cNvPr id="6" name="Text Placeholder 20">
            <a:extLst>
              <a:ext uri="{FF2B5EF4-FFF2-40B4-BE49-F238E27FC236}">
                <a16:creationId xmlns:a16="http://schemas.microsoft.com/office/drawing/2014/main" id="{A4794A6F-2D48-6D22-9F09-956D41B6423F}"/>
              </a:ext>
            </a:extLst>
          </p:cNvPr>
          <p:cNvSpPr>
            <a:spLocks noGrp="1"/>
          </p:cNvSpPr>
          <p:nvPr>
            <p:ph type="body" sz="quarter" idx="32" hasCustomPrompt="1"/>
          </p:nvPr>
        </p:nvSpPr>
        <p:spPr>
          <a:xfrm>
            <a:off x="3045486" y="2501373"/>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2 description</a:t>
            </a:r>
          </a:p>
        </p:txBody>
      </p:sp>
      <p:sp>
        <p:nvSpPr>
          <p:cNvPr id="7" name="Text Placeholder 2">
            <a:extLst>
              <a:ext uri="{FF2B5EF4-FFF2-40B4-BE49-F238E27FC236}">
                <a16:creationId xmlns:a16="http://schemas.microsoft.com/office/drawing/2014/main" id="{0CDA6011-9AE1-E2AB-ED59-43A728BF1C7D}"/>
              </a:ext>
            </a:extLst>
          </p:cNvPr>
          <p:cNvSpPr>
            <a:spLocks noGrp="1"/>
          </p:cNvSpPr>
          <p:nvPr>
            <p:ph type="body" sz="quarter" idx="33" hasCustomPrompt="1"/>
          </p:nvPr>
        </p:nvSpPr>
        <p:spPr>
          <a:xfrm>
            <a:off x="382680" y="2501373"/>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2</a:t>
            </a:r>
          </a:p>
        </p:txBody>
      </p:sp>
      <p:sp>
        <p:nvSpPr>
          <p:cNvPr id="11" name="Online Image Placeholder 14">
            <a:extLst>
              <a:ext uri="{FF2B5EF4-FFF2-40B4-BE49-F238E27FC236}">
                <a16:creationId xmlns:a16="http://schemas.microsoft.com/office/drawing/2014/main" id="{79B8A046-D95B-B149-ADCB-05982A805AF8}"/>
              </a:ext>
            </a:extLst>
          </p:cNvPr>
          <p:cNvSpPr>
            <a:spLocks noGrp="1"/>
          </p:cNvSpPr>
          <p:nvPr>
            <p:ph type="clipArt" sz="quarter" idx="34"/>
          </p:nvPr>
        </p:nvSpPr>
        <p:spPr>
          <a:xfrm>
            <a:off x="382681" y="4533154"/>
            <a:ext cx="429768" cy="429768"/>
          </a:xfrm>
          <a:prstGeom prst="rect">
            <a:avLst/>
          </a:prstGeom>
        </p:spPr>
        <p:txBody>
          <a:bodyPr lIns="0" tIns="0" rIns="0" bIns="0"/>
          <a:lstStyle/>
          <a:p>
            <a:endParaRPr lang="en-US"/>
          </a:p>
        </p:txBody>
      </p:sp>
      <p:sp>
        <p:nvSpPr>
          <p:cNvPr id="12" name="Text Placeholder 20">
            <a:extLst>
              <a:ext uri="{FF2B5EF4-FFF2-40B4-BE49-F238E27FC236}">
                <a16:creationId xmlns:a16="http://schemas.microsoft.com/office/drawing/2014/main" id="{CD58C0DE-4C53-8A2B-4429-68A9DD2188A4}"/>
              </a:ext>
            </a:extLst>
          </p:cNvPr>
          <p:cNvSpPr>
            <a:spLocks noGrp="1"/>
          </p:cNvSpPr>
          <p:nvPr>
            <p:ph type="body" sz="quarter" idx="35" hasCustomPrompt="1"/>
          </p:nvPr>
        </p:nvSpPr>
        <p:spPr>
          <a:xfrm>
            <a:off x="3045486" y="4000136"/>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3 description</a:t>
            </a:r>
          </a:p>
        </p:txBody>
      </p:sp>
      <p:sp>
        <p:nvSpPr>
          <p:cNvPr id="13" name="Text Placeholder 2">
            <a:extLst>
              <a:ext uri="{FF2B5EF4-FFF2-40B4-BE49-F238E27FC236}">
                <a16:creationId xmlns:a16="http://schemas.microsoft.com/office/drawing/2014/main" id="{BED39C06-AE12-5161-B884-16212C50B42D}"/>
              </a:ext>
            </a:extLst>
          </p:cNvPr>
          <p:cNvSpPr>
            <a:spLocks noGrp="1"/>
          </p:cNvSpPr>
          <p:nvPr>
            <p:ph type="body" sz="quarter" idx="36" hasCustomPrompt="1"/>
          </p:nvPr>
        </p:nvSpPr>
        <p:spPr>
          <a:xfrm>
            <a:off x="382680" y="4000136"/>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3</a:t>
            </a:r>
          </a:p>
        </p:txBody>
      </p:sp>
      <p:sp>
        <p:nvSpPr>
          <p:cNvPr id="14" name="Online Image Placeholder 14">
            <a:extLst>
              <a:ext uri="{FF2B5EF4-FFF2-40B4-BE49-F238E27FC236}">
                <a16:creationId xmlns:a16="http://schemas.microsoft.com/office/drawing/2014/main" id="{81E418BF-F223-79AC-621B-3FEB2FEFA849}"/>
              </a:ext>
            </a:extLst>
          </p:cNvPr>
          <p:cNvSpPr>
            <a:spLocks noGrp="1"/>
          </p:cNvSpPr>
          <p:nvPr>
            <p:ph type="clipArt" sz="quarter" idx="37"/>
          </p:nvPr>
        </p:nvSpPr>
        <p:spPr>
          <a:xfrm>
            <a:off x="382681" y="6052168"/>
            <a:ext cx="429768" cy="429768"/>
          </a:xfrm>
          <a:prstGeom prst="rect">
            <a:avLst/>
          </a:prstGeom>
        </p:spPr>
        <p:txBody>
          <a:bodyPr lIns="0" tIns="0" rIns="0" bIns="0"/>
          <a:lstStyle/>
          <a:p>
            <a:endParaRPr lang="en-US"/>
          </a:p>
        </p:txBody>
      </p:sp>
      <p:sp>
        <p:nvSpPr>
          <p:cNvPr id="16" name="Text Placeholder 20">
            <a:extLst>
              <a:ext uri="{FF2B5EF4-FFF2-40B4-BE49-F238E27FC236}">
                <a16:creationId xmlns:a16="http://schemas.microsoft.com/office/drawing/2014/main" id="{132D7B2A-D349-3EBC-6A43-8112CD6D8216}"/>
              </a:ext>
            </a:extLst>
          </p:cNvPr>
          <p:cNvSpPr>
            <a:spLocks noGrp="1"/>
          </p:cNvSpPr>
          <p:nvPr>
            <p:ph type="body" sz="quarter" idx="38" hasCustomPrompt="1"/>
          </p:nvPr>
        </p:nvSpPr>
        <p:spPr>
          <a:xfrm>
            <a:off x="3045486" y="5519114"/>
            <a:ext cx="4439753" cy="1039910"/>
          </a:xfrm>
          <a:prstGeom prst="rect">
            <a:avLst/>
          </a:prstGeom>
        </p:spPr>
        <p:txBody>
          <a:bodyPr lIns="0" tIns="0" rIns="0" bIns="0"/>
          <a:lstStyle>
            <a:lvl1pPr marL="0" indent="0">
              <a:lnSpc>
                <a:spcPct val="100000"/>
              </a:lnSpc>
              <a:spcBef>
                <a:spcPts val="600"/>
              </a:spcBef>
              <a:buNone/>
              <a:defRPr sz="900">
                <a:latin typeface="IBM Plex Sans" panose="020B0503050203000203" pitchFamily="34" charset="0"/>
              </a:defRPr>
            </a:lvl1pPr>
          </a:lstStyle>
          <a:p>
            <a:pPr lvl="0"/>
            <a:r>
              <a:rPr lang="en-US" dirty="0"/>
              <a:t>Benefit 4 description</a:t>
            </a:r>
          </a:p>
        </p:txBody>
      </p:sp>
      <p:sp>
        <p:nvSpPr>
          <p:cNvPr id="17" name="Text Placeholder 2">
            <a:extLst>
              <a:ext uri="{FF2B5EF4-FFF2-40B4-BE49-F238E27FC236}">
                <a16:creationId xmlns:a16="http://schemas.microsoft.com/office/drawing/2014/main" id="{BA537BCD-CDB1-881E-8009-8B0A191687F1}"/>
              </a:ext>
            </a:extLst>
          </p:cNvPr>
          <p:cNvSpPr>
            <a:spLocks noGrp="1"/>
          </p:cNvSpPr>
          <p:nvPr>
            <p:ph type="body" sz="quarter" idx="39" hasCustomPrompt="1"/>
          </p:nvPr>
        </p:nvSpPr>
        <p:spPr>
          <a:xfrm>
            <a:off x="382680" y="5519114"/>
            <a:ext cx="2278457" cy="457201"/>
          </a:xfrm>
          <a:prstGeom prst="rect">
            <a:avLst/>
          </a:prstGeom>
        </p:spPr>
        <p:txBody>
          <a:bodyPr lIns="0" tIns="0" rIns="0" bIns="0"/>
          <a:lstStyle>
            <a:lvl1pPr marL="0" indent="0">
              <a:lnSpc>
                <a:spcPct val="100000"/>
              </a:lnSpc>
              <a:buNone/>
              <a:defRPr sz="1400">
                <a:latin typeface="IBM Plex Sans" panose="020B0503050203000203" pitchFamily="34" charset="0"/>
              </a:defRPr>
            </a:lvl1pPr>
          </a:lstStyle>
          <a:p>
            <a:pPr lvl="0"/>
            <a:r>
              <a:rPr lang="en-US" dirty="0"/>
              <a:t>Benefit heading 4</a:t>
            </a:r>
          </a:p>
        </p:txBody>
      </p:sp>
      <p:cxnSp>
        <p:nvCxnSpPr>
          <p:cNvPr id="4" name="Straight Connector 3">
            <a:extLst>
              <a:ext uri="{FF2B5EF4-FFF2-40B4-BE49-F238E27FC236}">
                <a16:creationId xmlns:a16="http://schemas.microsoft.com/office/drawing/2014/main" id="{7AA12C02-C065-5945-9B1A-AA10C701B152}"/>
              </a:ext>
            </a:extLst>
          </p:cNvPr>
          <p:cNvCxnSpPr/>
          <p:nvPr userDrawn="1"/>
        </p:nvCxnSpPr>
        <p:spPr>
          <a:xfrm>
            <a:off x="2996514" y="7422982"/>
            <a:ext cx="4547286"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 Placeholder 20">
            <a:extLst>
              <a:ext uri="{FF2B5EF4-FFF2-40B4-BE49-F238E27FC236}">
                <a16:creationId xmlns:a16="http://schemas.microsoft.com/office/drawing/2014/main" id="{377BB6D0-2FDA-2B04-F709-E2223109048B}"/>
              </a:ext>
            </a:extLst>
          </p:cNvPr>
          <p:cNvSpPr>
            <a:spLocks noGrp="1"/>
          </p:cNvSpPr>
          <p:nvPr>
            <p:ph type="body" sz="quarter" idx="43" hasCustomPrompt="1"/>
          </p:nvPr>
        </p:nvSpPr>
        <p:spPr>
          <a:xfrm>
            <a:off x="3045485" y="7552105"/>
            <a:ext cx="4439753" cy="312931"/>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SmBld" panose="020B0703050203000203" pitchFamily="34" charset="0"/>
                <a:ea typeface="IBM Plex Sans" panose="020B0503050203000203" pitchFamily="34" charset="0"/>
                <a:cs typeface="IBM Plex Sans" panose="020B0503050203000203" pitchFamily="34" charset="0"/>
              </a:rPr>
              <a:t>Summary statement of value - one bold summary sentence that lands the asset’s core value. Do not name the asset in this sentence.</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8" name="Text Placeholder 20">
            <a:extLst>
              <a:ext uri="{FF2B5EF4-FFF2-40B4-BE49-F238E27FC236}">
                <a16:creationId xmlns:a16="http://schemas.microsoft.com/office/drawing/2014/main" id="{ED3F6894-C885-143E-EBC6-52132EB39351}"/>
              </a:ext>
            </a:extLst>
          </p:cNvPr>
          <p:cNvSpPr>
            <a:spLocks noGrp="1"/>
          </p:cNvSpPr>
          <p:nvPr>
            <p:ph type="body" sz="quarter" idx="44" hasCustomPrompt="1"/>
          </p:nvPr>
        </p:nvSpPr>
        <p:spPr>
          <a:xfrm>
            <a:off x="3045484" y="7899709"/>
            <a:ext cx="4439753" cy="652620"/>
          </a:xfrm>
          <a:prstGeom prst="rect">
            <a:avLst/>
          </a:prstGeom>
        </p:spPr>
        <p:txBody>
          <a:bodyPr lIns="0" tIns="0" rIns="0" bIns="0"/>
          <a:lstStyle>
            <a:lvl1pPr marL="0" indent="0">
              <a:lnSpc>
                <a:spcPct val="100000"/>
              </a:lnSpc>
              <a:spcBef>
                <a:spcPts val="600"/>
              </a:spcBef>
              <a:buNone/>
              <a:defRPr lang="en-US" sz="900" smtClean="0">
                <a:effectLst/>
              </a:defRPr>
            </a:lvl1pPr>
          </a:lstStyle>
          <a:p>
            <a:r>
              <a:rPr lang="en-US" sz="900" dirty="0">
                <a:effectLst/>
                <a:latin typeface="IBM Plex Sans" panose="020B0503050203000203" pitchFamily="34" charset="0"/>
                <a:ea typeface="IBM Plex Sans" panose="020B0503050203000203" pitchFamily="34" charset="0"/>
                <a:cs typeface="IBM Plex Sans" panose="020B0503050203000203" pitchFamily="34" charset="0"/>
              </a:rPr>
              <a:t>Closing paragraph - </a:t>
            </a:r>
            <a:r>
              <a:rPr lang="en-US" dirty="0"/>
              <a:t>a paragraph that reinforces the summary value statement and concludes the asset story.</a:t>
            </a:r>
            <a:endParaRPr lang="en-US" sz="900" dirty="0">
              <a:effectLst/>
              <a:latin typeface="IBM Plex Sans" panose="020B0503050203000203" pitchFamily="34" charset="0"/>
              <a:ea typeface="IBM Plex Sans" panose="020B0503050203000203" pitchFamily="34" charset="0"/>
              <a:cs typeface="IBM Plex Sans" panose="020B0503050203000203" pitchFamily="34" charset="0"/>
            </a:endParaRPr>
          </a:p>
        </p:txBody>
      </p:sp>
    </p:spTree>
    <p:extLst>
      <p:ext uri="{BB962C8B-B14F-4D97-AF65-F5344CB8AC3E}">
        <p14:creationId xmlns:p14="http://schemas.microsoft.com/office/powerpoint/2010/main" val="142195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bilities - 5 capabilities, KPI highlights, no image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617844-A634-2605-CBF5-955D6AF90742}"/>
              </a:ext>
            </a:extLst>
          </p:cNvPr>
          <p:cNvSpPr>
            <a:spLocks noGrp="1"/>
          </p:cNvSpPr>
          <p:nvPr>
            <p:ph type="body" sz="quarter" idx="10" hasCustomPrompt="1"/>
          </p:nvPr>
        </p:nvSpPr>
        <p:spPr>
          <a:xfrm>
            <a:off x="460373" y="5016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2976562" y="50136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2976562" y="77031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2976562" y="103925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9" name="Text Placeholder 5">
            <a:extLst>
              <a:ext uri="{FF2B5EF4-FFF2-40B4-BE49-F238E27FC236}">
                <a16:creationId xmlns:a16="http://schemas.microsoft.com/office/drawing/2014/main" id="{DB3C1361-51CE-1175-26F0-C5AB8898EC98}"/>
              </a:ext>
            </a:extLst>
          </p:cNvPr>
          <p:cNvSpPr>
            <a:spLocks noGrp="1"/>
          </p:cNvSpPr>
          <p:nvPr>
            <p:ph type="body" sz="quarter" idx="14" hasCustomPrompt="1"/>
          </p:nvPr>
        </p:nvSpPr>
        <p:spPr>
          <a:xfrm>
            <a:off x="460375" y="10392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0" name="Text Placeholder 3">
            <a:extLst>
              <a:ext uri="{FF2B5EF4-FFF2-40B4-BE49-F238E27FC236}">
                <a16:creationId xmlns:a16="http://schemas.microsoft.com/office/drawing/2014/main" id="{2688AFE8-39A2-3DC9-6DC3-9B0B85822D9D}"/>
              </a:ext>
            </a:extLst>
          </p:cNvPr>
          <p:cNvSpPr>
            <a:spLocks noGrp="1"/>
          </p:cNvSpPr>
          <p:nvPr>
            <p:ph type="body" sz="quarter" idx="15" hasCustomPrompt="1"/>
          </p:nvPr>
        </p:nvSpPr>
        <p:spPr>
          <a:xfrm>
            <a:off x="460370" y="16700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1" name="Text Placeholder 5">
            <a:extLst>
              <a:ext uri="{FF2B5EF4-FFF2-40B4-BE49-F238E27FC236}">
                <a16:creationId xmlns:a16="http://schemas.microsoft.com/office/drawing/2014/main" id="{5E7DB8D8-D21C-F2C5-0507-C039E4FC4D88}"/>
              </a:ext>
            </a:extLst>
          </p:cNvPr>
          <p:cNvSpPr>
            <a:spLocks noGrp="1"/>
          </p:cNvSpPr>
          <p:nvPr>
            <p:ph type="body" sz="quarter" idx="16" hasCustomPrompt="1"/>
          </p:nvPr>
        </p:nvSpPr>
        <p:spPr>
          <a:xfrm>
            <a:off x="460372" y="22076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2" name="Text Placeholder 3">
            <a:extLst>
              <a:ext uri="{FF2B5EF4-FFF2-40B4-BE49-F238E27FC236}">
                <a16:creationId xmlns:a16="http://schemas.microsoft.com/office/drawing/2014/main" id="{64FB5E85-933D-8ECD-C81B-129291FA385F}"/>
              </a:ext>
            </a:extLst>
          </p:cNvPr>
          <p:cNvSpPr>
            <a:spLocks noGrp="1"/>
          </p:cNvSpPr>
          <p:nvPr>
            <p:ph type="body" sz="quarter" idx="17" hasCustomPrompt="1"/>
          </p:nvPr>
        </p:nvSpPr>
        <p:spPr>
          <a:xfrm>
            <a:off x="460367" y="28384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3" name="Text Placeholder 5">
            <a:extLst>
              <a:ext uri="{FF2B5EF4-FFF2-40B4-BE49-F238E27FC236}">
                <a16:creationId xmlns:a16="http://schemas.microsoft.com/office/drawing/2014/main" id="{D2153654-8235-1CE0-64A5-1A21367FB437}"/>
              </a:ext>
            </a:extLst>
          </p:cNvPr>
          <p:cNvSpPr>
            <a:spLocks noGrp="1"/>
          </p:cNvSpPr>
          <p:nvPr>
            <p:ph type="body" sz="quarter" idx="18" hasCustomPrompt="1"/>
          </p:nvPr>
        </p:nvSpPr>
        <p:spPr>
          <a:xfrm>
            <a:off x="460369" y="33760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4" name="Text Placeholder 3">
            <a:extLst>
              <a:ext uri="{FF2B5EF4-FFF2-40B4-BE49-F238E27FC236}">
                <a16:creationId xmlns:a16="http://schemas.microsoft.com/office/drawing/2014/main" id="{8D242451-AE3E-FD7F-CD96-A44432C04577}"/>
              </a:ext>
            </a:extLst>
          </p:cNvPr>
          <p:cNvSpPr>
            <a:spLocks noGrp="1"/>
          </p:cNvSpPr>
          <p:nvPr>
            <p:ph type="body" sz="quarter" idx="19" hasCustomPrompt="1"/>
          </p:nvPr>
        </p:nvSpPr>
        <p:spPr>
          <a:xfrm>
            <a:off x="460364" y="4006850"/>
            <a:ext cx="2055719" cy="502397"/>
          </a:xfrm>
          <a:prstGeom prst="rect">
            <a:avLst/>
          </a:prstGeom>
        </p:spPr>
        <p:txBody>
          <a:bodyPr/>
          <a:lstStyle>
            <a:lvl1pPr marL="0" indent="0">
              <a:buNone/>
              <a:defRPr sz="3000">
                <a:solidFill>
                  <a:srgbClr val="0066FF"/>
                </a:solidFill>
                <a:latin typeface="IBM Plex Sans" panose="020B0503050203000203" pitchFamily="34" charset="0"/>
              </a:defRPr>
            </a:lvl1pPr>
            <a:lvl2pPr>
              <a:defRPr sz="3000">
                <a:latin typeface="IBM Plex Sans" panose="020B0503050203000203" pitchFamily="34" charset="0"/>
              </a:defRPr>
            </a:lvl2pPr>
            <a:lvl3pPr>
              <a:defRPr sz="3000">
                <a:latin typeface="IBM Plex Sans" panose="020B0503050203000203" pitchFamily="34" charset="0"/>
              </a:defRPr>
            </a:lvl3pPr>
            <a:lvl4pPr>
              <a:defRPr sz="3000">
                <a:latin typeface="IBM Plex Sans" panose="020B0503050203000203" pitchFamily="34" charset="0"/>
              </a:defRPr>
            </a:lvl4pPr>
            <a:lvl5pPr>
              <a:defRPr sz="3000">
                <a:latin typeface="IBM Plex Sans" panose="020B0503050203000203" pitchFamily="34" charset="0"/>
              </a:defRPr>
            </a:lvl5pPr>
          </a:lstStyle>
          <a:p>
            <a:pPr lvl="0"/>
            <a:r>
              <a:rPr lang="en-US" dirty="0"/>
              <a:t>KPI #/%</a:t>
            </a:r>
          </a:p>
        </p:txBody>
      </p:sp>
      <p:sp>
        <p:nvSpPr>
          <p:cNvPr id="15" name="Text Placeholder 5">
            <a:extLst>
              <a:ext uri="{FF2B5EF4-FFF2-40B4-BE49-F238E27FC236}">
                <a16:creationId xmlns:a16="http://schemas.microsoft.com/office/drawing/2014/main" id="{BEDAD2FF-6F26-BD39-6313-9DCEBBF1B9F9}"/>
              </a:ext>
            </a:extLst>
          </p:cNvPr>
          <p:cNvSpPr>
            <a:spLocks noGrp="1"/>
          </p:cNvSpPr>
          <p:nvPr>
            <p:ph type="body" sz="quarter" idx="20" hasCustomPrompt="1"/>
          </p:nvPr>
        </p:nvSpPr>
        <p:spPr>
          <a:xfrm>
            <a:off x="460366" y="4544454"/>
            <a:ext cx="2055720" cy="371193"/>
          </a:xfrm>
          <a:prstGeom prst="rect">
            <a:avLst/>
          </a:prstGeom>
        </p:spPr>
        <p:txBody>
          <a:bodyPr/>
          <a:lstStyle>
            <a:lvl1pPr marL="0" indent="0">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KPI indicator</a:t>
            </a:r>
          </a:p>
        </p:txBody>
      </p:sp>
      <p:sp>
        <p:nvSpPr>
          <p:cNvPr id="16" name="Text Placeholder 5">
            <a:extLst>
              <a:ext uri="{FF2B5EF4-FFF2-40B4-BE49-F238E27FC236}">
                <a16:creationId xmlns:a16="http://schemas.microsoft.com/office/drawing/2014/main" id="{DE954CF3-A0E0-0797-E081-E37A8BD81B8D}"/>
              </a:ext>
            </a:extLst>
          </p:cNvPr>
          <p:cNvSpPr>
            <a:spLocks noGrp="1"/>
          </p:cNvSpPr>
          <p:nvPr>
            <p:ph type="body" sz="quarter" idx="21" hasCustomPrompt="1"/>
          </p:nvPr>
        </p:nvSpPr>
        <p:spPr>
          <a:xfrm>
            <a:off x="2976562" y="235374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7" name="Text Placeholder 5">
            <a:extLst>
              <a:ext uri="{FF2B5EF4-FFF2-40B4-BE49-F238E27FC236}">
                <a16:creationId xmlns:a16="http://schemas.microsoft.com/office/drawing/2014/main" id="{96A38355-EA1D-CE6D-82FC-43D7496D1361}"/>
              </a:ext>
            </a:extLst>
          </p:cNvPr>
          <p:cNvSpPr>
            <a:spLocks noGrp="1"/>
          </p:cNvSpPr>
          <p:nvPr>
            <p:ph type="body" sz="quarter" idx="22" hasCustomPrompt="1"/>
          </p:nvPr>
        </p:nvSpPr>
        <p:spPr>
          <a:xfrm>
            <a:off x="2976562" y="262269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18" name="Text Placeholder 5">
            <a:extLst>
              <a:ext uri="{FF2B5EF4-FFF2-40B4-BE49-F238E27FC236}">
                <a16:creationId xmlns:a16="http://schemas.microsoft.com/office/drawing/2014/main" id="{B2041297-C4CE-7566-1966-4141BF753ED9}"/>
              </a:ext>
            </a:extLst>
          </p:cNvPr>
          <p:cNvSpPr>
            <a:spLocks noGrp="1"/>
          </p:cNvSpPr>
          <p:nvPr>
            <p:ph type="body" sz="quarter" idx="23" hasCustomPrompt="1"/>
          </p:nvPr>
        </p:nvSpPr>
        <p:spPr>
          <a:xfrm>
            <a:off x="2976562" y="289163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Text Placeholder 5">
            <a:extLst>
              <a:ext uri="{FF2B5EF4-FFF2-40B4-BE49-F238E27FC236}">
                <a16:creationId xmlns:a16="http://schemas.microsoft.com/office/drawing/2014/main" id="{A0894EF7-D293-9EA1-CAF1-4E87DEE17905}"/>
              </a:ext>
            </a:extLst>
          </p:cNvPr>
          <p:cNvSpPr>
            <a:spLocks noGrp="1"/>
          </p:cNvSpPr>
          <p:nvPr>
            <p:ph type="body" sz="quarter" idx="24" hasCustomPrompt="1"/>
          </p:nvPr>
        </p:nvSpPr>
        <p:spPr>
          <a:xfrm>
            <a:off x="2976562" y="4209442"/>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6" name="Text Placeholder 5">
            <a:extLst>
              <a:ext uri="{FF2B5EF4-FFF2-40B4-BE49-F238E27FC236}">
                <a16:creationId xmlns:a16="http://schemas.microsoft.com/office/drawing/2014/main" id="{61D26315-0751-357C-6786-58C438E977D5}"/>
              </a:ext>
            </a:extLst>
          </p:cNvPr>
          <p:cNvSpPr>
            <a:spLocks noGrp="1"/>
          </p:cNvSpPr>
          <p:nvPr>
            <p:ph type="body" sz="quarter" idx="25" hasCustomPrompt="1"/>
          </p:nvPr>
        </p:nvSpPr>
        <p:spPr>
          <a:xfrm>
            <a:off x="2976562" y="4478385"/>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7" name="Text Placeholder 5">
            <a:extLst>
              <a:ext uri="{FF2B5EF4-FFF2-40B4-BE49-F238E27FC236}">
                <a16:creationId xmlns:a16="http://schemas.microsoft.com/office/drawing/2014/main" id="{AFE33296-31C6-0A25-75B4-6A3B9A495341}"/>
              </a:ext>
            </a:extLst>
          </p:cNvPr>
          <p:cNvSpPr>
            <a:spLocks noGrp="1"/>
          </p:cNvSpPr>
          <p:nvPr>
            <p:ph type="body" sz="quarter" idx="26" hasCustomPrompt="1"/>
          </p:nvPr>
        </p:nvSpPr>
        <p:spPr>
          <a:xfrm>
            <a:off x="2976562" y="4747328"/>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1" name="Text Placeholder 5">
            <a:extLst>
              <a:ext uri="{FF2B5EF4-FFF2-40B4-BE49-F238E27FC236}">
                <a16:creationId xmlns:a16="http://schemas.microsoft.com/office/drawing/2014/main" id="{6F958C5D-107F-0AB4-6717-3C716E4DA1D9}"/>
              </a:ext>
            </a:extLst>
          </p:cNvPr>
          <p:cNvSpPr>
            <a:spLocks noGrp="1"/>
          </p:cNvSpPr>
          <p:nvPr>
            <p:ph type="body" sz="quarter" idx="27" hasCustomPrompt="1"/>
          </p:nvPr>
        </p:nvSpPr>
        <p:spPr>
          <a:xfrm>
            <a:off x="2976562" y="6065136"/>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32" name="Text Placeholder 5">
            <a:extLst>
              <a:ext uri="{FF2B5EF4-FFF2-40B4-BE49-F238E27FC236}">
                <a16:creationId xmlns:a16="http://schemas.microsoft.com/office/drawing/2014/main" id="{37AD72D8-279F-29B1-403F-FE036615776F}"/>
              </a:ext>
            </a:extLst>
          </p:cNvPr>
          <p:cNvSpPr>
            <a:spLocks noGrp="1"/>
          </p:cNvSpPr>
          <p:nvPr>
            <p:ph type="body" sz="quarter" idx="28" hasCustomPrompt="1"/>
          </p:nvPr>
        </p:nvSpPr>
        <p:spPr>
          <a:xfrm>
            <a:off x="2976562" y="6334079"/>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3" name="Text Placeholder 5">
            <a:extLst>
              <a:ext uri="{FF2B5EF4-FFF2-40B4-BE49-F238E27FC236}">
                <a16:creationId xmlns:a16="http://schemas.microsoft.com/office/drawing/2014/main" id="{D5804CDD-CFF5-094B-6FEA-9F742D6A2FE1}"/>
              </a:ext>
            </a:extLst>
          </p:cNvPr>
          <p:cNvSpPr>
            <a:spLocks noGrp="1"/>
          </p:cNvSpPr>
          <p:nvPr>
            <p:ph type="body" sz="quarter" idx="29" hasCustomPrompt="1"/>
          </p:nvPr>
        </p:nvSpPr>
        <p:spPr>
          <a:xfrm>
            <a:off x="2976562" y="6603022"/>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4" name="Text Placeholder 5">
            <a:extLst>
              <a:ext uri="{FF2B5EF4-FFF2-40B4-BE49-F238E27FC236}">
                <a16:creationId xmlns:a16="http://schemas.microsoft.com/office/drawing/2014/main" id="{99C829CC-92BA-E016-70CF-500278993651}"/>
              </a:ext>
            </a:extLst>
          </p:cNvPr>
          <p:cNvSpPr>
            <a:spLocks noGrp="1"/>
          </p:cNvSpPr>
          <p:nvPr>
            <p:ph type="body" sz="quarter" idx="30" hasCustomPrompt="1"/>
          </p:nvPr>
        </p:nvSpPr>
        <p:spPr>
          <a:xfrm>
            <a:off x="2976562" y="7920830"/>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5" name="Text Placeholder 5">
            <a:extLst>
              <a:ext uri="{FF2B5EF4-FFF2-40B4-BE49-F238E27FC236}">
                <a16:creationId xmlns:a16="http://schemas.microsoft.com/office/drawing/2014/main" id="{E8C68F9B-9B87-D84F-7816-EE2BFF42F377}"/>
              </a:ext>
            </a:extLst>
          </p:cNvPr>
          <p:cNvSpPr>
            <a:spLocks noGrp="1"/>
          </p:cNvSpPr>
          <p:nvPr>
            <p:ph type="body" sz="quarter" idx="31" hasCustomPrompt="1"/>
          </p:nvPr>
        </p:nvSpPr>
        <p:spPr>
          <a:xfrm>
            <a:off x="2976562" y="8189773"/>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6" name="Text Placeholder 5">
            <a:extLst>
              <a:ext uri="{FF2B5EF4-FFF2-40B4-BE49-F238E27FC236}">
                <a16:creationId xmlns:a16="http://schemas.microsoft.com/office/drawing/2014/main" id="{FBCAEDFC-D3D2-CDC4-7A0C-B47E299BB629}"/>
              </a:ext>
            </a:extLst>
          </p:cNvPr>
          <p:cNvSpPr>
            <a:spLocks noGrp="1"/>
          </p:cNvSpPr>
          <p:nvPr>
            <p:ph type="body" sz="quarter" idx="32" hasCustomPrompt="1"/>
          </p:nvPr>
        </p:nvSpPr>
        <p:spPr>
          <a:xfrm>
            <a:off x="2976562" y="8458716"/>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Tree>
    <p:extLst>
      <p:ext uri="{BB962C8B-B14F-4D97-AF65-F5344CB8AC3E}">
        <p14:creationId xmlns:p14="http://schemas.microsoft.com/office/powerpoint/2010/main" val="1801311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bilities - 5 capabilities, no imag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2976562" y="50136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2976562" y="77031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2976562" y="103925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6" name="Text Placeholder 5">
            <a:extLst>
              <a:ext uri="{FF2B5EF4-FFF2-40B4-BE49-F238E27FC236}">
                <a16:creationId xmlns:a16="http://schemas.microsoft.com/office/drawing/2014/main" id="{DE954CF3-A0E0-0797-E081-E37A8BD81B8D}"/>
              </a:ext>
            </a:extLst>
          </p:cNvPr>
          <p:cNvSpPr>
            <a:spLocks noGrp="1"/>
          </p:cNvSpPr>
          <p:nvPr>
            <p:ph type="body" sz="quarter" idx="21" hasCustomPrompt="1"/>
          </p:nvPr>
        </p:nvSpPr>
        <p:spPr>
          <a:xfrm>
            <a:off x="2976562" y="2353748"/>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7" name="Text Placeholder 5">
            <a:extLst>
              <a:ext uri="{FF2B5EF4-FFF2-40B4-BE49-F238E27FC236}">
                <a16:creationId xmlns:a16="http://schemas.microsoft.com/office/drawing/2014/main" id="{96A38355-EA1D-CE6D-82FC-43D7496D1361}"/>
              </a:ext>
            </a:extLst>
          </p:cNvPr>
          <p:cNvSpPr>
            <a:spLocks noGrp="1"/>
          </p:cNvSpPr>
          <p:nvPr>
            <p:ph type="body" sz="quarter" idx="22" hasCustomPrompt="1"/>
          </p:nvPr>
        </p:nvSpPr>
        <p:spPr>
          <a:xfrm>
            <a:off x="2976562" y="2622691"/>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18" name="Text Placeholder 5">
            <a:extLst>
              <a:ext uri="{FF2B5EF4-FFF2-40B4-BE49-F238E27FC236}">
                <a16:creationId xmlns:a16="http://schemas.microsoft.com/office/drawing/2014/main" id="{B2041297-C4CE-7566-1966-4141BF753ED9}"/>
              </a:ext>
            </a:extLst>
          </p:cNvPr>
          <p:cNvSpPr>
            <a:spLocks noGrp="1"/>
          </p:cNvSpPr>
          <p:nvPr>
            <p:ph type="body" sz="quarter" idx="23" hasCustomPrompt="1"/>
          </p:nvPr>
        </p:nvSpPr>
        <p:spPr>
          <a:xfrm>
            <a:off x="2976562" y="2891634"/>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Text Placeholder 5">
            <a:extLst>
              <a:ext uri="{FF2B5EF4-FFF2-40B4-BE49-F238E27FC236}">
                <a16:creationId xmlns:a16="http://schemas.microsoft.com/office/drawing/2014/main" id="{A0894EF7-D293-9EA1-CAF1-4E87DEE17905}"/>
              </a:ext>
            </a:extLst>
          </p:cNvPr>
          <p:cNvSpPr>
            <a:spLocks noGrp="1"/>
          </p:cNvSpPr>
          <p:nvPr>
            <p:ph type="body" sz="quarter" idx="24" hasCustomPrompt="1"/>
          </p:nvPr>
        </p:nvSpPr>
        <p:spPr>
          <a:xfrm>
            <a:off x="2976562" y="4209442"/>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6" name="Text Placeholder 5">
            <a:extLst>
              <a:ext uri="{FF2B5EF4-FFF2-40B4-BE49-F238E27FC236}">
                <a16:creationId xmlns:a16="http://schemas.microsoft.com/office/drawing/2014/main" id="{61D26315-0751-357C-6786-58C438E977D5}"/>
              </a:ext>
            </a:extLst>
          </p:cNvPr>
          <p:cNvSpPr>
            <a:spLocks noGrp="1"/>
          </p:cNvSpPr>
          <p:nvPr>
            <p:ph type="body" sz="quarter" idx="25" hasCustomPrompt="1"/>
          </p:nvPr>
        </p:nvSpPr>
        <p:spPr>
          <a:xfrm>
            <a:off x="2976562" y="4478385"/>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7" name="Text Placeholder 5">
            <a:extLst>
              <a:ext uri="{FF2B5EF4-FFF2-40B4-BE49-F238E27FC236}">
                <a16:creationId xmlns:a16="http://schemas.microsoft.com/office/drawing/2014/main" id="{AFE33296-31C6-0A25-75B4-6A3B9A495341}"/>
              </a:ext>
            </a:extLst>
          </p:cNvPr>
          <p:cNvSpPr>
            <a:spLocks noGrp="1"/>
          </p:cNvSpPr>
          <p:nvPr>
            <p:ph type="body" sz="quarter" idx="26" hasCustomPrompt="1"/>
          </p:nvPr>
        </p:nvSpPr>
        <p:spPr>
          <a:xfrm>
            <a:off x="2976562" y="4747328"/>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1" name="Text Placeholder 5">
            <a:extLst>
              <a:ext uri="{FF2B5EF4-FFF2-40B4-BE49-F238E27FC236}">
                <a16:creationId xmlns:a16="http://schemas.microsoft.com/office/drawing/2014/main" id="{6F958C5D-107F-0AB4-6717-3C716E4DA1D9}"/>
              </a:ext>
            </a:extLst>
          </p:cNvPr>
          <p:cNvSpPr>
            <a:spLocks noGrp="1"/>
          </p:cNvSpPr>
          <p:nvPr>
            <p:ph type="body" sz="quarter" idx="27" hasCustomPrompt="1"/>
          </p:nvPr>
        </p:nvSpPr>
        <p:spPr>
          <a:xfrm>
            <a:off x="2976562" y="6065136"/>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32" name="Text Placeholder 5">
            <a:extLst>
              <a:ext uri="{FF2B5EF4-FFF2-40B4-BE49-F238E27FC236}">
                <a16:creationId xmlns:a16="http://schemas.microsoft.com/office/drawing/2014/main" id="{37AD72D8-279F-29B1-403F-FE036615776F}"/>
              </a:ext>
            </a:extLst>
          </p:cNvPr>
          <p:cNvSpPr>
            <a:spLocks noGrp="1"/>
          </p:cNvSpPr>
          <p:nvPr>
            <p:ph type="body" sz="quarter" idx="28" hasCustomPrompt="1"/>
          </p:nvPr>
        </p:nvSpPr>
        <p:spPr>
          <a:xfrm>
            <a:off x="2976562" y="6334079"/>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3" name="Text Placeholder 5">
            <a:extLst>
              <a:ext uri="{FF2B5EF4-FFF2-40B4-BE49-F238E27FC236}">
                <a16:creationId xmlns:a16="http://schemas.microsoft.com/office/drawing/2014/main" id="{D5804CDD-CFF5-094B-6FEA-9F742D6A2FE1}"/>
              </a:ext>
            </a:extLst>
          </p:cNvPr>
          <p:cNvSpPr>
            <a:spLocks noGrp="1"/>
          </p:cNvSpPr>
          <p:nvPr>
            <p:ph type="body" sz="quarter" idx="29" hasCustomPrompt="1"/>
          </p:nvPr>
        </p:nvSpPr>
        <p:spPr>
          <a:xfrm>
            <a:off x="2976562" y="6603022"/>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4" name="Text Placeholder 5">
            <a:extLst>
              <a:ext uri="{FF2B5EF4-FFF2-40B4-BE49-F238E27FC236}">
                <a16:creationId xmlns:a16="http://schemas.microsoft.com/office/drawing/2014/main" id="{99C829CC-92BA-E016-70CF-500278993651}"/>
              </a:ext>
            </a:extLst>
          </p:cNvPr>
          <p:cNvSpPr>
            <a:spLocks noGrp="1"/>
          </p:cNvSpPr>
          <p:nvPr>
            <p:ph type="body" sz="quarter" idx="30" hasCustomPrompt="1"/>
          </p:nvPr>
        </p:nvSpPr>
        <p:spPr>
          <a:xfrm>
            <a:off x="2976562" y="7920830"/>
            <a:ext cx="4500003"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5" name="Text Placeholder 5">
            <a:extLst>
              <a:ext uri="{FF2B5EF4-FFF2-40B4-BE49-F238E27FC236}">
                <a16:creationId xmlns:a16="http://schemas.microsoft.com/office/drawing/2014/main" id="{E8C68F9B-9B87-D84F-7816-EE2BFF42F377}"/>
              </a:ext>
            </a:extLst>
          </p:cNvPr>
          <p:cNvSpPr>
            <a:spLocks noGrp="1"/>
          </p:cNvSpPr>
          <p:nvPr>
            <p:ph type="body" sz="quarter" idx="31" hasCustomPrompt="1"/>
          </p:nvPr>
        </p:nvSpPr>
        <p:spPr>
          <a:xfrm>
            <a:off x="2976562" y="8189773"/>
            <a:ext cx="4500003"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a:t>
            </a:r>
          </a:p>
        </p:txBody>
      </p:sp>
      <p:sp>
        <p:nvSpPr>
          <p:cNvPr id="36" name="Text Placeholder 5">
            <a:extLst>
              <a:ext uri="{FF2B5EF4-FFF2-40B4-BE49-F238E27FC236}">
                <a16:creationId xmlns:a16="http://schemas.microsoft.com/office/drawing/2014/main" id="{FBCAEDFC-D3D2-CDC4-7A0C-B47E299BB629}"/>
              </a:ext>
            </a:extLst>
          </p:cNvPr>
          <p:cNvSpPr>
            <a:spLocks noGrp="1"/>
          </p:cNvSpPr>
          <p:nvPr>
            <p:ph type="body" sz="quarter" idx="32" hasCustomPrompt="1"/>
          </p:nvPr>
        </p:nvSpPr>
        <p:spPr>
          <a:xfrm>
            <a:off x="2976562" y="8458716"/>
            <a:ext cx="4500003" cy="968840"/>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Tree>
    <p:extLst>
      <p:ext uri="{BB962C8B-B14F-4D97-AF65-F5344CB8AC3E}">
        <p14:creationId xmlns:p14="http://schemas.microsoft.com/office/powerpoint/2010/main" val="2618444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images or screenshot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430494" y="812133"/>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430494" y="1110957"/>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430494" y="1487473"/>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 name="Text Placeholder 5">
            <a:extLst>
              <a:ext uri="{FF2B5EF4-FFF2-40B4-BE49-F238E27FC236}">
                <a16:creationId xmlns:a16="http://schemas.microsoft.com/office/drawing/2014/main" id="{C33FEACC-5827-88F6-691E-CBF2E8D0B698}"/>
              </a:ext>
            </a:extLst>
          </p:cNvPr>
          <p:cNvSpPr>
            <a:spLocks noGrp="1"/>
          </p:cNvSpPr>
          <p:nvPr>
            <p:ph type="body" sz="quarter" idx="34" hasCustomPrompt="1"/>
          </p:nvPr>
        </p:nvSpPr>
        <p:spPr>
          <a:xfrm>
            <a:off x="3430494" y="2884884"/>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3" name="Text Placeholder 5">
            <a:extLst>
              <a:ext uri="{FF2B5EF4-FFF2-40B4-BE49-F238E27FC236}">
                <a16:creationId xmlns:a16="http://schemas.microsoft.com/office/drawing/2014/main" id="{1A754903-3062-3742-EB29-3903CBED8785}"/>
              </a:ext>
            </a:extLst>
          </p:cNvPr>
          <p:cNvSpPr>
            <a:spLocks noGrp="1"/>
          </p:cNvSpPr>
          <p:nvPr>
            <p:ph type="body" sz="quarter" idx="35" hasCustomPrompt="1"/>
          </p:nvPr>
        </p:nvSpPr>
        <p:spPr>
          <a:xfrm>
            <a:off x="3430494" y="3183708"/>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5" name="Text Placeholder 5">
            <a:extLst>
              <a:ext uri="{FF2B5EF4-FFF2-40B4-BE49-F238E27FC236}">
                <a16:creationId xmlns:a16="http://schemas.microsoft.com/office/drawing/2014/main" id="{6AF50D65-F39F-5240-54A3-DAE8E7000B98}"/>
              </a:ext>
            </a:extLst>
          </p:cNvPr>
          <p:cNvSpPr>
            <a:spLocks noGrp="1"/>
          </p:cNvSpPr>
          <p:nvPr>
            <p:ph type="body" sz="quarter" idx="36" hasCustomPrompt="1"/>
          </p:nvPr>
        </p:nvSpPr>
        <p:spPr>
          <a:xfrm>
            <a:off x="3430494" y="3560224"/>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9" name="Text Placeholder 5">
            <a:extLst>
              <a:ext uri="{FF2B5EF4-FFF2-40B4-BE49-F238E27FC236}">
                <a16:creationId xmlns:a16="http://schemas.microsoft.com/office/drawing/2014/main" id="{CEFBCB2C-9D51-CBB5-A12E-4BA13086F351}"/>
              </a:ext>
            </a:extLst>
          </p:cNvPr>
          <p:cNvSpPr>
            <a:spLocks noGrp="1"/>
          </p:cNvSpPr>
          <p:nvPr>
            <p:ph type="body" sz="quarter" idx="37" hasCustomPrompt="1"/>
          </p:nvPr>
        </p:nvSpPr>
        <p:spPr>
          <a:xfrm>
            <a:off x="3424518" y="4975520"/>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20" name="Text Placeholder 5">
            <a:extLst>
              <a:ext uri="{FF2B5EF4-FFF2-40B4-BE49-F238E27FC236}">
                <a16:creationId xmlns:a16="http://schemas.microsoft.com/office/drawing/2014/main" id="{7EB18778-1302-5DBC-8F64-74F6D3E44F5D}"/>
              </a:ext>
            </a:extLst>
          </p:cNvPr>
          <p:cNvSpPr>
            <a:spLocks noGrp="1"/>
          </p:cNvSpPr>
          <p:nvPr>
            <p:ph type="body" sz="quarter" idx="38" hasCustomPrompt="1"/>
          </p:nvPr>
        </p:nvSpPr>
        <p:spPr>
          <a:xfrm>
            <a:off x="3424518" y="5274344"/>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1" name="Text Placeholder 5">
            <a:extLst>
              <a:ext uri="{FF2B5EF4-FFF2-40B4-BE49-F238E27FC236}">
                <a16:creationId xmlns:a16="http://schemas.microsoft.com/office/drawing/2014/main" id="{CCD8A539-F68E-3A40-3960-241BC42C5655}"/>
              </a:ext>
            </a:extLst>
          </p:cNvPr>
          <p:cNvSpPr>
            <a:spLocks noGrp="1"/>
          </p:cNvSpPr>
          <p:nvPr>
            <p:ph type="body" sz="quarter" idx="39" hasCustomPrompt="1"/>
          </p:nvPr>
        </p:nvSpPr>
        <p:spPr>
          <a:xfrm>
            <a:off x="3424518" y="5650860"/>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2" name="Text Placeholder 5">
            <a:extLst>
              <a:ext uri="{FF2B5EF4-FFF2-40B4-BE49-F238E27FC236}">
                <a16:creationId xmlns:a16="http://schemas.microsoft.com/office/drawing/2014/main" id="{72F44A7B-2E82-5ACA-EF76-49CA09440E53}"/>
              </a:ext>
            </a:extLst>
          </p:cNvPr>
          <p:cNvSpPr>
            <a:spLocks noGrp="1"/>
          </p:cNvSpPr>
          <p:nvPr>
            <p:ph type="body" sz="quarter" idx="40" hasCustomPrompt="1"/>
          </p:nvPr>
        </p:nvSpPr>
        <p:spPr>
          <a:xfrm>
            <a:off x="3424518" y="7048271"/>
            <a:ext cx="4046071"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23" name="Text Placeholder 5">
            <a:extLst>
              <a:ext uri="{FF2B5EF4-FFF2-40B4-BE49-F238E27FC236}">
                <a16:creationId xmlns:a16="http://schemas.microsoft.com/office/drawing/2014/main" id="{48B123C0-B0D9-F1BA-68A8-08785BA16A89}"/>
              </a:ext>
            </a:extLst>
          </p:cNvPr>
          <p:cNvSpPr>
            <a:spLocks noGrp="1"/>
          </p:cNvSpPr>
          <p:nvPr>
            <p:ph type="body" sz="quarter" idx="41" hasCustomPrompt="1"/>
          </p:nvPr>
        </p:nvSpPr>
        <p:spPr>
          <a:xfrm>
            <a:off x="3424518" y="7347095"/>
            <a:ext cx="4046071"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24" name="Text Placeholder 5">
            <a:extLst>
              <a:ext uri="{FF2B5EF4-FFF2-40B4-BE49-F238E27FC236}">
                <a16:creationId xmlns:a16="http://schemas.microsoft.com/office/drawing/2014/main" id="{C7F51743-0F6F-3120-A056-91594ABB59E9}"/>
              </a:ext>
            </a:extLst>
          </p:cNvPr>
          <p:cNvSpPr>
            <a:spLocks noGrp="1"/>
          </p:cNvSpPr>
          <p:nvPr>
            <p:ph type="body" sz="quarter" idx="42" hasCustomPrompt="1"/>
          </p:nvPr>
        </p:nvSpPr>
        <p:spPr>
          <a:xfrm>
            <a:off x="3424518" y="7723611"/>
            <a:ext cx="4046071"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812234"/>
            <a:ext cx="2593787" cy="1754305"/>
          </a:xfrm>
          <a:prstGeom prst="rect">
            <a:avLst/>
          </a:prstGeom>
        </p:spPr>
        <p:txBody>
          <a:bodyPr/>
          <a:lstStyle/>
          <a:p>
            <a:endParaRPr lang="en-US"/>
          </a:p>
        </p:txBody>
      </p:sp>
      <p:sp>
        <p:nvSpPr>
          <p:cNvPr id="38" name="Picture Placeholder 29">
            <a:extLst>
              <a:ext uri="{FF2B5EF4-FFF2-40B4-BE49-F238E27FC236}">
                <a16:creationId xmlns:a16="http://schemas.microsoft.com/office/drawing/2014/main" id="{BBAFDD6C-D0D7-B0EA-0A8D-BD4C15218E73}"/>
              </a:ext>
            </a:extLst>
          </p:cNvPr>
          <p:cNvSpPr>
            <a:spLocks noGrp="1"/>
          </p:cNvSpPr>
          <p:nvPr>
            <p:ph type="pic" sz="quarter" idx="44"/>
          </p:nvPr>
        </p:nvSpPr>
        <p:spPr>
          <a:xfrm>
            <a:off x="352612" y="2884986"/>
            <a:ext cx="2593787" cy="1754305"/>
          </a:xfrm>
          <a:prstGeom prst="rect">
            <a:avLst/>
          </a:prstGeom>
        </p:spPr>
        <p:txBody>
          <a:bodyPr/>
          <a:lstStyle/>
          <a:p>
            <a:endParaRPr lang="en-US"/>
          </a:p>
        </p:txBody>
      </p:sp>
      <p:sp>
        <p:nvSpPr>
          <p:cNvPr id="39" name="Picture Placeholder 29">
            <a:extLst>
              <a:ext uri="{FF2B5EF4-FFF2-40B4-BE49-F238E27FC236}">
                <a16:creationId xmlns:a16="http://schemas.microsoft.com/office/drawing/2014/main" id="{FB5BEC41-1806-C166-F20E-6166CB823BEA}"/>
              </a:ext>
            </a:extLst>
          </p:cNvPr>
          <p:cNvSpPr>
            <a:spLocks noGrp="1"/>
          </p:cNvSpPr>
          <p:nvPr>
            <p:ph type="pic" sz="quarter" idx="45"/>
          </p:nvPr>
        </p:nvSpPr>
        <p:spPr>
          <a:xfrm>
            <a:off x="352612" y="4957738"/>
            <a:ext cx="2593787" cy="1754305"/>
          </a:xfrm>
          <a:prstGeom prst="rect">
            <a:avLst/>
          </a:prstGeom>
        </p:spPr>
        <p:txBody>
          <a:bodyPr/>
          <a:lstStyle/>
          <a:p>
            <a:endParaRPr lang="en-US"/>
          </a:p>
        </p:txBody>
      </p:sp>
      <p:sp>
        <p:nvSpPr>
          <p:cNvPr id="40" name="Picture Placeholder 29">
            <a:extLst>
              <a:ext uri="{FF2B5EF4-FFF2-40B4-BE49-F238E27FC236}">
                <a16:creationId xmlns:a16="http://schemas.microsoft.com/office/drawing/2014/main" id="{D99A82B8-58E2-9EE4-B27A-4796EC33ED9C}"/>
              </a:ext>
            </a:extLst>
          </p:cNvPr>
          <p:cNvSpPr>
            <a:spLocks noGrp="1"/>
          </p:cNvSpPr>
          <p:nvPr>
            <p:ph type="pic" sz="quarter" idx="46"/>
          </p:nvPr>
        </p:nvSpPr>
        <p:spPr>
          <a:xfrm>
            <a:off x="352612" y="7030490"/>
            <a:ext cx="2593787" cy="1754305"/>
          </a:xfrm>
          <a:prstGeom prst="rect">
            <a:avLst/>
          </a:prstGeom>
        </p:spPr>
        <p:txBody>
          <a:bodyPr/>
          <a:lstStyle/>
          <a:p>
            <a:endParaRPr lang="en-US"/>
          </a:p>
        </p:txBody>
      </p:sp>
    </p:spTree>
    <p:extLst>
      <p:ext uri="{BB962C8B-B14F-4D97-AF65-F5344CB8AC3E}">
        <p14:creationId xmlns:p14="http://schemas.microsoft.com/office/powerpoint/2010/main" val="4030677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bilities - 4 capabilities with screenshots, 50/50 column width">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95491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7" name="Text Placeholder 5">
            <a:extLst>
              <a:ext uri="{FF2B5EF4-FFF2-40B4-BE49-F238E27FC236}">
                <a16:creationId xmlns:a16="http://schemas.microsoft.com/office/drawing/2014/main" id="{BE95293A-8EA2-1A15-EC3B-D75DF2D10D88}"/>
              </a:ext>
            </a:extLst>
          </p:cNvPr>
          <p:cNvSpPr>
            <a:spLocks noGrp="1"/>
          </p:cNvSpPr>
          <p:nvPr>
            <p:ph type="body" sz="quarter" idx="12" hasCustomPrompt="1"/>
          </p:nvPr>
        </p:nvSpPr>
        <p:spPr>
          <a:xfrm>
            <a:off x="352613" y="125373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3" y="395585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30" name="Picture Placeholder 29">
            <a:extLst>
              <a:ext uri="{FF2B5EF4-FFF2-40B4-BE49-F238E27FC236}">
                <a16:creationId xmlns:a16="http://schemas.microsoft.com/office/drawing/2014/main" id="{0099EFCC-C38C-F39F-5FDF-925BE1C72898}"/>
              </a:ext>
            </a:extLst>
          </p:cNvPr>
          <p:cNvSpPr>
            <a:spLocks noGrp="1"/>
          </p:cNvSpPr>
          <p:nvPr>
            <p:ph type="pic" sz="quarter" idx="43"/>
          </p:nvPr>
        </p:nvSpPr>
        <p:spPr>
          <a:xfrm>
            <a:off x="352612" y="1678816"/>
            <a:ext cx="3281082" cy="2104290"/>
          </a:xfrm>
          <a:prstGeom prst="rect">
            <a:avLst/>
          </a:prstGeom>
        </p:spPr>
        <p:txBody>
          <a:bodyPr/>
          <a:lstStyle/>
          <a:p>
            <a:endParaRPr lang="en-US"/>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95491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9" name="Text Placeholder 5">
            <a:extLst>
              <a:ext uri="{FF2B5EF4-FFF2-40B4-BE49-F238E27FC236}">
                <a16:creationId xmlns:a16="http://schemas.microsoft.com/office/drawing/2014/main" id="{B887B4DD-0353-32A1-BF41-07D514386166}"/>
              </a:ext>
            </a:extLst>
          </p:cNvPr>
          <p:cNvSpPr>
            <a:spLocks noGrp="1"/>
          </p:cNvSpPr>
          <p:nvPr>
            <p:ph type="body" sz="quarter" idx="45" hasCustomPrompt="1"/>
          </p:nvPr>
        </p:nvSpPr>
        <p:spPr>
          <a:xfrm>
            <a:off x="4138705" y="125373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5" y="395585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1" name="Picture Placeholder 29">
            <a:extLst>
              <a:ext uri="{FF2B5EF4-FFF2-40B4-BE49-F238E27FC236}">
                <a16:creationId xmlns:a16="http://schemas.microsoft.com/office/drawing/2014/main" id="{C253FFFE-A6C5-8513-3621-134C7936EB81}"/>
              </a:ext>
            </a:extLst>
          </p:cNvPr>
          <p:cNvSpPr>
            <a:spLocks noGrp="1"/>
          </p:cNvSpPr>
          <p:nvPr>
            <p:ph type="pic" sz="quarter" idx="47"/>
          </p:nvPr>
        </p:nvSpPr>
        <p:spPr>
          <a:xfrm>
            <a:off x="4138704" y="1678816"/>
            <a:ext cx="3281082" cy="2104290"/>
          </a:xfrm>
          <a:prstGeom prst="rect">
            <a:avLst/>
          </a:prstGeom>
        </p:spPr>
        <p:txBody>
          <a:bodyPr/>
          <a:lstStyle/>
          <a:p>
            <a:endParaRPr lang="en-US"/>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3" y="541815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3" name="Text Placeholder 5">
            <a:extLst>
              <a:ext uri="{FF2B5EF4-FFF2-40B4-BE49-F238E27FC236}">
                <a16:creationId xmlns:a16="http://schemas.microsoft.com/office/drawing/2014/main" id="{46CF989C-576D-5B00-5CE4-4C396D800EF7}"/>
              </a:ext>
            </a:extLst>
          </p:cNvPr>
          <p:cNvSpPr>
            <a:spLocks noGrp="1"/>
          </p:cNvSpPr>
          <p:nvPr>
            <p:ph type="body" sz="quarter" idx="49" hasCustomPrompt="1"/>
          </p:nvPr>
        </p:nvSpPr>
        <p:spPr>
          <a:xfrm>
            <a:off x="352613" y="571697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3" y="841909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5" name="Picture Placeholder 29">
            <a:extLst>
              <a:ext uri="{FF2B5EF4-FFF2-40B4-BE49-F238E27FC236}">
                <a16:creationId xmlns:a16="http://schemas.microsoft.com/office/drawing/2014/main" id="{5CDBE55A-8D59-5254-2994-3CA56CEA5CD9}"/>
              </a:ext>
            </a:extLst>
          </p:cNvPr>
          <p:cNvSpPr>
            <a:spLocks noGrp="1"/>
          </p:cNvSpPr>
          <p:nvPr>
            <p:ph type="pic" sz="quarter" idx="51"/>
          </p:nvPr>
        </p:nvSpPr>
        <p:spPr>
          <a:xfrm>
            <a:off x="352612" y="6142056"/>
            <a:ext cx="3281082" cy="2104290"/>
          </a:xfrm>
          <a:prstGeom prst="rect">
            <a:avLst/>
          </a:prstGeom>
        </p:spPr>
        <p:txBody>
          <a:bodyPr/>
          <a:lstStyle/>
          <a:p>
            <a:endParaRPr lang="en-US"/>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4" y="541815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7" name="Text Placeholder 5">
            <a:extLst>
              <a:ext uri="{FF2B5EF4-FFF2-40B4-BE49-F238E27FC236}">
                <a16:creationId xmlns:a16="http://schemas.microsoft.com/office/drawing/2014/main" id="{EC5398A6-E515-55AA-66DE-D60E2BB34C7B}"/>
              </a:ext>
            </a:extLst>
          </p:cNvPr>
          <p:cNvSpPr>
            <a:spLocks noGrp="1"/>
          </p:cNvSpPr>
          <p:nvPr>
            <p:ph type="body" sz="quarter" idx="53" hasCustomPrompt="1"/>
          </p:nvPr>
        </p:nvSpPr>
        <p:spPr>
          <a:xfrm>
            <a:off x="4138704" y="5716977"/>
            <a:ext cx="3281082" cy="233736"/>
          </a:xfrm>
          <a:prstGeom prst="rect">
            <a:avLst/>
          </a:prstGeom>
        </p:spPr>
        <p:txBody>
          <a:bodyPr/>
          <a:lstStyle>
            <a:lvl1pPr marL="0" indent="0">
              <a:lnSpc>
                <a:spcPct val="100000"/>
              </a:lnSpc>
              <a:spcBef>
                <a:spcPts val="600"/>
              </a:spcBef>
              <a:buNone/>
              <a:defRPr sz="1100" b="0" i="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Tagline </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4" y="8419091"/>
            <a:ext cx="3281082" cy="1079067"/>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5" name="Picture Placeholder 29">
            <a:extLst>
              <a:ext uri="{FF2B5EF4-FFF2-40B4-BE49-F238E27FC236}">
                <a16:creationId xmlns:a16="http://schemas.microsoft.com/office/drawing/2014/main" id="{949EA392-31A5-0FF9-F25E-EDFDAB824838}"/>
              </a:ext>
            </a:extLst>
          </p:cNvPr>
          <p:cNvSpPr>
            <a:spLocks noGrp="1"/>
          </p:cNvSpPr>
          <p:nvPr>
            <p:ph type="pic" sz="quarter" idx="55"/>
          </p:nvPr>
        </p:nvSpPr>
        <p:spPr>
          <a:xfrm>
            <a:off x="4138703" y="6142056"/>
            <a:ext cx="3281082" cy="2104290"/>
          </a:xfrm>
          <a:prstGeom prst="rect">
            <a:avLst/>
          </a:prstGeom>
        </p:spPr>
        <p:txBody>
          <a:bodyPr/>
          <a:lstStyle/>
          <a:p>
            <a:endParaRPr lang="en-US"/>
          </a:p>
        </p:txBody>
      </p:sp>
    </p:spTree>
    <p:extLst>
      <p:ext uri="{BB962C8B-B14F-4D97-AF65-F5344CB8AC3E}">
        <p14:creationId xmlns:p14="http://schemas.microsoft.com/office/powerpoint/2010/main" val="1793178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apabilities - 6 capabilities, 1 wide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D723210-D686-584C-F77C-707FFA173CC1}"/>
              </a:ext>
            </a:extLst>
          </p:cNvPr>
          <p:cNvSpPr>
            <a:spLocks noGrp="1"/>
          </p:cNvSpPr>
          <p:nvPr>
            <p:ph type="body" sz="quarter" idx="11" hasCustomPrompt="1"/>
          </p:nvPr>
        </p:nvSpPr>
        <p:spPr>
          <a:xfrm>
            <a:off x="352613" y="835386"/>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1</a:t>
            </a:r>
          </a:p>
        </p:txBody>
      </p:sp>
      <p:sp>
        <p:nvSpPr>
          <p:cNvPr id="8" name="Text Placeholder 5">
            <a:extLst>
              <a:ext uri="{FF2B5EF4-FFF2-40B4-BE49-F238E27FC236}">
                <a16:creationId xmlns:a16="http://schemas.microsoft.com/office/drawing/2014/main" id="{5ECA4C2A-5AFE-6A9E-D1F9-EB50252078C2}"/>
              </a:ext>
            </a:extLst>
          </p:cNvPr>
          <p:cNvSpPr>
            <a:spLocks noGrp="1"/>
          </p:cNvSpPr>
          <p:nvPr>
            <p:ph type="body" sz="quarter" idx="13" hasCustomPrompt="1"/>
          </p:nvPr>
        </p:nvSpPr>
        <p:spPr>
          <a:xfrm>
            <a:off x="352613" y="1236558"/>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37" name="Text Placeholder 24">
            <a:extLst>
              <a:ext uri="{FF2B5EF4-FFF2-40B4-BE49-F238E27FC236}">
                <a16:creationId xmlns:a16="http://schemas.microsoft.com/office/drawing/2014/main" id="{2C56CB10-4C41-663F-8076-EB31129B16FD}"/>
              </a:ext>
            </a:extLst>
          </p:cNvPr>
          <p:cNvSpPr>
            <a:spLocks noGrp="1"/>
          </p:cNvSpPr>
          <p:nvPr>
            <p:ph type="body" sz="quarter" idx="33" hasCustomPrompt="1"/>
          </p:nvPr>
        </p:nvSpPr>
        <p:spPr>
          <a:xfrm>
            <a:off x="1639028" y="9796982"/>
            <a:ext cx="4439751" cy="123111"/>
          </a:xfrm>
          <a:prstGeom prst="rect">
            <a:avLst/>
          </a:prstGeom>
        </p:spPr>
        <p:txBody>
          <a:bodyPr wrap="square" lIns="0" tIns="0" rIns="0" bIns="0">
            <a:spAutoFit/>
          </a:bodyPr>
          <a:lstStyle>
            <a:lvl1pPr marL="0" indent="0" algn="ctr">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Asset Name</a:t>
            </a:r>
          </a:p>
        </p:txBody>
      </p:sp>
      <p:sp>
        <p:nvSpPr>
          <p:cNvPr id="28" name="TextBox 27">
            <a:extLst>
              <a:ext uri="{FF2B5EF4-FFF2-40B4-BE49-F238E27FC236}">
                <a16:creationId xmlns:a16="http://schemas.microsoft.com/office/drawing/2014/main" id="{EED5685B-D03A-A227-FEF6-C06A6880CD65}"/>
              </a:ext>
            </a:extLst>
          </p:cNvPr>
          <p:cNvSpPr txBox="1"/>
          <p:nvPr userDrawn="1"/>
        </p:nvSpPr>
        <p:spPr>
          <a:xfrm>
            <a:off x="352612" y="372877"/>
            <a:ext cx="1264770" cy="215444"/>
          </a:xfrm>
          <a:prstGeom prst="rect">
            <a:avLst/>
          </a:prstGeom>
          <a:noFill/>
        </p:spPr>
        <p:txBody>
          <a:bodyPr wrap="none" lIns="0" tIns="0" rIns="0" bIns="0" rtlCol="0">
            <a:spAutoFit/>
          </a:bodyPr>
          <a:lstStyle/>
          <a:p>
            <a:r>
              <a:rPr lang="en-US" sz="1400" dirty="0">
                <a:latin typeface="IBM Plex Sans" panose="020B0503050203000203" pitchFamily="34" charset="0"/>
              </a:rPr>
              <a:t>Key capabilities</a:t>
            </a:r>
          </a:p>
        </p:txBody>
      </p:sp>
      <p:sp>
        <p:nvSpPr>
          <p:cNvPr id="4" name="Text Placeholder 5">
            <a:extLst>
              <a:ext uri="{FF2B5EF4-FFF2-40B4-BE49-F238E27FC236}">
                <a16:creationId xmlns:a16="http://schemas.microsoft.com/office/drawing/2014/main" id="{178F2ACB-2B0C-701F-374E-2D9B60AB7E1B}"/>
              </a:ext>
            </a:extLst>
          </p:cNvPr>
          <p:cNvSpPr>
            <a:spLocks noGrp="1"/>
          </p:cNvSpPr>
          <p:nvPr>
            <p:ph type="body" sz="quarter" idx="44" hasCustomPrompt="1"/>
          </p:nvPr>
        </p:nvSpPr>
        <p:spPr>
          <a:xfrm>
            <a:off x="4138705" y="835386"/>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2</a:t>
            </a:r>
          </a:p>
        </p:txBody>
      </p:sp>
      <p:sp>
        <p:nvSpPr>
          <p:cNvPr id="10" name="Text Placeholder 5">
            <a:extLst>
              <a:ext uri="{FF2B5EF4-FFF2-40B4-BE49-F238E27FC236}">
                <a16:creationId xmlns:a16="http://schemas.microsoft.com/office/drawing/2014/main" id="{38DC11FD-7492-EB75-C173-B1785AE15C4E}"/>
              </a:ext>
            </a:extLst>
          </p:cNvPr>
          <p:cNvSpPr>
            <a:spLocks noGrp="1"/>
          </p:cNvSpPr>
          <p:nvPr>
            <p:ph type="body" sz="quarter" idx="46" hasCustomPrompt="1"/>
          </p:nvPr>
        </p:nvSpPr>
        <p:spPr>
          <a:xfrm>
            <a:off x="4138705" y="1236558"/>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2" name="Text Placeholder 5">
            <a:extLst>
              <a:ext uri="{FF2B5EF4-FFF2-40B4-BE49-F238E27FC236}">
                <a16:creationId xmlns:a16="http://schemas.microsoft.com/office/drawing/2014/main" id="{C7FEA9F7-B352-95D1-B41D-29B541861EDA}"/>
              </a:ext>
            </a:extLst>
          </p:cNvPr>
          <p:cNvSpPr>
            <a:spLocks noGrp="1"/>
          </p:cNvSpPr>
          <p:nvPr>
            <p:ph type="body" sz="quarter" idx="48" hasCustomPrompt="1"/>
          </p:nvPr>
        </p:nvSpPr>
        <p:spPr>
          <a:xfrm>
            <a:off x="352613" y="2651048"/>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3</a:t>
            </a:r>
          </a:p>
        </p:txBody>
      </p:sp>
      <p:sp>
        <p:nvSpPr>
          <p:cNvPr id="14" name="Text Placeholder 5">
            <a:extLst>
              <a:ext uri="{FF2B5EF4-FFF2-40B4-BE49-F238E27FC236}">
                <a16:creationId xmlns:a16="http://schemas.microsoft.com/office/drawing/2014/main" id="{602838B6-B971-44BD-25A9-113AC16332FC}"/>
              </a:ext>
            </a:extLst>
          </p:cNvPr>
          <p:cNvSpPr>
            <a:spLocks noGrp="1"/>
          </p:cNvSpPr>
          <p:nvPr>
            <p:ph type="body" sz="quarter" idx="50" hasCustomPrompt="1"/>
          </p:nvPr>
        </p:nvSpPr>
        <p:spPr>
          <a:xfrm>
            <a:off x="352613" y="3046246"/>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16" name="Text Placeholder 5">
            <a:extLst>
              <a:ext uri="{FF2B5EF4-FFF2-40B4-BE49-F238E27FC236}">
                <a16:creationId xmlns:a16="http://schemas.microsoft.com/office/drawing/2014/main" id="{5955F9DF-FE91-1C9B-19FF-3018D1CE35E1}"/>
              </a:ext>
            </a:extLst>
          </p:cNvPr>
          <p:cNvSpPr>
            <a:spLocks noGrp="1"/>
          </p:cNvSpPr>
          <p:nvPr>
            <p:ph type="body" sz="quarter" idx="52" hasCustomPrompt="1"/>
          </p:nvPr>
        </p:nvSpPr>
        <p:spPr>
          <a:xfrm>
            <a:off x="4138704" y="2651048"/>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4</a:t>
            </a:r>
          </a:p>
        </p:txBody>
      </p:sp>
      <p:sp>
        <p:nvSpPr>
          <p:cNvPr id="18" name="Text Placeholder 5">
            <a:extLst>
              <a:ext uri="{FF2B5EF4-FFF2-40B4-BE49-F238E27FC236}">
                <a16:creationId xmlns:a16="http://schemas.microsoft.com/office/drawing/2014/main" id="{D0680920-399C-A5A0-C58B-33C931CD5174}"/>
              </a:ext>
            </a:extLst>
          </p:cNvPr>
          <p:cNvSpPr>
            <a:spLocks noGrp="1"/>
          </p:cNvSpPr>
          <p:nvPr>
            <p:ph type="body" sz="quarter" idx="54" hasCustomPrompt="1"/>
          </p:nvPr>
        </p:nvSpPr>
        <p:spPr>
          <a:xfrm>
            <a:off x="4138704" y="3046246"/>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 name="Text Placeholder 5">
            <a:extLst>
              <a:ext uri="{FF2B5EF4-FFF2-40B4-BE49-F238E27FC236}">
                <a16:creationId xmlns:a16="http://schemas.microsoft.com/office/drawing/2014/main" id="{5842A094-65A8-9794-ADA5-98012DE225F0}"/>
              </a:ext>
            </a:extLst>
          </p:cNvPr>
          <p:cNvSpPr>
            <a:spLocks noGrp="1"/>
          </p:cNvSpPr>
          <p:nvPr>
            <p:ph type="body" sz="quarter" idx="55" hasCustomPrompt="1"/>
          </p:nvPr>
        </p:nvSpPr>
        <p:spPr>
          <a:xfrm>
            <a:off x="352613" y="450674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5</a:t>
            </a:r>
          </a:p>
        </p:txBody>
      </p:sp>
      <p:sp>
        <p:nvSpPr>
          <p:cNvPr id="3" name="Text Placeholder 5">
            <a:extLst>
              <a:ext uri="{FF2B5EF4-FFF2-40B4-BE49-F238E27FC236}">
                <a16:creationId xmlns:a16="http://schemas.microsoft.com/office/drawing/2014/main" id="{3B8249AC-9B91-94D2-0D48-ECF8AFD04B43}"/>
              </a:ext>
            </a:extLst>
          </p:cNvPr>
          <p:cNvSpPr>
            <a:spLocks noGrp="1"/>
          </p:cNvSpPr>
          <p:nvPr>
            <p:ph type="body" sz="quarter" idx="56" hasCustomPrompt="1"/>
          </p:nvPr>
        </p:nvSpPr>
        <p:spPr>
          <a:xfrm>
            <a:off x="352613" y="4901941"/>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5" name="Text Placeholder 5">
            <a:extLst>
              <a:ext uri="{FF2B5EF4-FFF2-40B4-BE49-F238E27FC236}">
                <a16:creationId xmlns:a16="http://schemas.microsoft.com/office/drawing/2014/main" id="{FE6BD057-F443-A573-937E-8FD2EC3C1149}"/>
              </a:ext>
            </a:extLst>
          </p:cNvPr>
          <p:cNvSpPr>
            <a:spLocks noGrp="1"/>
          </p:cNvSpPr>
          <p:nvPr>
            <p:ph type="body" sz="quarter" idx="57" hasCustomPrompt="1"/>
          </p:nvPr>
        </p:nvSpPr>
        <p:spPr>
          <a:xfrm>
            <a:off x="4138704" y="4506743"/>
            <a:ext cx="3281082" cy="233736"/>
          </a:xfrm>
          <a:prstGeom prst="rect">
            <a:avLst/>
          </a:prstGeom>
        </p:spPr>
        <p:txBody>
          <a:bodyPr/>
          <a:lstStyle>
            <a:lvl1pPr marL="0" indent="0">
              <a:lnSpc>
                <a:spcPct val="100000"/>
              </a:lnSpc>
              <a:spcBef>
                <a:spcPts val="600"/>
              </a:spcBef>
              <a:buNone/>
              <a:defRPr sz="1100" b="1">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6</a:t>
            </a:r>
          </a:p>
        </p:txBody>
      </p:sp>
      <p:sp>
        <p:nvSpPr>
          <p:cNvPr id="19" name="Text Placeholder 5">
            <a:extLst>
              <a:ext uri="{FF2B5EF4-FFF2-40B4-BE49-F238E27FC236}">
                <a16:creationId xmlns:a16="http://schemas.microsoft.com/office/drawing/2014/main" id="{E32AD5FC-0918-1590-81B5-3F79F89E9AC4}"/>
              </a:ext>
            </a:extLst>
          </p:cNvPr>
          <p:cNvSpPr>
            <a:spLocks noGrp="1"/>
          </p:cNvSpPr>
          <p:nvPr>
            <p:ph type="body" sz="quarter" idx="58" hasCustomPrompt="1"/>
          </p:nvPr>
        </p:nvSpPr>
        <p:spPr>
          <a:xfrm>
            <a:off x="4138704" y="4901941"/>
            <a:ext cx="3281082" cy="1229928"/>
          </a:xfrm>
          <a:prstGeom prst="rect">
            <a:avLst/>
          </a:prstGeom>
        </p:spPr>
        <p:txBody>
          <a:bodyPr/>
          <a:lstStyle>
            <a:lvl1pPr marL="0" indent="0">
              <a:lnSpc>
                <a:spcPct val="100000"/>
              </a:lnSpc>
              <a:spcBef>
                <a:spcPts val="600"/>
              </a:spcBef>
              <a:buNone/>
              <a:defRPr sz="900" b="0" i="0">
                <a:latin typeface="IBM Plex Sans" panose="020B0503050203000203" pitchFamily="34" charset="0"/>
              </a:defRPr>
            </a:lvl1pPr>
            <a:lvl2pPr>
              <a:buNone/>
              <a:defRPr sz="900">
                <a:latin typeface="IBM Plex Sans" panose="020B0503050203000203" pitchFamily="34" charset="0"/>
              </a:defRPr>
            </a:lvl2pPr>
            <a:lvl3pPr>
              <a:buNone/>
              <a:defRPr sz="900">
                <a:latin typeface="IBM Plex Sans" panose="020B0503050203000203" pitchFamily="34" charset="0"/>
              </a:defRPr>
            </a:lvl3pPr>
            <a:lvl4pPr>
              <a:buNone/>
              <a:defRPr sz="900">
                <a:latin typeface="IBM Plex Sans" panose="020B0503050203000203" pitchFamily="34" charset="0"/>
              </a:defRPr>
            </a:lvl4pPr>
            <a:lvl5pPr>
              <a:buNone/>
              <a:defRPr sz="900">
                <a:latin typeface="IBM Plex Sans" panose="020B0503050203000203" pitchFamily="34" charset="0"/>
              </a:defRPr>
            </a:lvl5pPr>
          </a:lstStyle>
          <a:p>
            <a:pPr lvl="0"/>
            <a:r>
              <a:rPr lang="en-US" dirty="0"/>
              <a:t>Capability description</a:t>
            </a:r>
          </a:p>
        </p:txBody>
      </p:sp>
      <p:sp>
        <p:nvSpPr>
          <p:cNvPr id="21" name="Picture Placeholder 20">
            <a:extLst>
              <a:ext uri="{FF2B5EF4-FFF2-40B4-BE49-F238E27FC236}">
                <a16:creationId xmlns:a16="http://schemas.microsoft.com/office/drawing/2014/main" id="{8A1312B2-1AA9-54C6-30A6-E018EFDE094F}"/>
              </a:ext>
            </a:extLst>
          </p:cNvPr>
          <p:cNvSpPr>
            <a:spLocks noGrp="1"/>
          </p:cNvSpPr>
          <p:nvPr>
            <p:ph type="pic" sz="quarter" idx="59"/>
          </p:nvPr>
        </p:nvSpPr>
        <p:spPr>
          <a:xfrm>
            <a:off x="352425" y="6394077"/>
            <a:ext cx="7013575" cy="3057525"/>
          </a:xfrm>
          <a:prstGeom prst="rect">
            <a:avLst/>
          </a:prstGeom>
        </p:spPr>
        <p:txBody>
          <a:bodyPr/>
          <a:lstStyle/>
          <a:p>
            <a:endParaRPr lang="en-US"/>
          </a:p>
        </p:txBody>
      </p:sp>
    </p:spTree>
    <p:extLst>
      <p:ext uri="{BB962C8B-B14F-4D97-AF65-F5344CB8AC3E}">
        <p14:creationId xmlns:p14="http://schemas.microsoft.com/office/powerpoint/2010/main" val="570559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ck Page">
    <p:spTree>
      <p:nvGrpSpPr>
        <p:cNvPr id="1" name=""/>
        <p:cNvGrpSpPr/>
        <p:nvPr/>
      </p:nvGrpSpPr>
      <p:grpSpPr>
        <a:xfrm>
          <a:off x="0" y="0"/>
          <a:ext cx="0" cy="0"/>
          <a:chOff x="0" y="0"/>
          <a:chExt cx="0" cy="0"/>
        </a:xfrm>
      </p:grpSpPr>
      <p:sp>
        <p:nvSpPr>
          <p:cNvPr id="4" name="Graphic 4">
            <a:extLst>
              <a:ext uri="{FF2B5EF4-FFF2-40B4-BE49-F238E27FC236}">
                <a16:creationId xmlns:a16="http://schemas.microsoft.com/office/drawing/2014/main" id="{A2FA504E-7097-48D3-8C9D-F47AB320B18A}"/>
              </a:ext>
            </a:extLst>
          </p:cNvPr>
          <p:cNvSpPr>
            <a:spLocks/>
          </p:cNvSpPr>
          <p:nvPr userDrawn="1"/>
        </p:nvSpPr>
        <p:spPr>
          <a:xfrm>
            <a:off x="382682" y="9275020"/>
            <a:ext cx="742950" cy="276225"/>
          </a:xfrm>
          <a:custGeom>
            <a:avLst/>
            <a:gdLst/>
            <a:ahLst/>
            <a:cxnLst/>
            <a:rect l="l" t="t" r="r" b="b"/>
            <a:pathLst>
              <a:path w="742950" h="276225">
                <a:moveTo>
                  <a:pt x="134708" y="256209"/>
                </a:moveTo>
                <a:lnTo>
                  <a:pt x="0" y="256209"/>
                </a:lnTo>
                <a:lnTo>
                  <a:pt x="0" y="275386"/>
                </a:lnTo>
                <a:lnTo>
                  <a:pt x="134708" y="275386"/>
                </a:lnTo>
                <a:lnTo>
                  <a:pt x="134708" y="256209"/>
                </a:lnTo>
                <a:close/>
              </a:path>
              <a:path w="742950" h="276225">
                <a:moveTo>
                  <a:pt x="134708" y="219595"/>
                </a:moveTo>
                <a:lnTo>
                  <a:pt x="0" y="219595"/>
                </a:lnTo>
                <a:lnTo>
                  <a:pt x="0" y="238772"/>
                </a:lnTo>
                <a:lnTo>
                  <a:pt x="134708" y="238772"/>
                </a:lnTo>
                <a:lnTo>
                  <a:pt x="134708" y="219595"/>
                </a:lnTo>
                <a:close/>
              </a:path>
              <a:path w="742950" h="276225">
                <a:moveTo>
                  <a:pt x="96227" y="182994"/>
                </a:moveTo>
                <a:lnTo>
                  <a:pt x="38493" y="182994"/>
                </a:lnTo>
                <a:lnTo>
                  <a:pt x="38493" y="202171"/>
                </a:lnTo>
                <a:lnTo>
                  <a:pt x="96227" y="202171"/>
                </a:lnTo>
                <a:lnTo>
                  <a:pt x="96227" y="182994"/>
                </a:lnTo>
                <a:close/>
              </a:path>
              <a:path w="742950" h="276225">
                <a:moveTo>
                  <a:pt x="96227" y="146392"/>
                </a:moveTo>
                <a:lnTo>
                  <a:pt x="38493" y="146392"/>
                </a:lnTo>
                <a:lnTo>
                  <a:pt x="38493" y="165569"/>
                </a:lnTo>
                <a:lnTo>
                  <a:pt x="96227" y="165569"/>
                </a:lnTo>
                <a:lnTo>
                  <a:pt x="96227" y="146392"/>
                </a:lnTo>
                <a:close/>
              </a:path>
              <a:path w="742950" h="276225">
                <a:moveTo>
                  <a:pt x="96227" y="109791"/>
                </a:moveTo>
                <a:lnTo>
                  <a:pt x="38493" y="109791"/>
                </a:lnTo>
                <a:lnTo>
                  <a:pt x="38493" y="128968"/>
                </a:lnTo>
                <a:lnTo>
                  <a:pt x="96227" y="128968"/>
                </a:lnTo>
                <a:lnTo>
                  <a:pt x="96227" y="109791"/>
                </a:lnTo>
                <a:close/>
              </a:path>
              <a:path w="742950" h="276225">
                <a:moveTo>
                  <a:pt x="96227" y="73202"/>
                </a:moveTo>
                <a:lnTo>
                  <a:pt x="38493" y="73202"/>
                </a:lnTo>
                <a:lnTo>
                  <a:pt x="38493" y="92379"/>
                </a:lnTo>
                <a:lnTo>
                  <a:pt x="96227" y="92379"/>
                </a:lnTo>
                <a:lnTo>
                  <a:pt x="96227" y="73202"/>
                </a:lnTo>
                <a:close/>
              </a:path>
              <a:path w="742950" h="276225">
                <a:moveTo>
                  <a:pt x="134708" y="36601"/>
                </a:moveTo>
                <a:lnTo>
                  <a:pt x="0" y="36601"/>
                </a:lnTo>
                <a:lnTo>
                  <a:pt x="0" y="55778"/>
                </a:lnTo>
                <a:lnTo>
                  <a:pt x="134708" y="55778"/>
                </a:lnTo>
                <a:lnTo>
                  <a:pt x="134708" y="36601"/>
                </a:lnTo>
                <a:close/>
              </a:path>
              <a:path w="742950" h="276225">
                <a:moveTo>
                  <a:pt x="134708" y="0"/>
                </a:moveTo>
                <a:lnTo>
                  <a:pt x="0" y="0"/>
                </a:lnTo>
                <a:lnTo>
                  <a:pt x="0" y="19177"/>
                </a:lnTo>
                <a:lnTo>
                  <a:pt x="134708" y="19177"/>
                </a:lnTo>
                <a:lnTo>
                  <a:pt x="134708" y="0"/>
                </a:lnTo>
                <a:close/>
              </a:path>
              <a:path w="742950" h="276225">
                <a:moveTo>
                  <a:pt x="367042" y="219608"/>
                </a:moveTo>
                <a:lnTo>
                  <a:pt x="153962" y="219608"/>
                </a:lnTo>
                <a:lnTo>
                  <a:pt x="153962" y="238772"/>
                </a:lnTo>
                <a:lnTo>
                  <a:pt x="359295" y="238772"/>
                </a:lnTo>
                <a:lnTo>
                  <a:pt x="362737" y="232854"/>
                </a:lnTo>
                <a:lnTo>
                  <a:pt x="365366" y="226428"/>
                </a:lnTo>
                <a:lnTo>
                  <a:pt x="367042" y="219608"/>
                </a:lnTo>
                <a:close/>
              </a:path>
              <a:path w="742950" h="276225">
                <a:moveTo>
                  <a:pt x="343217" y="146405"/>
                </a:moveTo>
                <a:lnTo>
                  <a:pt x="192443" y="146405"/>
                </a:lnTo>
                <a:lnTo>
                  <a:pt x="192443" y="165569"/>
                </a:lnTo>
                <a:lnTo>
                  <a:pt x="359270" y="165569"/>
                </a:lnTo>
                <a:lnTo>
                  <a:pt x="355053" y="158305"/>
                </a:lnTo>
                <a:lnTo>
                  <a:pt x="349618" y="151815"/>
                </a:lnTo>
                <a:lnTo>
                  <a:pt x="343217" y="146405"/>
                </a:lnTo>
                <a:close/>
              </a:path>
              <a:path w="742950" h="276225">
                <a:moveTo>
                  <a:pt x="359270" y="109804"/>
                </a:moveTo>
                <a:lnTo>
                  <a:pt x="192443" y="109804"/>
                </a:lnTo>
                <a:lnTo>
                  <a:pt x="192443" y="128968"/>
                </a:lnTo>
                <a:lnTo>
                  <a:pt x="343217" y="128968"/>
                </a:lnTo>
                <a:lnTo>
                  <a:pt x="349618" y="123558"/>
                </a:lnTo>
                <a:lnTo>
                  <a:pt x="355053" y="117081"/>
                </a:lnTo>
                <a:lnTo>
                  <a:pt x="359270" y="109804"/>
                </a:lnTo>
                <a:close/>
              </a:path>
              <a:path w="742950" h="276225">
                <a:moveTo>
                  <a:pt x="359295" y="36601"/>
                </a:moveTo>
                <a:lnTo>
                  <a:pt x="153962" y="36601"/>
                </a:lnTo>
                <a:lnTo>
                  <a:pt x="153962" y="55778"/>
                </a:lnTo>
                <a:lnTo>
                  <a:pt x="367042" y="55778"/>
                </a:lnTo>
                <a:lnTo>
                  <a:pt x="365366" y="48958"/>
                </a:lnTo>
                <a:lnTo>
                  <a:pt x="362737" y="42519"/>
                </a:lnTo>
                <a:lnTo>
                  <a:pt x="359295" y="36601"/>
                </a:lnTo>
                <a:close/>
              </a:path>
              <a:path w="742950" h="276225">
                <a:moveTo>
                  <a:pt x="295668" y="0"/>
                </a:moveTo>
                <a:lnTo>
                  <a:pt x="153962" y="0"/>
                </a:lnTo>
                <a:lnTo>
                  <a:pt x="153962" y="19177"/>
                </a:lnTo>
                <a:lnTo>
                  <a:pt x="345236" y="19177"/>
                </a:lnTo>
                <a:lnTo>
                  <a:pt x="334666" y="11154"/>
                </a:lnTo>
                <a:lnTo>
                  <a:pt x="322719" y="5121"/>
                </a:lnTo>
                <a:lnTo>
                  <a:pt x="309639" y="1321"/>
                </a:lnTo>
                <a:lnTo>
                  <a:pt x="295668" y="0"/>
                </a:lnTo>
                <a:close/>
              </a:path>
              <a:path w="742950" h="276225">
                <a:moveTo>
                  <a:pt x="250177" y="73202"/>
                </a:moveTo>
                <a:lnTo>
                  <a:pt x="192443" y="73202"/>
                </a:lnTo>
                <a:lnTo>
                  <a:pt x="192443" y="92379"/>
                </a:lnTo>
                <a:lnTo>
                  <a:pt x="250177" y="92379"/>
                </a:lnTo>
                <a:lnTo>
                  <a:pt x="250177" y="73202"/>
                </a:lnTo>
                <a:close/>
              </a:path>
              <a:path w="742950" h="276225">
                <a:moveTo>
                  <a:pt x="369150" y="73202"/>
                </a:moveTo>
                <a:lnTo>
                  <a:pt x="304419" y="73202"/>
                </a:lnTo>
                <a:lnTo>
                  <a:pt x="304419" y="92379"/>
                </a:lnTo>
                <a:lnTo>
                  <a:pt x="366572" y="92379"/>
                </a:lnTo>
                <a:lnTo>
                  <a:pt x="368236" y="86258"/>
                </a:lnTo>
                <a:lnTo>
                  <a:pt x="369150" y="79844"/>
                </a:lnTo>
                <a:lnTo>
                  <a:pt x="369150" y="73202"/>
                </a:lnTo>
                <a:close/>
              </a:path>
              <a:path w="742950" h="276225">
                <a:moveTo>
                  <a:pt x="250177" y="182994"/>
                </a:moveTo>
                <a:lnTo>
                  <a:pt x="192443" y="182994"/>
                </a:lnTo>
                <a:lnTo>
                  <a:pt x="192443" y="202171"/>
                </a:lnTo>
                <a:lnTo>
                  <a:pt x="250177" y="202171"/>
                </a:lnTo>
                <a:lnTo>
                  <a:pt x="250177" y="182994"/>
                </a:lnTo>
                <a:close/>
              </a:path>
              <a:path w="742950" h="276225">
                <a:moveTo>
                  <a:pt x="366572" y="183007"/>
                </a:moveTo>
                <a:lnTo>
                  <a:pt x="304419" y="183007"/>
                </a:lnTo>
                <a:lnTo>
                  <a:pt x="304419" y="202171"/>
                </a:lnTo>
                <a:lnTo>
                  <a:pt x="369150" y="202171"/>
                </a:lnTo>
                <a:lnTo>
                  <a:pt x="369150" y="195541"/>
                </a:lnTo>
                <a:lnTo>
                  <a:pt x="368236" y="189115"/>
                </a:lnTo>
                <a:lnTo>
                  <a:pt x="366572" y="183007"/>
                </a:lnTo>
                <a:close/>
              </a:path>
              <a:path w="742950" h="276225">
                <a:moveTo>
                  <a:pt x="345236" y="256209"/>
                </a:moveTo>
                <a:lnTo>
                  <a:pt x="153962" y="256209"/>
                </a:lnTo>
                <a:lnTo>
                  <a:pt x="153962" y="275374"/>
                </a:lnTo>
                <a:lnTo>
                  <a:pt x="295668" y="275374"/>
                </a:lnTo>
                <a:lnTo>
                  <a:pt x="309698" y="274053"/>
                </a:lnTo>
                <a:lnTo>
                  <a:pt x="322772" y="270254"/>
                </a:lnTo>
                <a:lnTo>
                  <a:pt x="334686" y="264224"/>
                </a:lnTo>
                <a:lnTo>
                  <a:pt x="345236" y="256209"/>
                </a:lnTo>
                <a:close/>
              </a:path>
              <a:path w="742950" h="276225">
                <a:moveTo>
                  <a:pt x="545541" y="256209"/>
                </a:moveTo>
                <a:lnTo>
                  <a:pt x="532168" y="256209"/>
                </a:lnTo>
                <a:lnTo>
                  <a:pt x="538822" y="275374"/>
                </a:lnTo>
                <a:lnTo>
                  <a:pt x="545541" y="256209"/>
                </a:lnTo>
                <a:close/>
              </a:path>
              <a:path w="742950" h="276225">
                <a:moveTo>
                  <a:pt x="558444" y="219608"/>
                </a:moveTo>
                <a:lnTo>
                  <a:pt x="519264" y="219608"/>
                </a:lnTo>
                <a:lnTo>
                  <a:pt x="526021" y="238772"/>
                </a:lnTo>
                <a:lnTo>
                  <a:pt x="551688" y="238772"/>
                </a:lnTo>
                <a:lnTo>
                  <a:pt x="558444" y="219608"/>
                </a:lnTo>
                <a:close/>
              </a:path>
              <a:path w="742950" h="276225">
                <a:moveTo>
                  <a:pt x="571347" y="183007"/>
                </a:moveTo>
                <a:lnTo>
                  <a:pt x="506374" y="183007"/>
                </a:lnTo>
                <a:lnTo>
                  <a:pt x="513130" y="202171"/>
                </a:lnTo>
                <a:lnTo>
                  <a:pt x="564591" y="202171"/>
                </a:lnTo>
                <a:lnTo>
                  <a:pt x="571347" y="183007"/>
                </a:lnTo>
                <a:close/>
              </a:path>
              <a:path w="742950" h="276225">
                <a:moveTo>
                  <a:pt x="584238" y="146405"/>
                </a:moveTo>
                <a:lnTo>
                  <a:pt x="493471" y="146405"/>
                </a:lnTo>
                <a:lnTo>
                  <a:pt x="500227" y="165569"/>
                </a:lnTo>
                <a:lnTo>
                  <a:pt x="577481" y="165569"/>
                </a:lnTo>
                <a:lnTo>
                  <a:pt x="584238" y="146405"/>
                </a:lnTo>
                <a:close/>
              </a:path>
              <a:path w="742950" h="276225">
                <a:moveTo>
                  <a:pt x="520674" y="73202"/>
                </a:moveTo>
                <a:lnTo>
                  <a:pt x="423392" y="73202"/>
                </a:lnTo>
                <a:lnTo>
                  <a:pt x="423392" y="92379"/>
                </a:lnTo>
                <a:lnTo>
                  <a:pt x="527367" y="92379"/>
                </a:lnTo>
                <a:lnTo>
                  <a:pt x="520674" y="73202"/>
                </a:lnTo>
                <a:close/>
              </a:path>
              <a:path w="742950" h="276225">
                <a:moveTo>
                  <a:pt x="692823" y="36601"/>
                </a:moveTo>
                <a:lnTo>
                  <a:pt x="569823" y="36601"/>
                </a:lnTo>
                <a:lnTo>
                  <a:pt x="563130" y="55778"/>
                </a:lnTo>
                <a:lnTo>
                  <a:pt x="692823" y="55778"/>
                </a:lnTo>
                <a:lnTo>
                  <a:pt x="692823" y="36601"/>
                </a:lnTo>
                <a:close/>
              </a:path>
              <a:path w="742950" h="276225">
                <a:moveTo>
                  <a:pt x="692823" y="0"/>
                </a:moveTo>
                <a:lnTo>
                  <a:pt x="582599" y="0"/>
                </a:lnTo>
                <a:lnTo>
                  <a:pt x="575906" y="19177"/>
                </a:lnTo>
                <a:lnTo>
                  <a:pt x="692823" y="19177"/>
                </a:lnTo>
                <a:lnTo>
                  <a:pt x="692823" y="0"/>
                </a:lnTo>
                <a:close/>
              </a:path>
              <a:path w="742950" h="276225">
                <a:moveTo>
                  <a:pt x="481126" y="256197"/>
                </a:moveTo>
                <a:lnTo>
                  <a:pt x="384898" y="256197"/>
                </a:lnTo>
                <a:lnTo>
                  <a:pt x="384898" y="275374"/>
                </a:lnTo>
                <a:lnTo>
                  <a:pt x="481126" y="275374"/>
                </a:lnTo>
                <a:lnTo>
                  <a:pt x="481126" y="256197"/>
                </a:lnTo>
                <a:close/>
              </a:path>
              <a:path w="742950" h="276225">
                <a:moveTo>
                  <a:pt x="481126" y="219595"/>
                </a:moveTo>
                <a:lnTo>
                  <a:pt x="384898" y="219595"/>
                </a:lnTo>
                <a:lnTo>
                  <a:pt x="384898" y="238772"/>
                </a:lnTo>
                <a:lnTo>
                  <a:pt x="481126" y="238772"/>
                </a:lnTo>
                <a:lnTo>
                  <a:pt x="481126" y="219595"/>
                </a:lnTo>
                <a:close/>
              </a:path>
              <a:path w="742950" h="276225">
                <a:moveTo>
                  <a:pt x="481126" y="182994"/>
                </a:moveTo>
                <a:lnTo>
                  <a:pt x="423392" y="182994"/>
                </a:lnTo>
                <a:lnTo>
                  <a:pt x="423392" y="202171"/>
                </a:lnTo>
                <a:lnTo>
                  <a:pt x="481126" y="202171"/>
                </a:lnTo>
                <a:lnTo>
                  <a:pt x="481126" y="182994"/>
                </a:lnTo>
                <a:close/>
              </a:path>
              <a:path w="742950" h="276225">
                <a:moveTo>
                  <a:pt x="481126" y="146392"/>
                </a:moveTo>
                <a:lnTo>
                  <a:pt x="423392" y="146392"/>
                </a:lnTo>
                <a:lnTo>
                  <a:pt x="423392" y="165569"/>
                </a:lnTo>
                <a:lnTo>
                  <a:pt x="481126" y="165569"/>
                </a:lnTo>
                <a:lnTo>
                  <a:pt x="481126" y="146392"/>
                </a:lnTo>
                <a:close/>
              </a:path>
              <a:path w="742950" h="276225">
                <a:moveTo>
                  <a:pt x="654329" y="73202"/>
                </a:moveTo>
                <a:lnTo>
                  <a:pt x="557047" y="73202"/>
                </a:lnTo>
                <a:lnTo>
                  <a:pt x="550354" y="92379"/>
                </a:lnTo>
                <a:lnTo>
                  <a:pt x="654329" y="92379"/>
                </a:lnTo>
                <a:lnTo>
                  <a:pt x="654329" y="73202"/>
                </a:lnTo>
                <a:close/>
              </a:path>
              <a:path w="742950" h="276225">
                <a:moveTo>
                  <a:pt x="533450" y="109804"/>
                </a:moveTo>
                <a:lnTo>
                  <a:pt x="423392" y="109804"/>
                </a:lnTo>
                <a:lnTo>
                  <a:pt x="423392" y="128968"/>
                </a:lnTo>
                <a:lnTo>
                  <a:pt x="481126" y="128968"/>
                </a:lnTo>
                <a:lnTo>
                  <a:pt x="481126" y="111353"/>
                </a:lnTo>
                <a:lnTo>
                  <a:pt x="533991" y="111353"/>
                </a:lnTo>
                <a:lnTo>
                  <a:pt x="533450" y="109804"/>
                </a:lnTo>
                <a:close/>
              </a:path>
              <a:path w="742950" h="276225">
                <a:moveTo>
                  <a:pt x="533991" y="111353"/>
                </a:moveTo>
                <a:lnTo>
                  <a:pt x="481126" y="111353"/>
                </a:lnTo>
                <a:lnTo>
                  <a:pt x="487337" y="128968"/>
                </a:lnTo>
                <a:lnTo>
                  <a:pt x="590384" y="128968"/>
                </a:lnTo>
                <a:lnTo>
                  <a:pt x="591678" y="125298"/>
                </a:lnTo>
                <a:lnTo>
                  <a:pt x="538861" y="125298"/>
                </a:lnTo>
                <a:lnTo>
                  <a:pt x="533991" y="111353"/>
                </a:lnTo>
                <a:close/>
              </a:path>
              <a:path w="742950" h="276225">
                <a:moveTo>
                  <a:pt x="654329" y="111353"/>
                </a:moveTo>
                <a:lnTo>
                  <a:pt x="596595" y="111353"/>
                </a:lnTo>
                <a:lnTo>
                  <a:pt x="596595" y="128968"/>
                </a:lnTo>
                <a:lnTo>
                  <a:pt x="654329" y="128968"/>
                </a:lnTo>
                <a:lnTo>
                  <a:pt x="654329" y="111353"/>
                </a:lnTo>
                <a:close/>
              </a:path>
              <a:path w="742950" h="276225">
                <a:moveTo>
                  <a:pt x="654329" y="109804"/>
                </a:moveTo>
                <a:lnTo>
                  <a:pt x="544271" y="109804"/>
                </a:lnTo>
                <a:lnTo>
                  <a:pt x="538861" y="125298"/>
                </a:lnTo>
                <a:lnTo>
                  <a:pt x="591678" y="125298"/>
                </a:lnTo>
                <a:lnTo>
                  <a:pt x="596595" y="111353"/>
                </a:lnTo>
                <a:lnTo>
                  <a:pt x="654329" y="111353"/>
                </a:lnTo>
                <a:lnTo>
                  <a:pt x="654329" y="109804"/>
                </a:lnTo>
                <a:close/>
              </a:path>
              <a:path w="742950" h="276225">
                <a:moveTo>
                  <a:pt x="654329" y="146405"/>
                </a:moveTo>
                <a:lnTo>
                  <a:pt x="596595" y="146405"/>
                </a:lnTo>
                <a:lnTo>
                  <a:pt x="596595" y="165582"/>
                </a:lnTo>
                <a:lnTo>
                  <a:pt x="654329" y="165582"/>
                </a:lnTo>
                <a:lnTo>
                  <a:pt x="654329" y="146405"/>
                </a:lnTo>
                <a:close/>
              </a:path>
              <a:path w="742950" h="276225">
                <a:moveTo>
                  <a:pt x="654329" y="182994"/>
                </a:moveTo>
                <a:lnTo>
                  <a:pt x="596595" y="182994"/>
                </a:lnTo>
                <a:lnTo>
                  <a:pt x="596595" y="202171"/>
                </a:lnTo>
                <a:lnTo>
                  <a:pt x="654329" y="202171"/>
                </a:lnTo>
                <a:lnTo>
                  <a:pt x="654329" y="182994"/>
                </a:lnTo>
                <a:close/>
              </a:path>
              <a:path w="742950" h="276225">
                <a:moveTo>
                  <a:pt x="692823" y="219595"/>
                </a:moveTo>
                <a:lnTo>
                  <a:pt x="596595" y="219595"/>
                </a:lnTo>
                <a:lnTo>
                  <a:pt x="596595" y="238772"/>
                </a:lnTo>
                <a:lnTo>
                  <a:pt x="692823" y="238772"/>
                </a:lnTo>
                <a:lnTo>
                  <a:pt x="692823" y="219595"/>
                </a:lnTo>
                <a:close/>
              </a:path>
              <a:path w="742950" h="276225">
                <a:moveTo>
                  <a:pt x="692823" y="256197"/>
                </a:moveTo>
                <a:lnTo>
                  <a:pt x="596595" y="256197"/>
                </a:lnTo>
                <a:lnTo>
                  <a:pt x="596595" y="275374"/>
                </a:lnTo>
                <a:lnTo>
                  <a:pt x="692823" y="275374"/>
                </a:lnTo>
                <a:lnTo>
                  <a:pt x="692823" y="256197"/>
                </a:lnTo>
                <a:close/>
              </a:path>
              <a:path w="742950" h="276225">
                <a:moveTo>
                  <a:pt x="507898" y="36601"/>
                </a:moveTo>
                <a:lnTo>
                  <a:pt x="384898" y="36601"/>
                </a:lnTo>
                <a:lnTo>
                  <a:pt x="384898" y="55778"/>
                </a:lnTo>
                <a:lnTo>
                  <a:pt x="514591" y="55778"/>
                </a:lnTo>
                <a:lnTo>
                  <a:pt x="507898" y="36601"/>
                </a:lnTo>
                <a:close/>
              </a:path>
              <a:path w="742950" h="276225">
                <a:moveTo>
                  <a:pt x="495122" y="0"/>
                </a:moveTo>
                <a:lnTo>
                  <a:pt x="384898" y="0"/>
                </a:lnTo>
                <a:lnTo>
                  <a:pt x="384898" y="19177"/>
                </a:lnTo>
                <a:lnTo>
                  <a:pt x="501815" y="19177"/>
                </a:lnTo>
                <a:lnTo>
                  <a:pt x="495122" y="0"/>
                </a:lnTo>
                <a:close/>
              </a:path>
              <a:path w="742950" h="276225">
                <a:moveTo>
                  <a:pt x="736409" y="245999"/>
                </a:moveTo>
                <a:lnTo>
                  <a:pt x="720090" y="245999"/>
                </a:lnTo>
                <a:lnTo>
                  <a:pt x="713549" y="252514"/>
                </a:lnTo>
                <a:lnTo>
                  <a:pt x="713549" y="269646"/>
                </a:lnTo>
                <a:lnTo>
                  <a:pt x="720090" y="276161"/>
                </a:lnTo>
                <a:lnTo>
                  <a:pt x="736409" y="276161"/>
                </a:lnTo>
                <a:lnTo>
                  <a:pt x="739571" y="273011"/>
                </a:lnTo>
                <a:lnTo>
                  <a:pt x="721855" y="273011"/>
                </a:lnTo>
                <a:lnTo>
                  <a:pt x="717003" y="268185"/>
                </a:lnTo>
                <a:lnTo>
                  <a:pt x="717003" y="253974"/>
                </a:lnTo>
                <a:lnTo>
                  <a:pt x="721855" y="249148"/>
                </a:lnTo>
                <a:lnTo>
                  <a:pt x="739571" y="249148"/>
                </a:lnTo>
                <a:lnTo>
                  <a:pt x="736409" y="245999"/>
                </a:lnTo>
                <a:close/>
              </a:path>
              <a:path w="742950" h="276225">
                <a:moveTo>
                  <a:pt x="739571" y="249148"/>
                </a:moveTo>
                <a:lnTo>
                  <a:pt x="734644" y="249148"/>
                </a:lnTo>
                <a:lnTo>
                  <a:pt x="739495" y="253974"/>
                </a:lnTo>
                <a:lnTo>
                  <a:pt x="739495" y="268185"/>
                </a:lnTo>
                <a:lnTo>
                  <a:pt x="734644" y="273011"/>
                </a:lnTo>
                <a:lnTo>
                  <a:pt x="739571" y="273011"/>
                </a:lnTo>
                <a:lnTo>
                  <a:pt x="742950" y="269646"/>
                </a:lnTo>
                <a:lnTo>
                  <a:pt x="742950" y="252514"/>
                </a:lnTo>
                <a:lnTo>
                  <a:pt x="739571" y="249148"/>
                </a:lnTo>
                <a:close/>
              </a:path>
              <a:path w="742950" h="276225">
                <a:moveTo>
                  <a:pt x="732739" y="253542"/>
                </a:moveTo>
                <a:lnTo>
                  <a:pt x="722299" y="253542"/>
                </a:lnTo>
                <a:lnTo>
                  <a:pt x="722299" y="268833"/>
                </a:lnTo>
                <a:lnTo>
                  <a:pt x="726046" y="268833"/>
                </a:lnTo>
                <a:lnTo>
                  <a:pt x="726046" y="263563"/>
                </a:lnTo>
                <a:lnTo>
                  <a:pt x="732055" y="263563"/>
                </a:lnTo>
                <a:lnTo>
                  <a:pt x="731710" y="262978"/>
                </a:lnTo>
                <a:lnTo>
                  <a:pt x="733399" y="262318"/>
                </a:lnTo>
                <a:lnTo>
                  <a:pt x="734491" y="260781"/>
                </a:lnTo>
                <a:lnTo>
                  <a:pt x="726046" y="260781"/>
                </a:lnTo>
                <a:lnTo>
                  <a:pt x="726046" y="256463"/>
                </a:lnTo>
                <a:lnTo>
                  <a:pt x="734491" y="256463"/>
                </a:lnTo>
                <a:lnTo>
                  <a:pt x="734491" y="255587"/>
                </a:lnTo>
                <a:lnTo>
                  <a:pt x="732739" y="253542"/>
                </a:lnTo>
                <a:close/>
              </a:path>
              <a:path w="742950" h="276225">
                <a:moveTo>
                  <a:pt x="732055" y="263563"/>
                </a:moveTo>
                <a:lnTo>
                  <a:pt x="728179" y="263563"/>
                </a:lnTo>
                <a:lnTo>
                  <a:pt x="731037" y="268833"/>
                </a:lnTo>
                <a:lnTo>
                  <a:pt x="735164" y="268833"/>
                </a:lnTo>
                <a:lnTo>
                  <a:pt x="732055" y="263563"/>
                </a:lnTo>
                <a:close/>
              </a:path>
              <a:path w="742950" h="276225">
                <a:moveTo>
                  <a:pt x="734491" y="256463"/>
                </a:moveTo>
                <a:lnTo>
                  <a:pt x="730008" y="256463"/>
                </a:lnTo>
                <a:lnTo>
                  <a:pt x="730681" y="256984"/>
                </a:lnTo>
                <a:lnTo>
                  <a:pt x="730681" y="260273"/>
                </a:lnTo>
                <a:lnTo>
                  <a:pt x="730008" y="260781"/>
                </a:lnTo>
                <a:lnTo>
                  <a:pt x="734491" y="260781"/>
                </a:lnTo>
                <a:lnTo>
                  <a:pt x="734491" y="256463"/>
                </a:lnTo>
                <a:close/>
              </a:path>
            </a:pathLst>
          </a:custGeom>
          <a:solidFill>
            <a:srgbClr val="000000"/>
          </a:solidFill>
        </p:spPr>
        <p:txBody>
          <a:bodyPr wrap="square" lIns="0" tIns="0" rIns="0" bIns="0" rtlCol="0">
            <a:prstTxWarp prst="textNoShape">
              <a:avLst/>
            </a:prstTxWarp>
            <a:noAutofit/>
          </a:bodyPr>
          <a:lstStyle/>
          <a:p>
            <a:endParaRPr lang="en-US"/>
          </a:p>
        </p:txBody>
      </p:sp>
      <p:sp>
        <p:nvSpPr>
          <p:cNvPr id="15" name="Online Image Placeholder 14">
            <a:extLst>
              <a:ext uri="{FF2B5EF4-FFF2-40B4-BE49-F238E27FC236}">
                <a16:creationId xmlns:a16="http://schemas.microsoft.com/office/drawing/2014/main" id="{BCC9471E-A58F-7242-F8F3-9E9190037A84}"/>
              </a:ext>
            </a:extLst>
          </p:cNvPr>
          <p:cNvSpPr>
            <a:spLocks noGrp="1"/>
          </p:cNvSpPr>
          <p:nvPr>
            <p:ph type="clipArt" sz="quarter" idx="22"/>
          </p:nvPr>
        </p:nvSpPr>
        <p:spPr>
          <a:xfrm>
            <a:off x="382681" y="375677"/>
            <a:ext cx="2330291" cy="2140585"/>
          </a:xfrm>
          <a:prstGeom prst="rect">
            <a:avLst/>
          </a:prstGeom>
        </p:spPr>
        <p:txBody>
          <a:bodyPr/>
          <a:lstStyle/>
          <a:p>
            <a:endParaRPr lang="en-US"/>
          </a:p>
        </p:txBody>
      </p:sp>
      <p:sp>
        <p:nvSpPr>
          <p:cNvPr id="19" name="TextBox 18">
            <a:extLst>
              <a:ext uri="{FF2B5EF4-FFF2-40B4-BE49-F238E27FC236}">
                <a16:creationId xmlns:a16="http://schemas.microsoft.com/office/drawing/2014/main" id="{BDF2720D-4B02-B4E4-3BF0-57B693EE6A8F}"/>
              </a:ext>
            </a:extLst>
          </p:cNvPr>
          <p:cNvSpPr txBox="1"/>
          <p:nvPr userDrawn="1"/>
        </p:nvSpPr>
        <p:spPr>
          <a:xfrm>
            <a:off x="3045486" y="3574717"/>
            <a:ext cx="415178" cy="107722"/>
          </a:xfrm>
          <a:prstGeom prst="rect">
            <a:avLst/>
          </a:prstGeom>
          <a:noFill/>
        </p:spPr>
        <p:txBody>
          <a:bodyPr wrap="none" lIns="0" tIns="0" rIns="0" bIns="0" rtlCol="0">
            <a:spAutoFit/>
          </a:bodyPr>
          <a:lstStyle/>
          <a:p>
            <a:pPr>
              <a:lnSpc>
                <a:spcPct val="100000"/>
              </a:lnSpc>
            </a:pPr>
            <a:r>
              <a:rPr lang="en-US" sz="700" b="1" dirty="0">
                <a:latin typeface="IBM Plex Sans" panose="020B0503050203000203" pitchFamily="34" charset="0"/>
              </a:rPr>
              <a:t>End notes</a:t>
            </a:r>
          </a:p>
        </p:txBody>
      </p:sp>
      <p:sp>
        <p:nvSpPr>
          <p:cNvPr id="21" name="Text Placeholder 20">
            <a:extLst>
              <a:ext uri="{FF2B5EF4-FFF2-40B4-BE49-F238E27FC236}">
                <a16:creationId xmlns:a16="http://schemas.microsoft.com/office/drawing/2014/main" id="{4563132C-8C69-3EF8-F27F-D0593DF7FE7C}"/>
              </a:ext>
            </a:extLst>
          </p:cNvPr>
          <p:cNvSpPr>
            <a:spLocks noGrp="1"/>
          </p:cNvSpPr>
          <p:nvPr>
            <p:ph type="body" sz="quarter" idx="26" hasCustomPrompt="1"/>
          </p:nvPr>
        </p:nvSpPr>
        <p:spPr>
          <a:xfrm>
            <a:off x="3045486" y="605123"/>
            <a:ext cx="4439753" cy="1474048"/>
          </a:xfrm>
          <a:prstGeom prst="rect">
            <a:avLst/>
          </a:prstGeom>
        </p:spPr>
        <p:txBody>
          <a:bodyPr lIns="0" tIns="0" rIns="0" bIns="0"/>
          <a:lstStyle>
            <a:lvl1pPr marL="0" indent="0">
              <a:lnSpc>
                <a:spcPct val="100000"/>
              </a:lnSpc>
              <a:buNone/>
              <a:defRPr sz="900">
                <a:latin typeface="IBM Plex Sans" panose="020B0503050203000203" pitchFamily="34" charset="0"/>
              </a:defRPr>
            </a:lvl1pPr>
          </a:lstStyle>
          <a:p>
            <a:pPr lvl="0"/>
            <a:r>
              <a:rPr lang="en-US" dirty="0"/>
              <a:t>Why IBM paragraph - Tie IBM Consulting credibility to the specific asset and offering. Use it to tie the asset into the associated offering and our overall IBM Consulting value. Borrow verbiage from the closest-fit IBM Consulting capability page (it will be one of the pages beneath this one: http://www.ibm.com/consulting).</a:t>
            </a:r>
          </a:p>
        </p:txBody>
      </p:sp>
      <p:sp>
        <p:nvSpPr>
          <p:cNvPr id="22" name="Text Placeholder 20">
            <a:extLst>
              <a:ext uri="{FF2B5EF4-FFF2-40B4-BE49-F238E27FC236}">
                <a16:creationId xmlns:a16="http://schemas.microsoft.com/office/drawing/2014/main" id="{796E6BAA-64D8-09F3-1546-032A56787FE7}"/>
              </a:ext>
            </a:extLst>
          </p:cNvPr>
          <p:cNvSpPr>
            <a:spLocks noGrp="1"/>
          </p:cNvSpPr>
          <p:nvPr>
            <p:ph type="body" sz="quarter" idx="27" hasCustomPrompt="1"/>
          </p:nvPr>
        </p:nvSpPr>
        <p:spPr>
          <a:xfrm>
            <a:off x="3045483" y="2280775"/>
            <a:ext cx="4439753" cy="295755"/>
          </a:xfrm>
          <a:prstGeom prst="rect">
            <a:avLst/>
          </a:prstGeom>
        </p:spPr>
        <p:txBody>
          <a:bodyPr lIns="0" tIns="0" rIns="0" bIns="0"/>
          <a:lstStyle>
            <a:lvl1pPr marL="0" indent="0">
              <a:lnSpc>
                <a:spcPct val="100000"/>
              </a:lnSpc>
              <a:buNone/>
              <a:defRPr sz="900">
                <a:latin typeface="IBM Plex Sans" panose="020B0503050203000203" pitchFamily="34" charset="0"/>
              </a:defRPr>
            </a:lvl1pPr>
          </a:lstStyle>
          <a:p>
            <a:pPr lvl="0"/>
            <a:r>
              <a:rPr lang="en-US" dirty="0"/>
              <a:t>Call to action – typically in the for of “Learn more about IBM Consulting offering or service line] </a:t>
            </a:r>
          </a:p>
        </p:txBody>
      </p:sp>
      <p:sp>
        <p:nvSpPr>
          <p:cNvPr id="25" name="Text Placeholder 24">
            <a:extLst>
              <a:ext uri="{FF2B5EF4-FFF2-40B4-BE49-F238E27FC236}">
                <a16:creationId xmlns:a16="http://schemas.microsoft.com/office/drawing/2014/main" id="{F8AD09F0-D906-F53F-AE7C-4D2B8F8CB6A0}"/>
              </a:ext>
            </a:extLst>
          </p:cNvPr>
          <p:cNvSpPr>
            <a:spLocks noGrp="1"/>
          </p:cNvSpPr>
          <p:nvPr>
            <p:ph type="body" sz="quarter" idx="29" hasCustomPrompt="1"/>
          </p:nvPr>
        </p:nvSpPr>
        <p:spPr>
          <a:xfrm>
            <a:off x="3045485" y="3779791"/>
            <a:ext cx="4439751" cy="123111"/>
          </a:xfrm>
          <a:prstGeom prst="rect">
            <a:avLst/>
          </a:prstGeom>
        </p:spPr>
        <p:txBody>
          <a:bodyPr wrap="square" lIns="0" tIns="0" rIns="0" bIns="0">
            <a:spAutoFit/>
          </a:bodyPr>
          <a:lstStyle>
            <a:lvl1pPr marL="0" indent="0">
              <a:lnSpc>
                <a:spcPct val="100000"/>
              </a:lnSpc>
              <a:buNone/>
              <a:defRPr sz="800">
                <a:latin typeface="IBM Plex Sans" panose="020B0503050203000203" pitchFamily="34" charset="0"/>
              </a:defRPr>
            </a:lvl1pPr>
            <a:lvl2pPr>
              <a:buNone/>
              <a:defRPr sz="800">
                <a:latin typeface="IBM Plex Sans" panose="020B0503050203000203" pitchFamily="34" charset="0"/>
              </a:defRPr>
            </a:lvl2pPr>
            <a:lvl3pPr>
              <a:buNone/>
              <a:defRPr sz="800">
                <a:latin typeface="IBM Plex Sans" panose="020B0503050203000203" pitchFamily="34" charset="0"/>
              </a:defRPr>
            </a:lvl3pPr>
            <a:lvl4pPr>
              <a:buNone/>
              <a:defRPr sz="800">
                <a:latin typeface="IBM Plex Sans" panose="020B0503050203000203" pitchFamily="34" charset="0"/>
              </a:defRPr>
            </a:lvl4pPr>
            <a:lvl5pPr>
              <a:buNone/>
              <a:defRPr sz="800">
                <a:latin typeface="IBM Plex Sans" panose="020B0503050203000203" pitchFamily="34" charset="0"/>
              </a:defRPr>
            </a:lvl5pPr>
          </a:lstStyle>
          <a:p>
            <a:pPr lvl="0"/>
            <a:r>
              <a:rPr lang="en-US" dirty="0"/>
              <a:t>Citations</a:t>
            </a:r>
          </a:p>
        </p:txBody>
      </p:sp>
      <p:sp>
        <p:nvSpPr>
          <p:cNvPr id="26" name="TextBox 25">
            <a:extLst>
              <a:ext uri="{FF2B5EF4-FFF2-40B4-BE49-F238E27FC236}">
                <a16:creationId xmlns:a16="http://schemas.microsoft.com/office/drawing/2014/main" id="{96670D46-E44C-45DF-48BE-C15EE2DDD7F6}"/>
              </a:ext>
            </a:extLst>
          </p:cNvPr>
          <p:cNvSpPr txBox="1"/>
          <p:nvPr userDrawn="1"/>
        </p:nvSpPr>
        <p:spPr>
          <a:xfrm>
            <a:off x="3045486" y="6970791"/>
            <a:ext cx="4439750" cy="2492990"/>
          </a:xfrm>
          <a:prstGeom prst="rect">
            <a:avLst/>
          </a:prstGeom>
          <a:noFill/>
        </p:spPr>
        <p:txBody>
          <a:bodyPr wrap="square" lIns="0" tIns="0" rIns="0" bIns="0" rtlCol="0">
            <a:spAutoFit/>
          </a:bodyPr>
          <a:lstStyle/>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the IBM logo, IBM Consulting, IBM Garage, and IBM </a:t>
            </a:r>
            <a:r>
              <a:rPr lang="en-US" sz="800" dirty="0" err="1">
                <a:effectLst/>
                <a:latin typeface="IBM Plex Sans" panose="020B0503050203000203" pitchFamily="34" charset="0"/>
                <a:ea typeface="IBM Plex Sans" panose="020B0503050203000203" pitchFamily="34" charset="0"/>
                <a:cs typeface="IBM Plex Sans" panose="020B0503050203000203" pitchFamily="34" charset="0"/>
              </a:rPr>
              <a:t>watsonx</a:t>
            </a: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 are trademarks or registered trademarks of International Business Machines Corporation, in the United States and/or other countries. Other product and service names might be trademarks of IBM or other companies. A current list of IBM trademarks is available on ibm.com/trademark.</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This document is current as of the initial date of publication and may be changed by IBM at any time. Not all offerings are available in every country in which IBM operates.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All client outcomes cited or described are presented as illustrations of the manner in which some clients have used IBM products and the results they may have achieved. Actual environmental costs and performance characteristics will vary depending on individual client configurations and conditions.</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Generally expected results cannot be provided as each client’s results will depend entirely on the client’s systems and services ordered.</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THE INFORMATION IN THIS DOCUMENT IS PROVIDED “AS IS” WITHOUT ANY WARRANTY, EXPRESS OR IMPLIED, INCLUDING WITHOUT ANY WARRANTIES OF MERCHANTABILITY, FITNESS FOR A PARTICULAR PURPOSE AND ANY WARRANTY OR CONDITION OF NON-INFRINGEMENT.</a:t>
            </a:r>
          </a:p>
          <a:p>
            <a:pPr>
              <a:lnSpc>
                <a:spcPct val="100000"/>
              </a:lnSpc>
            </a:pPr>
            <a:r>
              <a:rPr lang="en-US" sz="800" dirty="0">
                <a:effectLst/>
                <a:latin typeface="IBM Plex Sans" panose="020B0503050203000203" pitchFamily="34" charset="0"/>
                <a:ea typeface="IBM Plex Sans" panose="020B0503050203000203" pitchFamily="34" charset="0"/>
                <a:cs typeface="IBM Plex Sans" panose="020B0503050203000203" pitchFamily="34" charset="0"/>
              </a:rPr>
              <a:t>IBM products are warranted according to the terms and conditions of the agreements under which they are provided.</a:t>
            </a:r>
          </a:p>
          <a:p>
            <a:pPr>
              <a:lnSpc>
                <a:spcPct val="100000"/>
              </a:lnSpc>
            </a:pPr>
            <a:endParaRPr lang="en-US" dirty="0"/>
          </a:p>
        </p:txBody>
      </p:sp>
      <p:sp>
        <p:nvSpPr>
          <p:cNvPr id="28" name="Text Placeholder 27">
            <a:extLst>
              <a:ext uri="{FF2B5EF4-FFF2-40B4-BE49-F238E27FC236}">
                <a16:creationId xmlns:a16="http://schemas.microsoft.com/office/drawing/2014/main" id="{5EF5C008-4BA0-663A-2861-040D462FB094}"/>
              </a:ext>
            </a:extLst>
          </p:cNvPr>
          <p:cNvSpPr>
            <a:spLocks noGrp="1"/>
          </p:cNvSpPr>
          <p:nvPr>
            <p:ph type="body" sz="quarter" idx="30" hasCustomPrompt="1"/>
          </p:nvPr>
        </p:nvSpPr>
        <p:spPr>
          <a:xfrm>
            <a:off x="382681" y="7034681"/>
            <a:ext cx="2023811" cy="100057"/>
          </a:xfrm>
          <a:prstGeom prst="rect">
            <a:avLst/>
          </a:prstGeom>
        </p:spPr>
        <p:txBody>
          <a:bodyPr lIns="0" tIns="0" rIns="0" bIns="0"/>
          <a:lstStyle>
            <a:lvl1pPr marL="0" marR="0" indent="0" algn="l" defTabSz="457200" rtl="0" eaLnBrk="1" fontAlgn="auto" latinLnBrk="0" hangingPunct="1">
              <a:lnSpc>
                <a:spcPct val="100000"/>
              </a:lnSpc>
              <a:spcBef>
                <a:spcPts val="0"/>
              </a:spcBef>
              <a:spcAft>
                <a:spcPts val="0"/>
              </a:spcAft>
              <a:buClrTx/>
              <a:buSzTx/>
              <a:buFontTx/>
              <a:buNone/>
              <a:tabLst/>
              <a:defRPr sz="700">
                <a:latin typeface="IBM Plex Sans" panose="020B0503050203000203" pitchFamily="34" charset="0"/>
              </a:defRPr>
            </a:lvl1pPr>
            <a:lvl2pPr>
              <a:buNone/>
              <a:defRPr sz="700">
                <a:latin typeface="IBM Plex Sans" panose="020B0503050203000203" pitchFamily="34" charset="0"/>
              </a:defRPr>
            </a:lvl2pPr>
            <a:lvl3pPr>
              <a:buNone/>
              <a:defRPr sz="700">
                <a:latin typeface="IBM Plex Sans" panose="020B0503050203000203" pitchFamily="34" charset="0"/>
              </a:defRPr>
            </a:lvl3pPr>
            <a:lvl4pPr>
              <a:buNone/>
              <a:defRPr sz="700">
                <a:latin typeface="IBM Plex Sans" panose="020B0503050203000203" pitchFamily="34" charset="0"/>
              </a:defRPr>
            </a:lvl4pPr>
            <a:lvl5pPr>
              <a:buNone/>
              <a:defRPr sz="700">
                <a:latin typeface="IBM Plex Sans" panose="020B0503050203000203" pitchFamily="34" charset="0"/>
              </a:defRPr>
            </a:lvl5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Copyright</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&lt;year&gt;</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p:txBody>
      </p:sp>
      <p:sp>
        <p:nvSpPr>
          <p:cNvPr id="30" name="Text Placeholder 29">
            <a:extLst>
              <a:ext uri="{FF2B5EF4-FFF2-40B4-BE49-F238E27FC236}">
                <a16:creationId xmlns:a16="http://schemas.microsoft.com/office/drawing/2014/main" id="{E48F7F53-4A16-51D0-B792-9F0883ADE61D}"/>
              </a:ext>
            </a:extLst>
          </p:cNvPr>
          <p:cNvSpPr>
            <a:spLocks noGrp="1"/>
          </p:cNvSpPr>
          <p:nvPr>
            <p:ph type="body" sz="quarter" idx="31" hasCustomPrompt="1"/>
          </p:nvPr>
        </p:nvSpPr>
        <p:spPr>
          <a:xfrm>
            <a:off x="382680" y="7902506"/>
            <a:ext cx="2057055" cy="134383"/>
          </a:xfrm>
          <a:prstGeom prst="rect">
            <a:avLst/>
          </a:prstGeom>
        </p:spPr>
        <p:txBody>
          <a:bodyPr lIns="0" tIns="0" rIns="0" bIns="0"/>
          <a:lstStyle>
            <a:lvl1pPr>
              <a:lnSpc>
                <a:spcPct val="100000"/>
              </a:lnSpc>
              <a:buNone/>
              <a:defRPr sz="700">
                <a:latin typeface="IBM Plex Sans" panose="020B0503050203000203" pitchFamily="34" charset="0"/>
              </a:defRPr>
            </a:lvl1pPr>
          </a:lstStyle>
          <a:p>
            <a:pPr lvl="0"/>
            <a:r>
              <a:rPr lang="en-US" sz="700" dirty="0">
                <a:latin typeface="IBM Plex Sans" panose="020B0503050203000203" pitchFamily="34" charset="0"/>
              </a:rPr>
              <a:t>Month Year</a:t>
            </a:r>
            <a:endParaRPr lang="en-US" dirty="0"/>
          </a:p>
        </p:txBody>
      </p:sp>
      <p:sp>
        <p:nvSpPr>
          <p:cNvPr id="31" name="TextBox 30">
            <a:extLst>
              <a:ext uri="{FF2B5EF4-FFF2-40B4-BE49-F238E27FC236}">
                <a16:creationId xmlns:a16="http://schemas.microsoft.com/office/drawing/2014/main" id="{DD48B0A4-062A-67C9-7FD2-2D88F469860F}"/>
              </a:ext>
            </a:extLst>
          </p:cNvPr>
          <p:cNvSpPr txBox="1"/>
          <p:nvPr userDrawn="1"/>
        </p:nvSpPr>
        <p:spPr>
          <a:xfrm>
            <a:off x="382680" y="7245090"/>
            <a:ext cx="2057055" cy="623248"/>
          </a:xfrm>
          <a:prstGeom prst="rect">
            <a:avLst/>
          </a:prstGeom>
          <a:noFill/>
        </p:spPr>
        <p:txBody>
          <a:bodyPr wrap="square" lIns="0" tIns="0" rIns="0" bIns="0" rtlCol="0">
            <a:spAutoFit/>
          </a:bodyPr>
          <a:lstStyle/>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IBM</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Corporation</a:t>
            </a: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New</a:t>
            </a:r>
            <a:r>
              <a:rPr kumimoji="0" lang="en-US" sz="700" b="0" i="0" u="none" strike="noStrike" kern="1200" cap="none" spc="-3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Orchard</a:t>
            </a:r>
            <a:r>
              <a:rPr kumimoji="0" lang="en-US" sz="700" b="0" i="0" u="none" strike="noStrike" kern="1200" cap="none" spc="-3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Road</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30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Armonk,</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NY</a:t>
            </a:r>
            <a:r>
              <a:rPr kumimoji="0" lang="en-US" sz="700" b="0" i="0" u="none" strike="noStrike" kern="1200" cap="none" spc="-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10504</a:t>
            </a:r>
            <a:endPar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endParaRPr>
          </a:p>
          <a:p>
            <a:pPr marL="0" marR="0" lvl="0" indent="0" algn="l" defTabSz="777240" rtl="0" eaLnBrk="1" fontAlgn="auto" latinLnBrk="0" hangingPunct="1">
              <a:lnSpc>
                <a:spcPct val="100000"/>
              </a:lnSpc>
              <a:spcBef>
                <a:spcPts val="850"/>
              </a:spcBef>
              <a:spcAft>
                <a:spcPts val="0"/>
              </a:spcAft>
              <a:buClrTx/>
              <a:buSzTx/>
              <a:buFont typeface="Arial" panose="020B0604020202020204" pitchFamily="34" charset="0"/>
              <a:buNone/>
              <a:tabLst/>
              <a:defRPr/>
            </a:pP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Produced</a:t>
            </a:r>
            <a:r>
              <a:rPr kumimoji="0" lang="en-US" sz="700" b="0" i="0" u="none" strike="noStrike" kern="1200" cap="none" spc="-2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in</a:t>
            </a:r>
            <a:r>
              <a:rPr kumimoji="0" lang="en-US" sz="700" b="0" i="0" u="none" strike="noStrike" kern="1200" cap="none" spc="-1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2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the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United</a:t>
            </a:r>
            <a:r>
              <a:rPr kumimoji="0" lang="en-US" sz="700" b="0" i="0" u="none" strike="noStrike" kern="1200" cap="none" spc="-45"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States</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of</a:t>
            </a:r>
            <a:r>
              <a:rPr kumimoji="0" lang="en-US" sz="700" b="0" i="0" u="none" strike="noStrike" kern="1200" cap="none" spc="-4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r>
              <a:rPr kumimoji="0" lang="en-US" sz="700" b="0" i="0" u="none" strike="noStrike" kern="1200" cap="none" spc="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America</a:t>
            </a:r>
            <a:r>
              <a:rPr kumimoji="0" lang="en-US" sz="700" b="0" i="0" u="none" strike="noStrike" kern="1200" cap="none" spc="200" normalizeH="0" baseline="0" noProof="0" dirty="0">
                <a:ln>
                  <a:noFill/>
                </a:ln>
                <a:solidFill>
                  <a:prstClr val="black"/>
                </a:solidFill>
                <a:effectLst/>
                <a:uLnTx/>
                <a:uFillTx/>
                <a:latin typeface="IBM Plex Sans" panose="020B0503050203000203" pitchFamily="34" charset="0"/>
                <a:ea typeface="IBM Plex Sans" panose="020B0503050203000203" pitchFamily="34" charset="0"/>
                <a:cs typeface="IBM Plex Sans" panose="020B0503050203000203" pitchFamily="34" charset="0"/>
              </a:rPr>
              <a:t> </a:t>
            </a:r>
            <a:endParaRPr lang="en-US" dirty="0"/>
          </a:p>
        </p:txBody>
      </p:sp>
      <p:sp>
        <p:nvSpPr>
          <p:cNvPr id="2" name="TextBox 1">
            <a:extLst>
              <a:ext uri="{FF2B5EF4-FFF2-40B4-BE49-F238E27FC236}">
                <a16:creationId xmlns:a16="http://schemas.microsoft.com/office/drawing/2014/main" id="{59F37567-8072-B5AF-D3C3-9B7B08336A87}"/>
              </a:ext>
            </a:extLst>
          </p:cNvPr>
          <p:cNvSpPr txBox="1"/>
          <p:nvPr userDrawn="1"/>
        </p:nvSpPr>
        <p:spPr>
          <a:xfrm>
            <a:off x="3045485" y="369271"/>
            <a:ext cx="688314" cy="138499"/>
          </a:xfrm>
          <a:prstGeom prst="rect">
            <a:avLst/>
          </a:prstGeom>
          <a:noFill/>
        </p:spPr>
        <p:txBody>
          <a:bodyPr wrap="square" lIns="0" tIns="0" rIns="0" bIns="0" rtlCol="0">
            <a:spAutoFit/>
          </a:bodyPr>
          <a:lstStyle/>
          <a:p>
            <a:pPr>
              <a:lnSpc>
                <a:spcPct val="100000"/>
              </a:lnSpc>
            </a:pPr>
            <a:r>
              <a:rPr lang="en-US" sz="900" b="1" dirty="0">
                <a:latin typeface="IBM Plex Sans" panose="020B0503050203000203" pitchFamily="34" charset="0"/>
              </a:rPr>
              <a:t>Why IBM</a:t>
            </a:r>
          </a:p>
        </p:txBody>
      </p:sp>
    </p:spTree>
    <p:extLst>
      <p:ext uri="{BB962C8B-B14F-4D97-AF65-F5344CB8AC3E}">
        <p14:creationId xmlns:p14="http://schemas.microsoft.com/office/powerpoint/2010/main" val="912606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755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478657"/>
      </p:ext>
    </p:extLst>
  </p:cSld>
  <p:clrMap bg1="lt1" tx1="dk1" bg2="lt2" tx2="dk2" accent1="accent1" accent2="accent2" accent3="accent3" accent4="accent4" accent5="accent5" accent6="accent6" hlink="hlink" folHlink="folHlink"/>
  <p:sldLayoutIdLst>
    <p:sldLayoutId id="2147483669" r:id="rId1"/>
    <p:sldLayoutId id="2147483661" r:id="rId2"/>
    <p:sldLayoutId id="2147483663" r:id="rId3"/>
    <p:sldLayoutId id="2147483665" r:id="rId4"/>
    <p:sldLayoutId id="2147483664" r:id="rId5"/>
    <p:sldLayoutId id="2147483670" r:id="rId6"/>
    <p:sldLayoutId id="2147483666" r:id="rId7"/>
    <p:sldLayoutId id="2147483667" r:id="rId8"/>
    <p:sldLayoutId id="2147483668" r:id="rId9"/>
    <p:sldLayoutId id="2147483662"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2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svg"/><Relationship Id="rId26" Type="http://schemas.openxmlformats.org/officeDocument/2006/relationships/image" Target="../media/image24.emf"/><Relationship Id="rId39" Type="http://schemas.openxmlformats.org/officeDocument/2006/relationships/image" Target="../media/image37.svg"/><Relationship Id="rId21" Type="http://schemas.openxmlformats.org/officeDocument/2006/relationships/image" Target="../media/image19.emf"/><Relationship Id="rId34" Type="http://schemas.openxmlformats.org/officeDocument/2006/relationships/image" Target="../media/image32.svg"/><Relationship Id="rId42" Type="http://schemas.openxmlformats.org/officeDocument/2006/relationships/image" Target="../media/image40.svg"/><Relationship Id="rId7" Type="http://schemas.openxmlformats.org/officeDocument/2006/relationships/image" Target="../media/image5.emf"/><Relationship Id="rId2" Type="http://schemas.openxmlformats.org/officeDocument/2006/relationships/notesSlide" Target="../notesSlides/notesSlide1.xml"/><Relationship Id="rId16" Type="http://schemas.openxmlformats.org/officeDocument/2006/relationships/image" Target="../media/image14.svg"/><Relationship Id="rId29" Type="http://schemas.openxmlformats.org/officeDocument/2006/relationships/image" Target="../media/image27.emf"/><Relationship Id="rId1" Type="http://schemas.openxmlformats.org/officeDocument/2006/relationships/slideLayout" Target="../slideLayouts/slideLayout11.xml"/><Relationship Id="rId6" Type="http://schemas.openxmlformats.org/officeDocument/2006/relationships/image" Target="../media/image4.emf"/><Relationship Id="rId11" Type="http://schemas.openxmlformats.org/officeDocument/2006/relationships/image" Target="../media/image9.svg"/><Relationship Id="rId24" Type="http://schemas.openxmlformats.org/officeDocument/2006/relationships/image" Target="../media/image22.emf"/><Relationship Id="rId32" Type="http://schemas.openxmlformats.org/officeDocument/2006/relationships/image" Target="../media/image30.svg"/><Relationship Id="rId37" Type="http://schemas.openxmlformats.org/officeDocument/2006/relationships/image" Target="../media/image35.svg"/><Relationship Id="rId40" Type="http://schemas.openxmlformats.org/officeDocument/2006/relationships/image" Target="../media/image38.svg"/><Relationship Id="rId45" Type="http://schemas.openxmlformats.org/officeDocument/2006/relationships/image" Target="../media/image43.emf"/><Relationship Id="rId5" Type="http://schemas.openxmlformats.org/officeDocument/2006/relationships/image" Target="../media/image3.emf"/><Relationship Id="rId15" Type="http://schemas.openxmlformats.org/officeDocument/2006/relationships/image" Target="../media/image13.svg"/><Relationship Id="rId23" Type="http://schemas.openxmlformats.org/officeDocument/2006/relationships/image" Target="../media/image21.emf"/><Relationship Id="rId28" Type="http://schemas.openxmlformats.org/officeDocument/2006/relationships/image" Target="../media/image26.emf"/><Relationship Id="rId36" Type="http://schemas.openxmlformats.org/officeDocument/2006/relationships/image" Target="../media/image34.svg"/><Relationship Id="rId10" Type="http://schemas.openxmlformats.org/officeDocument/2006/relationships/image" Target="../media/image8.svg"/><Relationship Id="rId19" Type="http://schemas.openxmlformats.org/officeDocument/2006/relationships/image" Target="../media/image17.svg"/><Relationship Id="rId31" Type="http://schemas.openxmlformats.org/officeDocument/2006/relationships/image" Target="../media/image29.svg"/><Relationship Id="rId44" Type="http://schemas.openxmlformats.org/officeDocument/2006/relationships/image" Target="../media/image42.emf"/><Relationship Id="rId4" Type="http://schemas.openxmlformats.org/officeDocument/2006/relationships/image" Target="../media/image2.emf"/><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emf"/><Relationship Id="rId27" Type="http://schemas.openxmlformats.org/officeDocument/2006/relationships/image" Target="../media/image25.emf"/><Relationship Id="rId30" Type="http://schemas.openxmlformats.org/officeDocument/2006/relationships/image" Target="../media/image28.svg"/><Relationship Id="rId35" Type="http://schemas.openxmlformats.org/officeDocument/2006/relationships/image" Target="../media/image33.svg"/><Relationship Id="rId43" Type="http://schemas.openxmlformats.org/officeDocument/2006/relationships/image" Target="../media/image41.svg"/><Relationship Id="rId8" Type="http://schemas.openxmlformats.org/officeDocument/2006/relationships/image" Target="../media/image6.emf"/><Relationship Id="rId3" Type="http://schemas.openxmlformats.org/officeDocument/2006/relationships/image" Target="../media/image1.emf"/><Relationship Id="rId12" Type="http://schemas.openxmlformats.org/officeDocument/2006/relationships/image" Target="../media/image10.svg"/><Relationship Id="rId17" Type="http://schemas.openxmlformats.org/officeDocument/2006/relationships/image" Target="../media/image15.svg"/><Relationship Id="rId25" Type="http://schemas.openxmlformats.org/officeDocument/2006/relationships/image" Target="../media/image23.emf"/><Relationship Id="rId33" Type="http://schemas.openxmlformats.org/officeDocument/2006/relationships/image" Target="../media/image31.svg"/><Relationship Id="rId38" Type="http://schemas.openxmlformats.org/officeDocument/2006/relationships/image" Target="../media/image36.svg"/><Relationship Id="rId20" Type="http://schemas.openxmlformats.org/officeDocument/2006/relationships/image" Target="../media/image18.emf"/><Relationship Id="rId41" Type="http://schemas.openxmlformats.org/officeDocument/2006/relationships/image" Target="../media/image39.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9" Type="http://schemas.openxmlformats.org/officeDocument/2006/relationships/image" Target="../media/image80.svg"/><Relationship Id="rId21" Type="http://schemas.openxmlformats.org/officeDocument/2006/relationships/image" Target="../media/image62.svg"/><Relationship Id="rId34" Type="http://schemas.openxmlformats.org/officeDocument/2006/relationships/image" Target="../media/image75.svg"/><Relationship Id="rId42" Type="http://schemas.openxmlformats.org/officeDocument/2006/relationships/image" Target="../media/image83.svg"/><Relationship Id="rId47" Type="http://schemas.openxmlformats.org/officeDocument/2006/relationships/image" Target="../media/image88.svg"/><Relationship Id="rId50" Type="http://schemas.openxmlformats.org/officeDocument/2006/relationships/image" Target="../media/image91.emf"/><Relationship Id="rId7" Type="http://schemas.openxmlformats.org/officeDocument/2006/relationships/image" Target="../media/image48.emf"/><Relationship Id="rId2" Type="http://schemas.openxmlformats.org/officeDocument/2006/relationships/notesSlide" Target="../notesSlides/notesSlide2.xml"/><Relationship Id="rId16" Type="http://schemas.openxmlformats.org/officeDocument/2006/relationships/image" Target="../media/image57.svg"/><Relationship Id="rId29" Type="http://schemas.openxmlformats.org/officeDocument/2006/relationships/image" Target="../media/image70.svg"/><Relationship Id="rId11" Type="http://schemas.openxmlformats.org/officeDocument/2006/relationships/image" Target="../media/image52.emf"/><Relationship Id="rId24" Type="http://schemas.openxmlformats.org/officeDocument/2006/relationships/image" Target="../media/image65.svg"/><Relationship Id="rId32" Type="http://schemas.openxmlformats.org/officeDocument/2006/relationships/image" Target="../media/image73.svg"/><Relationship Id="rId37" Type="http://schemas.openxmlformats.org/officeDocument/2006/relationships/image" Target="../media/image78.svg"/><Relationship Id="rId40" Type="http://schemas.openxmlformats.org/officeDocument/2006/relationships/image" Target="../media/image81.svg"/><Relationship Id="rId45" Type="http://schemas.openxmlformats.org/officeDocument/2006/relationships/image" Target="../media/image86.svg"/><Relationship Id="rId53" Type="http://schemas.openxmlformats.org/officeDocument/2006/relationships/image" Target="../media/image94.emf"/><Relationship Id="rId5" Type="http://schemas.openxmlformats.org/officeDocument/2006/relationships/image" Target="../media/image46.emf"/><Relationship Id="rId10" Type="http://schemas.openxmlformats.org/officeDocument/2006/relationships/image" Target="../media/image51.emf"/><Relationship Id="rId19" Type="http://schemas.openxmlformats.org/officeDocument/2006/relationships/image" Target="../media/image60.svg"/><Relationship Id="rId31" Type="http://schemas.openxmlformats.org/officeDocument/2006/relationships/image" Target="../media/image72.svg"/><Relationship Id="rId44" Type="http://schemas.openxmlformats.org/officeDocument/2006/relationships/image" Target="../media/image85.svg"/><Relationship Id="rId52" Type="http://schemas.openxmlformats.org/officeDocument/2006/relationships/image" Target="../media/image93.emf"/><Relationship Id="rId4" Type="http://schemas.openxmlformats.org/officeDocument/2006/relationships/image" Target="../media/image45.svg"/><Relationship Id="rId9" Type="http://schemas.openxmlformats.org/officeDocument/2006/relationships/image" Target="../media/image50.emf"/><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 Id="rId35" Type="http://schemas.openxmlformats.org/officeDocument/2006/relationships/image" Target="../media/image76.svg"/><Relationship Id="rId43" Type="http://schemas.openxmlformats.org/officeDocument/2006/relationships/image" Target="../media/image84.svg"/><Relationship Id="rId48" Type="http://schemas.openxmlformats.org/officeDocument/2006/relationships/image" Target="../media/image89.emf"/><Relationship Id="rId8" Type="http://schemas.openxmlformats.org/officeDocument/2006/relationships/image" Target="../media/image49.emf"/><Relationship Id="rId51" Type="http://schemas.openxmlformats.org/officeDocument/2006/relationships/image" Target="../media/image92.emf"/><Relationship Id="rId3" Type="http://schemas.openxmlformats.org/officeDocument/2006/relationships/image" Target="../media/image44.emf"/><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33" Type="http://schemas.openxmlformats.org/officeDocument/2006/relationships/image" Target="../media/image74.svg"/><Relationship Id="rId38" Type="http://schemas.openxmlformats.org/officeDocument/2006/relationships/image" Target="../media/image79.svg"/><Relationship Id="rId46" Type="http://schemas.openxmlformats.org/officeDocument/2006/relationships/image" Target="../media/image87.svg"/><Relationship Id="rId20" Type="http://schemas.openxmlformats.org/officeDocument/2006/relationships/image" Target="../media/image61.svg"/><Relationship Id="rId41" Type="http://schemas.openxmlformats.org/officeDocument/2006/relationships/image" Target="../media/image82.svg"/><Relationship Id="rId1" Type="http://schemas.openxmlformats.org/officeDocument/2006/relationships/slideLayout" Target="../slideLayouts/slideLayout11.xml"/><Relationship Id="rId6" Type="http://schemas.openxmlformats.org/officeDocument/2006/relationships/image" Target="../media/image47.emf"/><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36" Type="http://schemas.openxmlformats.org/officeDocument/2006/relationships/image" Target="../media/image77.svg"/><Relationship Id="rId49" Type="http://schemas.openxmlformats.org/officeDocument/2006/relationships/image" Target="../media/image9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77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44D813-925B-9179-F178-AF1931C45A03}"/>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id="{0AF4B789-CE00-D8FF-7269-2603B634C40C}"/>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0B64CF28-4D43-0D10-F339-81EB24E4B1B5}"/>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8E18E1E9-D546-4FEC-F83C-5C1E18D8ACF1}"/>
              </a:ext>
            </a:extLst>
          </p:cNvPr>
          <p:cNvSpPr>
            <a:spLocks noGrp="1"/>
          </p:cNvSpPr>
          <p:nvPr>
            <p:ph type="body" sz="quarter" idx="15"/>
          </p:nvPr>
        </p:nvSpPr>
        <p:spPr/>
        <p:txBody>
          <a:bodyPr/>
          <a:lstStyle/>
          <a:p>
            <a:endParaRPr lang="en-US"/>
          </a:p>
        </p:txBody>
      </p:sp>
      <p:sp>
        <p:nvSpPr>
          <p:cNvPr id="6" name="Picture Placeholder 5">
            <a:extLst>
              <a:ext uri="{FF2B5EF4-FFF2-40B4-BE49-F238E27FC236}">
                <a16:creationId xmlns:a16="http://schemas.microsoft.com/office/drawing/2014/main" id="{856AC64A-B7AC-C467-0EA3-DFDBC2108F8D}"/>
              </a:ext>
            </a:extLst>
          </p:cNvPr>
          <p:cNvSpPr>
            <a:spLocks noGrp="1"/>
          </p:cNvSpPr>
          <p:nvPr>
            <p:ph type="pic" sz="quarter" idx="16"/>
          </p:nvPr>
        </p:nvSpPr>
        <p:spPr/>
        <p:txBody>
          <a:bodyPr/>
          <a:lstStyle/>
          <a:p>
            <a:endParaRPr lang="en-US"/>
          </a:p>
        </p:txBody>
      </p:sp>
      <p:sp>
        <p:nvSpPr>
          <p:cNvPr id="7" name="Text Placeholder 6">
            <a:extLst>
              <a:ext uri="{FF2B5EF4-FFF2-40B4-BE49-F238E27FC236}">
                <a16:creationId xmlns:a16="http://schemas.microsoft.com/office/drawing/2014/main" id="{3A6887CD-F3AE-FA6B-6C1D-195231BB0A6C}"/>
              </a:ext>
            </a:extLst>
          </p:cNvPr>
          <p:cNvSpPr>
            <a:spLocks noGrp="1"/>
          </p:cNvSpPr>
          <p:nvPr>
            <p:ph type="body" sz="quarter" idx="18"/>
          </p:nvPr>
        </p:nvSpPr>
        <p:spPr/>
        <p:txBody>
          <a:bodyPr/>
          <a:lstStyle/>
          <a:p>
            <a:endParaRPr lang="en-US"/>
          </a:p>
        </p:txBody>
      </p:sp>
      <p:sp>
        <p:nvSpPr>
          <p:cNvPr id="8" name="Text Placeholder 7">
            <a:extLst>
              <a:ext uri="{FF2B5EF4-FFF2-40B4-BE49-F238E27FC236}">
                <a16:creationId xmlns:a16="http://schemas.microsoft.com/office/drawing/2014/main" id="{D699C3A2-EA2F-971D-FA31-3C3A9215DE38}"/>
              </a:ext>
            </a:extLst>
          </p:cNvPr>
          <p:cNvSpPr>
            <a:spLocks noGrp="1"/>
          </p:cNvSpPr>
          <p:nvPr>
            <p:ph type="body" sz="quarter" idx="19"/>
          </p:nvPr>
        </p:nvSpPr>
        <p:spPr/>
        <p:txBody>
          <a:bodyPr/>
          <a:lstStyle/>
          <a:p>
            <a:endParaRPr lang="en-US"/>
          </a:p>
        </p:txBody>
      </p:sp>
      <p:sp>
        <p:nvSpPr>
          <p:cNvPr id="9" name="Text Placeholder 8">
            <a:extLst>
              <a:ext uri="{FF2B5EF4-FFF2-40B4-BE49-F238E27FC236}">
                <a16:creationId xmlns:a16="http://schemas.microsoft.com/office/drawing/2014/main" id="{9FDB0D45-EC21-036C-FC20-FDA8B09A237B}"/>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3284978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6C76C4-740F-718F-8B54-92B683F6C89D}"/>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80E3B610-77A5-CBA2-A346-AC3C3B484595}"/>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3D28D077-4BCE-1017-BA51-1A060E0BDAEC}"/>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240F7255-BD99-2CE6-3292-0203265F9D34}"/>
              </a:ext>
            </a:extLst>
          </p:cNvPr>
          <p:cNvSpPr>
            <a:spLocks noGrp="1"/>
          </p:cNvSpPr>
          <p:nvPr>
            <p:ph type="body" sz="quarter" idx="33"/>
          </p:nvPr>
        </p:nvSpPr>
        <p:spPr/>
        <p:txBody>
          <a:bodyPr/>
          <a:lstStyle/>
          <a:p>
            <a:endParaRPr lang="en-US"/>
          </a:p>
        </p:txBody>
      </p:sp>
      <p:sp>
        <p:nvSpPr>
          <p:cNvPr id="6" name="Text Placeholder 5">
            <a:extLst>
              <a:ext uri="{FF2B5EF4-FFF2-40B4-BE49-F238E27FC236}">
                <a16:creationId xmlns:a16="http://schemas.microsoft.com/office/drawing/2014/main" id="{C7C61B2D-144C-CAB0-7A32-91A72511BABE}"/>
              </a:ext>
            </a:extLst>
          </p:cNvPr>
          <p:cNvSpPr>
            <a:spLocks noGrp="1"/>
          </p:cNvSpPr>
          <p:nvPr>
            <p:ph type="body" sz="quarter" idx="34"/>
          </p:nvPr>
        </p:nvSpPr>
        <p:spPr/>
        <p:txBody>
          <a:bodyPr/>
          <a:lstStyle/>
          <a:p>
            <a:endParaRPr lang="en-US"/>
          </a:p>
        </p:txBody>
      </p:sp>
      <p:sp>
        <p:nvSpPr>
          <p:cNvPr id="7" name="Text Placeholder 6">
            <a:extLst>
              <a:ext uri="{FF2B5EF4-FFF2-40B4-BE49-F238E27FC236}">
                <a16:creationId xmlns:a16="http://schemas.microsoft.com/office/drawing/2014/main" id="{FC56E693-A8FB-1BF9-AA4A-BB529A6B19A5}"/>
              </a:ext>
            </a:extLst>
          </p:cNvPr>
          <p:cNvSpPr>
            <a:spLocks noGrp="1"/>
          </p:cNvSpPr>
          <p:nvPr>
            <p:ph type="body" sz="quarter" idx="35"/>
          </p:nvPr>
        </p:nvSpPr>
        <p:spPr/>
        <p:txBody>
          <a:bodyPr/>
          <a:lstStyle/>
          <a:p>
            <a:endParaRPr lang="en-US"/>
          </a:p>
        </p:txBody>
      </p:sp>
      <p:sp>
        <p:nvSpPr>
          <p:cNvPr id="8" name="Text Placeholder 7">
            <a:extLst>
              <a:ext uri="{FF2B5EF4-FFF2-40B4-BE49-F238E27FC236}">
                <a16:creationId xmlns:a16="http://schemas.microsoft.com/office/drawing/2014/main" id="{A6AC6688-A316-7575-3BE7-2CE296B5A9B1}"/>
              </a:ext>
            </a:extLst>
          </p:cNvPr>
          <p:cNvSpPr>
            <a:spLocks noGrp="1"/>
          </p:cNvSpPr>
          <p:nvPr>
            <p:ph type="body" sz="quarter" idx="36"/>
          </p:nvPr>
        </p:nvSpPr>
        <p:spPr/>
        <p:txBody>
          <a:bodyPr/>
          <a:lstStyle/>
          <a:p>
            <a:endParaRPr lang="en-US"/>
          </a:p>
        </p:txBody>
      </p:sp>
      <p:sp>
        <p:nvSpPr>
          <p:cNvPr id="9" name="Text Placeholder 8">
            <a:extLst>
              <a:ext uri="{FF2B5EF4-FFF2-40B4-BE49-F238E27FC236}">
                <a16:creationId xmlns:a16="http://schemas.microsoft.com/office/drawing/2014/main" id="{DCBF457B-2A23-3CC1-00E4-DE34F4923AFC}"/>
              </a:ext>
            </a:extLst>
          </p:cNvPr>
          <p:cNvSpPr>
            <a:spLocks noGrp="1"/>
          </p:cNvSpPr>
          <p:nvPr>
            <p:ph type="body" sz="quarter" idx="37"/>
          </p:nvPr>
        </p:nvSpPr>
        <p:spPr/>
        <p:txBody>
          <a:bodyPr/>
          <a:lstStyle/>
          <a:p>
            <a:endParaRPr lang="en-US"/>
          </a:p>
        </p:txBody>
      </p:sp>
      <p:sp>
        <p:nvSpPr>
          <p:cNvPr id="10" name="Text Placeholder 9">
            <a:extLst>
              <a:ext uri="{FF2B5EF4-FFF2-40B4-BE49-F238E27FC236}">
                <a16:creationId xmlns:a16="http://schemas.microsoft.com/office/drawing/2014/main" id="{FCAAE55E-A811-EF5C-8607-8827156F25B7}"/>
              </a:ext>
            </a:extLst>
          </p:cNvPr>
          <p:cNvSpPr>
            <a:spLocks noGrp="1"/>
          </p:cNvSpPr>
          <p:nvPr>
            <p:ph type="body" sz="quarter" idx="38"/>
          </p:nvPr>
        </p:nvSpPr>
        <p:spPr/>
        <p:txBody>
          <a:bodyPr/>
          <a:lstStyle/>
          <a:p>
            <a:endParaRPr lang="en-US"/>
          </a:p>
        </p:txBody>
      </p:sp>
      <p:sp>
        <p:nvSpPr>
          <p:cNvPr id="11" name="Text Placeholder 10">
            <a:extLst>
              <a:ext uri="{FF2B5EF4-FFF2-40B4-BE49-F238E27FC236}">
                <a16:creationId xmlns:a16="http://schemas.microsoft.com/office/drawing/2014/main" id="{F59E590C-5DCC-DE1C-E628-3320620CDCF0}"/>
              </a:ext>
            </a:extLst>
          </p:cNvPr>
          <p:cNvSpPr>
            <a:spLocks noGrp="1"/>
          </p:cNvSpPr>
          <p:nvPr>
            <p:ph type="body" sz="quarter" idx="39"/>
          </p:nvPr>
        </p:nvSpPr>
        <p:spPr/>
        <p:txBody>
          <a:bodyPr/>
          <a:lstStyle/>
          <a:p>
            <a:endParaRPr lang="en-US"/>
          </a:p>
        </p:txBody>
      </p:sp>
      <p:sp>
        <p:nvSpPr>
          <p:cNvPr id="12" name="Text Placeholder 11">
            <a:extLst>
              <a:ext uri="{FF2B5EF4-FFF2-40B4-BE49-F238E27FC236}">
                <a16:creationId xmlns:a16="http://schemas.microsoft.com/office/drawing/2014/main" id="{3CFD6479-78DC-E265-4C60-BF6B0DE446F2}"/>
              </a:ext>
            </a:extLst>
          </p:cNvPr>
          <p:cNvSpPr>
            <a:spLocks noGrp="1"/>
          </p:cNvSpPr>
          <p:nvPr>
            <p:ph type="body" sz="quarter" idx="40"/>
          </p:nvPr>
        </p:nvSpPr>
        <p:spPr/>
        <p:txBody>
          <a:bodyPr/>
          <a:lstStyle/>
          <a:p>
            <a:endParaRPr lang="en-US"/>
          </a:p>
        </p:txBody>
      </p:sp>
      <p:sp>
        <p:nvSpPr>
          <p:cNvPr id="13" name="Text Placeholder 12">
            <a:extLst>
              <a:ext uri="{FF2B5EF4-FFF2-40B4-BE49-F238E27FC236}">
                <a16:creationId xmlns:a16="http://schemas.microsoft.com/office/drawing/2014/main" id="{06334722-FD0A-4699-6A89-0083C41975DE}"/>
              </a:ext>
            </a:extLst>
          </p:cNvPr>
          <p:cNvSpPr>
            <a:spLocks noGrp="1"/>
          </p:cNvSpPr>
          <p:nvPr>
            <p:ph type="body" sz="quarter" idx="41"/>
          </p:nvPr>
        </p:nvSpPr>
        <p:spPr/>
        <p:txBody>
          <a:bodyPr/>
          <a:lstStyle/>
          <a:p>
            <a:endParaRPr lang="en-US"/>
          </a:p>
        </p:txBody>
      </p:sp>
      <p:sp>
        <p:nvSpPr>
          <p:cNvPr id="14" name="Text Placeholder 13">
            <a:extLst>
              <a:ext uri="{FF2B5EF4-FFF2-40B4-BE49-F238E27FC236}">
                <a16:creationId xmlns:a16="http://schemas.microsoft.com/office/drawing/2014/main" id="{DDC03C83-98FE-6EF4-1194-1D1B9E3F834D}"/>
              </a:ext>
            </a:extLst>
          </p:cNvPr>
          <p:cNvSpPr>
            <a:spLocks noGrp="1"/>
          </p:cNvSpPr>
          <p:nvPr>
            <p:ph type="body" sz="quarter" idx="42"/>
          </p:nvPr>
        </p:nvSpPr>
        <p:spPr/>
        <p:txBody>
          <a:bodyPr/>
          <a:lstStyle/>
          <a:p>
            <a:endParaRPr lang="en-US"/>
          </a:p>
        </p:txBody>
      </p:sp>
      <p:sp>
        <p:nvSpPr>
          <p:cNvPr id="15" name="Picture Placeholder 14">
            <a:extLst>
              <a:ext uri="{FF2B5EF4-FFF2-40B4-BE49-F238E27FC236}">
                <a16:creationId xmlns:a16="http://schemas.microsoft.com/office/drawing/2014/main" id="{1587E2F3-1ACF-EAC3-5665-7CB8F0C931DF}"/>
              </a:ext>
            </a:extLst>
          </p:cNvPr>
          <p:cNvSpPr>
            <a:spLocks noGrp="1"/>
          </p:cNvSpPr>
          <p:nvPr>
            <p:ph type="pic" sz="quarter" idx="43"/>
          </p:nvPr>
        </p:nvSpPr>
        <p:spPr/>
        <p:txBody>
          <a:bodyPr/>
          <a:lstStyle/>
          <a:p>
            <a:endParaRPr lang="en-US"/>
          </a:p>
        </p:txBody>
      </p:sp>
      <p:sp>
        <p:nvSpPr>
          <p:cNvPr id="16" name="Picture Placeholder 15">
            <a:extLst>
              <a:ext uri="{FF2B5EF4-FFF2-40B4-BE49-F238E27FC236}">
                <a16:creationId xmlns:a16="http://schemas.microsoft.com/office/drawing/2014/main" id="{B858087C-4A36-3681-19D3-F3C21BE5DDE4}"/>
              </a:ext>
            </a:extLst>
          </p:cNvPr>
          <p:cNvSpPr>
            <a:spLocks noGrp="1"/>
          </p:cNvSpPr>
          <p:nvPr>
            <p:ph type="pic" sz="quarter" idx="44"/>
          </p:nvPr>
        </p:nvSpPr>
        <p:spPr/>
        <p:txBody>
          <a:bodyPr/>
          <a:lstStyle/>
          <a:p>
            <a:endParaRPr lang="en-US"/>
          </a:p>
        </p:txBody>
      </p:sp>
      <p:sp>
        <p:nvSpPr>
          <p:cNvPr id="17" name="Picture Placeholder 16">
            <a:extLst>
              <a:ext uri="{FF2B5EF4-FFF2-40B4-BE49-F238E27FC236}">
                <a16:creationId xmlns:a16="http://schemas.microsoft.com/office/drawing/2014/main" id="{71287929-0B6C-168F-8856-DA671D3022C4}"/>
              </a:ext>
            </a:extLst>
          </p:cNvPr>
          <p:cNvSpPr>
            <a:spLocks noGrp="1"/>
          </p:cNvSpPr>
          <p:nvPr>
            <p:ph type="pic" sz="quarter" idx="45"/>
          </p:nvPr>
        </p:nvSpPr>
        <p:spPr/>
        <p:txBody>
          <a:bodyPr/>
          <a:lstStyle/>
          <a:p>
            <a:endParaRPr lang="en-US"/>
          </a:p>
        </p:txBody>
      </p:sp>
      <p:sp>
        <p:nvSpPr>
          <p:cNvPr id="18" name="Picture Placeholder 17">
            <a:extLst>
              <a:ext uri="{FF2B5EF4-FFF2-40B4-BE49-F238E27FC236}">
                <a16:creationId xmlns:a16="http://schemas.microsoft.com/office/drawing/2014/main" id="{555F223E-F1CE-6B9A-4389-FE457F390095}"/>
              </a:ext>
            </a:extLst>
          </p:cNvPr>
          <p:cNvSpPr>
            <a:spLocks noGrp="1"/>
          </p:cNvSpPr>
          <p:nvPr>
            <p:ph type="pic" sz="quarter" idx="46"/>
          </p:nvPr>
        </p:nvSpPr>
        <p:spPr/>
        <p:txBody>
          <a:bodyPr/>
          <a:lstStyle/>
          <a:p>
            <a:endParaRPr lang="en-US"/>
          </a:p>
        </p:txBody>
      </p:sp>
    </p:spTree>
    <p:extLst>
      <p:ext uri="{BB962C8B-B14F-4D97-AF65-F5344CB8AC3E}">
        <p14:creationId xmlns:p14="http://schemas.microsoft.com/office/powerpoint/2010/main" val="1195048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9651BB-03C7-92D1-EBD5-9C4313BF35B5}"/>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5B8C65C4-335B-489C-ED62-EDF96CC07BD6}"/>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5A01C282-870E-3F14-F66E-69521A2591E9}"/>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CBBB30B4-0315-1028-8F0E-2E50C058B2A4}"/>
              </a:ext>
            </a:extLst>
          </p:cNvPr>
          <p:cNvSpPr>
            <a:spLocks noGrp="1"/>
          </p:cNvSpPr>
          <p:nvPr>
            <p:ph type="body" sz="quarter" idx="33"/>
          </p:nvPr>
        </p:nvSpPr>
        <p:spPr/>
        <p:txBody>
          <a:bodyPr/>
          <a:lstStyle/>
          <a:p>
            <a:endParaRPr lang="en-US"/>
          </a:p>
        </p:txBody>
      </p:sp>
      <p:sp>
        <p:nvSpPr>
          <p:cNvPr id="6" name="Picture Placeholder 5">
            <a:extLst>
              <a:ext uri="{FF2B5EF4-FFF2-40B4-BE49-F238E27FC236}">
                <a16:creationId xmlns:a16="http://schemas.microsoft.com/office/drawing/2014/main" id="{F5640770-634B-2C4F-B7EE-783ED3A7275C}"/>
              </a:ext>
            </a:extLst>
          </p:cNvPr>
          <p:cNvSpPr>
            <a:spLocks noGrp="1"/>
          </p:cNvSpPr>
          <p:nvPr>
            <p:ph type="pic" sz="quarter" idx="43"/>
          </p:nvPr>
        </p:nvSpPr>
        <p:spPr/>
        <p:txBody>
          <a:bodyPr/>
          <a:lstStyle/>
          <a:p>
            <a:endParaRPr lang="en-US"/>
          </a:p>
        </p:txBody>
      </p:sp>
      <p:sp>
        <p:nvSpPr>
          <p:cNvPr id="7" name="Text Placeholder 6">
            <a:extLst>
              <a:ext uri="{FF2B5EF4-FFF2-40B4-BE49-F238E27FC236}">
                <a16:creationId xmlns:a16="http://schemas.microsoft.com/office/drawing/2014/main" id="{3C32928B-4D64-0447-E542-1089DA71B767}"/>
              </a:ext>
            </a:extLst>
          </p:cNvPr>
          <p:cNvSpPr>
            <a:spLocks noGrp="1"/>
          </p:cNvSpPr>
          <p:nvPr>
            <p:ph type="body" sz="quarter" idx="44"/>
          </p:nvPr>
        </p:nvSpPr>
        <p:spPr/>
        <p:txBody>
          <a:bodyPr/>
          <a:lstStyle/>
          <a:p>
            <a:endParaRPr lang="en-US"/>
          </a:p>
        </p:txBody>
      </p:sp>
      <p:sp>
        <p:nvSpPr>
          <p:cNvPr id="8" name="Text Placeholder 7">
            <a:extLst>
              <a:ext uri="{FF2B5EF4-FFF2-40B4-BE49-F238E27FC236}">
                <a16:creationId xmlns:a16="http://schemas.microsoft.com/office/drawing/2014/main" id="{DA15841B-2EFA-8178-C4F3-18088E6FC0CE}"/>
              </a:ext>
            </a:extLst>
          </p:cNvPr>
          <p:cNvSpPr>
            <a:spLocks noGrp="1"/>
          </p:cNvSpPr>
          <p:nvPr>
            <p:ph type="body" sz="quarter" idx="45"/>
          </p:nvPr>
        </p:nvSpPr>
        <p:spPr/>
        <p:txBody>
          <a:bodyPr/>
          <a:lstStyle/>
          <a:p>
            <a:endParaRPr lang="en-US"/>
          </a:p>
        </p:txBody>
      </p:sp>
      <p:sp>
        <p:nvSpPr>
          <p:cNvPr id="9" name="Text Placeholder 8">
            <a:extLst>
              <a:ext uri="{FF2B5EF4-FFF2-40B4-BE49-F238E27FC236}">
                <a16:creationId xmlns:a16="http://schemas.microsoft.com/office/drawing/2014/main" id="{7BB40E48-6CBF-5C93-166D-7FAD72F19DB7}"/>
              </a:ext>
            </a:extLst>
          </p:cNvPr>
          <p:cNvSpPr>
            <a:spLocks noGrp="1"/>
          </p:cNvSpPr>
          <p:nvPr>
            <p:ph type="body" sz="quarter" idx="46"/>
          </p:nvPr>
        </p:nvSpPr>
        <p:spPr/>
        <p:txBody>
          <a:bodyPr/>
          <a:lstStyle/>
          <a:p>
            <a:endParaRPr lang="en-US"/>
          </a:p>
        </p:txBody>
      </p:sp>
      <p:sp>
        <p:nvSpPr>
          <p:cNvPr id="10" name="Picture Placeholder 9">
            <a:extLst>
              <a:ext uri="{FF2B5EF4-FFF2-40B4-BE49-F238E27FC236}">
                <a16:creationId xmlns:a16="http://schemas.microsoft.com/office/drawing/2014/main" id="{590F4DD9-273E-BEB5-D812-61B32E677135}"/>
              </a:ext>
            </a:extLst>
          </p:cNvPr>
          <p:cNvSpPr>
            <a:spLocks noGrp="1"/>
          </p:cNvSpPr>
          <p:nvPr>
            <p:ph type="pic" sz="quarter" idx="47"/>
          </p:nvPr>
        </p:nvSpPr>
        <p:spPr/>
        <p:txBody>
          <a:bodyPr/>
          <a:lstStyle/>
          <a:p>
            <a:endParaRPr lang="en-US"/>
          </a:p>
        </p:txBody>
      </p:sp>
      <p:sp>
        <p:nvSpPr>
          <p:cNvPr id="11" name="Text Placeholder 10">
            <a:extLst>
              <a:ext uri="{FF2B5EF4-FFF2-40B4-BE49-F238E27FC236}">
                <a16:creationId xmlns:a16="http://schemas.microsoft.com/office/drawing/2014/main" id="{4F2BB747-69E9-F8A0-EDBE-E00D5DD1773E}"/>
              </a:ext>
            </a:extLst>
          </p:cNvPr>
          <p:cNvSpPr>
            <a:spLocks noGrp="1"/>
          </p:cNvSpPr>
          <p:nvPr>
            <p:ph type="body" sz="quarter" idx="48"/>
          </p:nvPr>
        </p:nvSpPr>
        <p:spPr/>
        <p:txBody>
          <a:bodyPr/>
          <a:lstStyle/>
          <a:p>
            <a:endParaRPr lang="en-US"/>
          </a:p>
        </p:txBody>
      </p:sp>
      <p:sp>
        <p:nvSpPr>
          <p:cNvPr id="12" name="Text Placeholder 11">
            <a:extLst>
              <a:ext uri="{FF2B5EF4-FFF2-40B4-BE49-F238E27FC236}">
                <a16:creationId xmlns:a16="http://schemas.microsoft.com/office/drawing/2014/main" id="{579DE8A5-D66E-BD68-D332-AD9D1AB25125}"/>
              </a:ext>
            </a:extLst>
          </p:cNvPr>
          <p:cNvSpPr>
            <a:spLocks noGrp="1"/>
          </p:cNvSpPr>
          <p:nvPr>
            <p:ph type="body" sz="quarter" idx="49"/>
          </p:nvPr>
        </p:nvSpPr>
        <p:spPr/>
        <p:txBody>
          <a:bodyPr/>
          <a:lstStyle/>
          <a:p>
            <a:endParaRPr lang="en-US"/>
          </a:p>
        </p:txBody>
      </p:sp>
      <p:sp>
        <p:nvSpPr>
          <p:cNvPr id="13" name="Text Placeholder 12">
            <a:extLst>
              <a:ext uri="{FF2B5EF4-FFF2-40B4-BE49-F238E27FC236}">
                <a16:creationId xmlns:a16="http://schemas.microsoft.com/office/drawing/2014/main" id="{253F85C7-F046-1976-6550-573401C2EFED}"/>
              </a:ext>
            </a:extLst>
          </p:cNvPr>
          <p:cNvSpPr>
            <a:spLocks noGrp="1"/>
          </p:cNvSpPr>
          <p:nvPr>
            <p:ph type="body" sz="quarter" idx="50"/>
          </p:nvPr>
        </p:nvSpPr>
        <p:spPr/>
        <p:txBody>
          <a:bodyPr/>
          <a:lstStyle/>
          <a:p>
            <a:endParaRPr lang="en-US"/>
          </a:p>
        </p:txBody>
      </p:sp>
      <p:sp>
        <p:nvSpPr>
          <p:cNvPr id="14" name="Picture Placeholder 13">
            <a:extLst>
              <a:ext uri="{FF2B5EF4-FFF2-40B4-BE49-F238E27FC236}">
                <a16:creationId xmlns:a16="http://schemas.microsoft.com/office/drawing/2014/main" id="{2144AB06-0D41-3BC7-6ECF-2D347C7C747A}"/>
              </a:ext>
            </a:extLst>
          </p:cNvPr>
          <p:cNvSpPr>
            <a:spLocks noGrp="1"/>
          </p:cNvSpPr>
          <p:nvPr>
            <p:ph type="pic" sz="quarter" idx="51"/>
          </p:nvPr>
        </p:nvSpPr>
        <p:spPr/>
        <p:txBody>
          <a:bodyPr/>
          <a:lstStyle/>
          <a:p>
            <a:endParaRPr lang="en-US"/>
          </a:p>
        </p:txBody>
      </p:sp>
      <p:sp>
        <p:nvSpPr>
          <p:cNvPr id="15" name="Text Placeholder 14">
            <a:extLst>
              <a:ext uri="{FF2B5EF4-FFF2-40B4-BE49-F238E27FC236}">
                <a16:creationId xmlns:a16="http://schemas.microsoft.com/office/drawing/2014/main" id="{8F4F1B4E-DC79-94A5-F127-E84B28AFEB35}"/>
              </a:ext>
            </a:extLst>
          </p:cNvPr>
          <p:cNvSpPr>
            <a:spLocks noGrp="1"/>
          </p:cNvSpPr>
          <p:nvPr>
            <p:ph type="body" sz="quarter" idx="52"/>
          </p:nvPr>
        </p:nvSpPr>
        <p:spPr/>
        <p:txBody>
          <a:bodyPr/>
          <a:lstStyle/>
          <a:p>
            <a:endParaRPr lang="en-US"/>
          </a:p>
        </p:txBody>
      </p:sp>
      <p:sp>
        <p:nvSpPr>
          <p:cNvPr id="16" name="Text Placeholder 15">
            <a:extLst>
              <a:ext uri="{FF2B5EF4-FFF2-40B4-BE49-F238E27FC236}">
                <a16:creationId xmlns:a16="http://schemas.microsoft.com/office/drawing/2014/main" id="{D17BE2E1-C7E5-6468-16FB-B378C4B47826}"/>
              </a:ext>
            </a:extLst>
          </p:cNvPr>
          <p:cNvSpPr>
            <a:spLocks noGrp="1"/>
          </p:cNvSpPr>
          <p:nvPr>
            <p:ph type="body" sz="quarter" idx="53"/>
          </p:nvPr>
        </p:nvSpPr>
        <p:spPr/>
        <p:txBody>
          <a:bodyPr/>
          <a:lstStyle/>
          <a:p>
            <a:endParaRPr lang="en-US"/>
          </a:p>
        </p:txBody>
      </p:sp>
      <p:sp>
        <p:nvSpPr>
          <p:cNvPr id="17" name="Text Placeholder 16">
            <a:extLst>
              <a:ext uri="{FF2B5EF4-FFF2-40B4-BE49-F238E27FC236}">
                <a16:creationId xmlns:a16="http://schemas.microsoft.com/office/drawing/2014/main" id="{986EFA79-94BA-6B58-E538-769CB6D90C21}"/>
              </a:ext>
            </a:extLst>
          </p:cNvPr>
          <p:cNvSpPr>
            <a:spLocks noGrp="1"/>
          </p:cNvSpPr>
          <p:nvPr>
            <p:ph type="body" sz="quarter" idx="54"/>
          </p:nvPr>
        </p:nvSpPr>
        <p:spPr/>
        <p:txBody>
          <a:bodyPr/>
          <a:lstStyle/>
          <a:p>
            <a:endParaRPr lang="en-US"/>
          </a:p>
        </p:txBody>
      </p:sp>
      <p:sp>
        <p:nvSpPr>
          <p:cNvPr id="18" name="Picture Placeholder 17">
            <a:extLst>
              <a:ext uri="{FF2B5EF4-FFF2-40B4-BE49-F238E27FC236}">
                <a16:creationId xmlns:a16="http://schemas.microsoft.com/office/drawing/2014/main" id="{5BBEF173-F393-CD2E-F482-861114077076}"/>
              </a:ext>
            </a:extLst>
          </p:cNvPr>
          <p:cNvSpPr>
            <a:spLocks noGrp="1"/>
          </p:cNvSpPr>
          <p:nvPr>
            <p:ph type="pic" sz="quarter" idx="55"/>
          </p:nvPr>
        </p:nvSpPr>
        <p:spPr/>
        <p:txBody>
          <a:bodyPr/>
          <a:lstStyle/>
          <a:p>
            <a:endParaRPr lang="en-US"/>
          </a:p>
        </p:txBody>
      </p:sp>
    </p:spTree>
    <p:extLst>
      <p:ext uri="{BB962C8B-B14F-4D97-AF65-F5344CB8AC3E}">
        <p14:creationId xmlns:p14="http://schemas.microsoft.com/office/powerpoint/2010/main" val="231994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E5E9EF-78EB-6398-0DF0-5BECEDFE8F6B}"/>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530AA4C7-A663-7035-ED8D-7B43EF350B32}"/>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CED95CBA-6414-EA61-9873-46CA9CE60E8A}"/>
              </a:ext>
            </a:extLst>
          </p:cNvPr>
          <p:cNvSpPr>
            <a:spLocks noGrp="1"/>
          </p:cNvSpPr>
          <p:nvPr>
            <p:ph type="body" sz="quarter" idx="13"/>
          </p:nvPr>
        </p:nvSpPr>
        <p:spPr/>
        <p:txBody>
          <a:bodyPr/>
          <a:lstStyle/>
          <a:p>
            <a:endParaRPr lang="en-US"/>
          </a:p>
        </p:txBody>
      </p:sp>
      <p:sp>
        <p:nvSpPr>
          <p:cNvPr id="5" name="Text Placeholder 4">
            <a:extLst>
              <a:ext uri="{FF2B5EF4-FFF2-40B4-BE49-F238E27FC236}">
                <a16:creationId xmlns:a16="http://schemas.microsoft.com/office/drawing/2014/main" id="{132576D7-AE36-E65F-92C9-8A0BCF089886}"/>
              </a:ext>
            </a:extLst>
          </p:cNvPr>
          <p:cNvSpPr>
            <a:spLocks noGrp="1"/>
          </p:cNvSpPr>
          <p:nvPr>
            <p:ph type="body" sz="quarter" idx="21"/>
          </p:nvPr>
        </p:nvSpPr>
        <p:spPr/>
        <p:txBody>
          <a:bodyPr/>
          <a:lstStyle/>
          <a:p>
            <a:endParaRPr lang="en-US"/>
          </a:p>
        </p:txBody>
      </p:sp>
      <p:sp>
        <p:nvSpPr>
          <p:cNvPr id="6" name="Text Placeholder 5">
            <a:extLst>
              <a:ext uri="{FF2B5EF4-FFF2-40B4-BE49-F238E27FC236}">
                <a16:creationId xmlns:a16="http://schemas.microsoft.com/office/drawing/2014/main" id="{6036C9EA-945B-C3C0-9213-D2681287DFF3}"/>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DFBAF90D-0413-3F52-CE5B-F5EE13BA447E}"/>
              </a:ext>
            </a:extLst>
          </p:cNvPr>
          <p:cNvSpPr>
            <a:spLocks noGrp="1"/>
          </p:cNvSpPr>
          <p:nvPr>
            <p:ph type="body" sz="quarter" idx="23"/>
          </p:nvPr>
        </p:nvSpPr>
        <p:spPr/>
        <p:txBody>
          <a:bodyPr/>
          <a:lstStyle/>
          <a:p>
            <a:endParaRPr lang="en-US"/>
          </a:p>
        </p:txBody>
      </p:sp>
      <p:sp>
        <p:nvSpPr>
          <p:cNvPr id="8" name="Text Placeholder 7">
            <a:extLst>
              <a:ext uri="{FF2B5EF4-FFF2-40B4-BE49-F238E27FC236}">
                <a16:creationId xmlns:a16="http://schemas.microsoft.com/office/drawing/2014/main" id="{EBEED91C-7A4B-3FF7-38C8-6FA061EFD5EA}"/>
              </a:ext>
            </a:extLst>
          </p:cNvPr>
          <p:cNvSpPr>
            <a:spLocks noGrp="1"/>
          </p:cNvSpPr>
          <p:nvPr>
            <p:ph type="body" sz="quarter" idx="24"/>
          </p:nvPr>
        </p:nvSpPr>
        <p:spPr/>
        <p:txBody>
          <a:bodyPr/>
          <a:lstStyle/>
          <a:p>
            <a:endParaRPr lang="en-US"/>
          </a:p>
        </p:txBody>
      </p:sp>
      <p:sp>
        <p:nvSpPr>
          <p:cNvPr id="9" name="Text Placeholder 8">
            <a:extLst>
              <a:ext uri="{FF2B5EF4-FFF2-40B4-BE49-F238E27FC236}">
                <a16:creationId xmlns:a16="http://schemas.microsoft.com/office/drawing/2014/main" id="{23A516C8-4051-FCDC-70A7-AD084F433B4B}"/>
              </a:ext>
            </a:extLst>
          </p:cNvPr>
          <p:cNvSpPr>
            <a:spLocks noGrp="1"/>
          </p:cNvSpPr>
          <p:nvPr>
            <p:ph type="body" sz="quarter" idx="25"/>
          </p:nvPr>
        </p:nvSpPr>
        <p:spPr/>
        <p:txBody>
          <a:bodyPr/>
          <a:lstStyle/>
          <a:p>
            <a:endParaRPr lang="en-US"/>
          </a:p>
        </p:txBody>
      </p:sp>
      <p:sp>
        <p:nvSpPr>
          <p:cNvPr id="10" name="Text Placeholder 9">
            <a:extLst>
              <a:ext uri="{FF2B5EF4-FFF2-40B4-BE49-F238E27FC236}">
                <a16:creationId xmlns:a16="http://schemas.microsoft.com/office/drawing/2014/main" id="{4C57AD6A-4AAB-03A3-CCD8-0371E4B4C829}"/>
              </a:ext>
            </a:extLst>
          </p:cNvPr>
          <p:cNvSpPr>
            <a:spLocks noGrp="1"/>
          </p:cNvSpPr>
          <p:nvPr>
            <p:ph type="body" sz="quarter" idx="26"/>
          </p:nvPr>
        </p:nvSpPr>
        <p:spPr/>
        <p:txBody>
          <a:bodyPr/>
          <a:lstStyle/>
          <a:p>
            <a:endParaRPr lang="en-US"/>
          </a:p>
        </p:txBody>
      </p:sp>
      <p:sp>
        <p:nvSpPr>
          <p:cNvPr id="11" name="Text Placeholder 10">
            <a:extLst>
              <a:ext uri="{FF2B5EF4-FFF2-40B4-BE49-F238E27FC236}">
                <a16:creationId xmlns:a16="http://schemas.microsoft.com/office/drawing/2014/main" id="{9B1A9C7C-4346-68FA-7C54-0A24EACDAA3A}"/>
              </a:ext>
            </a:extLst>
          </p:cNvPr>
          <p:cNvSpPr>
            <a:spLocks noGrp="1"/>
          </p:cNvSpPr>
          <p:nvPr>
            <p:ph type="body" sz="quarter" idx="27"/>
          </p:nvPr>
        </p:nvSpPr>
        <p:spPr/>
        <p:txBody>
          <a:bodyPr/>
          <a:lstStyle/>
          <a:p>
            <a:endParaRPr lang="en-US"/>
          </a:p>
        </p:txBody>
      </p:sp>
      <p:sp>
        <p:nvSpPr>
          <p:cNvPr id="12" name="Text Placeholder 11">
            <a:extLst>
              <a:ext uri="{FF2B5EF4-FFF2-40B4-BE49-F238E27FC236}">
                <a16:creationId xmlns:a16="http://schemas.microsoft.com/office/drawing/2014/main" id="{CB0B36DE-B5B1-B78C-1FD2-718E537D3CC2}"/>
              </a:ext>
            </a:extLst>
          </p:cNvPr>
          <p:cNvSpPr>
            <a:spLocks noGrp="1"/>
          </p:cNvSpPr>
          <p:nvPr>
            <p:ph type="body" sz="quarter" idx="28"/>
          </p:nvPr>
        </p:nvSpPr>
        <p:spPr/>
        <p:txBody>
          <a:bodyPr/>
          <a:lstStyle/>
          <a:p>
            <a:endParaRPr lang="en-US"/>
          </a:p>
        </p:txBody>
      </p:sp>
      <p:sp>
        <p:nvSpPr>
          <p:cNvPr id="13" name="Text Placeholder 12">
            <a:extLst>
              <a:ext uri="{FF2B5EF4-FFF2-40B4-BE49-F238E27FC236}">
                <a16:creationId xmlns:a16="http://schemas.microsoft.com/office/drawing/2014/main" id="{072D2111-4993-D8E7-536E-4BA06F003B6C}"/>
              </a:ext>
            </a:extLst>
          </p:cNvPr>
          <p:cNvSpPr>
            <a:spLocks noGrp="1"/>
          </p:cNvSpPr>
          <p:nvPr>
            <p:ph type="body" sz="quarter" idx="29"/>
          </p:nvPr>
        </p:nvSpPr>
        <p:spPr/>
        <p:txBody>
          <a:bodyPr/>
          <a:lstStyle/>
          <a:p>
            <a:endParaRPr lang="en-US"/>
          </a:p>
        </p:txBody>
      </p:sp>
      <p:sp>
        <p:nvSpPr>
          <p:cNvPr id="14" name="Text Placeholder 13">
            <a:extLst>
              <a:ext uri="{FF2B5EF4-FFF2-40B4-BE49-F238E27FC236}">
                <a16:creationId xmlns:a16="http://schemas.microsoft.com/office/drawing/2014/main" id="{5639DC2B-6228-2E60-71FC-8D09137F7FD9}"/>
              </a:ext>
            </a:extLst>
          </p:cNvPr>
          <p:cNvSpPr>
            <a:spLocks noGrp="1"/>
          </p:cNvSpPr>
          <p:nvPr>
            <p:ph type="body" sz="quarter" idx="30"/>
          </p:nvPr>
        </p:nvSpPr>
        <p:spPr/>
        <p:txBody>
          <a:bodyPr/>
          <a:lstStyle/>
          <a:p>
            <a:endParaRPr lang="en-US"/>
          </a:p>
        </p:txBody>
      </p:sp>
      <p:sp>
        <p:nvSpPr>
          <p:cNvPr id="15" name="Text Placeholder 14">
            <a:extLst>
              <a:ext uri="{FF2B5EF4-FFF2-40B4-BE49-F238E27FC236}">
                <a16:creationId xmlns:a16="http://schemas.microsoft.com/office/drawing/2014/main" id="{3B712455-FC97-41B4-9793-FF99B9769B12}"/>
              </a:ext>
            </a:extLst>
          </p:cNvPr>
          <p:cNvSpPr>
            <a:spLocks noGrp="1"/>
          </p:cNvSpPr>
          <p:nvPr>
            <p:ph type="body" sz="quarter" idx="31"/>
          </p:nvPr>
        </p:nvSpPr>
        <p:spPr/>
        <p:txBody>
          <a:bodyPr/>
          <a:lstStyle/>
          <a:p>
            <a:endParaRPr lang="en-US"/>
          </a:p>
        </p:txBody>
      </p:sp>
      <p:sp>
        <p:nvSpPr>
          <p:cNvPr id="16" name="Text Placeholder 15">
            <a:extLst>
              <a:ext uri="{FF2B5EF4-FFF2-40B4-BE49-F238E27FC236}">
                <a16:creationId xmlns:a16="http://schemas.microsoft.com/office/drawing/2014/main" id="{17F76B5C-0F0C-B66A-493B-892C41705C95}"/>
              </a:ext>
            </a:extLst>
          </p:cNvPr>
          <p:cNvSpPr>
            <a:spLocks noGrp="1"/>
          </p:cNvSpPr>
          <p:nvPr>
            <p:ph type="body" sz="quarter" idx="32"/>
          </p:nvPr>
        </p:nvSpPr>
        <p:spPr/>
        <p:txBody>
          <a:bodyPr/>
          <a:lstStyle/>
          <a:p>
            <a:endParaRPr lang="en-US"/>
          </a:p>
        </p:txBody>
      </p:sp>
      <p:sp>
        <p:nvSpPr>
          <p:cNvPr id="17" name="Text Placeholder 16">
            <a:extLst>
              <a:ext uri="{FF2B5EF4-FFF2-40B4-BE49-F238E27FC236}">
                <a16:creationId xmlns:a16="http://schemas.microsoft.com/office/drawing/2014/main" id="{A5823E96-FCA7-FF9D-701B-7D2882533D39}"/>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3481445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95823-F106-CF27-51AF-AC928FC614F9}"/>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441EA98-F9C5-B6F1-7D04-E8C32B651411}"/>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85BA016C-BBAA-A322-EE3A-BA05182B8C62}"/>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B83D6329-E0D4-A580-EB5F-6258394C19E6}"/>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08BD1B77-3B10-D8A5-9612-7A30FF83EEE3}"/>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126FC2E1-A440-1AC6-0C32-5759936A3175}"/>
              </a:ext>
            </a:extLst>
          </p:cNvPr>
          <p:cNvSpPr>
            <a:spLocks noGrp="1"/>
          </p:cNvSpPr>
          <p:nvPr>
            <p:ph type="body" sz="quarter" idx="15"/>
          </p:nvPr>
        </p:nvSpPr>
        <p:spPr/>
        <p:txBody>
          <a:bodyPr/>
          <a:lstStyle/>
          <a:p>
            <a:endParaRPr lang="en-US"/>
          </a:p>
        </p:txBody>
      </p:sp>
      <p:sp>
        <p:nvSpPr>
          <p:cNvPr id="8" name="Text Placeholder 7">
            <a:extLst>
              <a:ext uri="{FF2B5EF4-FFF2-40B4-BE49-F238E27FC236}">
                <a16:creationId xmlns:a16="http://schemas.microsoft.com/office/drawing/2014/main" id="{E21F704F-9B82-5DF7-CAC4-666D7AEA561D}"/>
              </a:ext>
            </a:extLst>
          </p:cNvPr>
          <p:cNvSpPr>
            <a:spLocks noGrp="1"/>
          </p:cNvSpPr>
          <p:nvPr>
            <p:ph type="body" sz="quarter" idx="16"/>
          </p:nvPr>
        </p:nvSpPr>
        <p:spPr/>
        <p:txBody>
          <a:bodyPr/>
          <a:lstStyle/>
          <a:p>
            <a:endParaRPr lang="en-US"/>
          </a:p>
        </p:txBody>
      </p:sp>
      <p:sp>
        <p:nvSpPr>
          <p:cNvPr id="9" name="Text Placeholder 8">
            <a:extLst>
              <a:ext uri="{FF2B5EF4-FFF2-40B4-BE49-F238E27FC236}">
                <a16:creationId xmlns:a16="http://schemas.microsoft.com/office/drawing/2014/main" id="{B014BBF7-0F7E-B860-42AB-C0BD111B350B}"/>
              </a:ext>
            </a:extLst>
          </p:cNvPr>
          <p:cNvSpPr>
            <a:spLocks noGrp="1"/>
          </p:cNvSpPr>
          <p:nvPr>
            <p:ph type="body" sz="quarter" idx="17"/>
          </p:nvPr>
        </p:nvSpPr>
        <p:spPr/>
        <p:txBody>
          <a:bodyPr/>
          <a:lstStyle/>
          <a:p>
            <a:endParaRPr lang="en-US"/>
          </a:p>
        </p:txBody>
      </p:sp>
      <p:sp>
        <p:nvSpPr>
          <p:cNvPr id="10" name="Text Placeholder 9">
            <a:extLst>
              <a:ext uri="{FF2B5EF4-FFF2-40B4-BE49-F238E27FC236}">
                <a16:creationId xmlns:a16="http://schemas.microsoft.com/office/drawing/2014/main" id="{D78C5D06-F67E-70ED-2B0E-97D515C3A40F}"/>
              </a:ext>
            </a:extLst>
          </p:cNvPr>
          <p:cNvSpPr>
            <a:spLocks noGrp="1"/>
          </p:cNvSpPr>
          <p:nvPr>
            <p:ph type="body" sz="quarter" idx="18"/>
          </p:nvPr>
        </p:nvSpPr>
        <p:spPr/>
        <p:txBody>
          <a:bodyPr/>
          <a:lstStyle/>
          <a:p>
            <a:endParaRPr lang="en-US"/>
          </a:p>
        </p:txBody>
      </p:sp>
      <p:sp>
        <p:nvSpPr>
          <p:cNvPr id="11" name="Text Placeholder 10">
            <a:extLst>
              <a:ext uri="{FF2B5EF4-FFF2-40B4-BE49-F238E27FC236}">
                <a16:creationId xmlns:a16="http://schemas.microsoft.com/office/drawing/2014/main" id="{386D5410-C0BD-D5E1-DADC-0ED19B5284AE}"/>
              </a:ext>
            </a:extLst>
          </p:cNvPr>
          <p:cNvSpPr>
            <a:spLocks noGrp="1"/>
          </p:cNvSpPr>
          <p:nvPr>
            <p:ph type="body" sz="quarter" idx="19"/>
          </p:nvPr>
        </p:nvSpPr>
        <p:spPr/>
        <p:txBody>
          <a:bodyPr/>
          <a:lstStyle/>
          <a:p>
            <a:endParaRPr lang="en-US"/>
          </a:p>
        </p:txBody>
      </p:sp>
      <p:sp>
        <p:nvSpPr>
          <p:cNvPr id="12" name="Text Placeholder 11">
            <a:extLst>
              <a:ext uri="{FF2B5EF4-FFF2-40B4-BE49-F238E27FC236}">
                <a16:creationId xmlns:a16="http://schemas.microsoft.com/office/drawing/2014/main" id="{383B1882-F535-AB15-0A2A-D2A0B7EFF906}"/>
              </a:ext>
            </a:extLst>
          </p:cNvPr>
          <p:cNvSpPr>
            <a:spLocks noGrp="1"/>
          </p:cNvSpPr>
          <p:nvPr>
            <p:ph type="body" sz="quarter" idx="20"/>
          </p:nvPr>
        </p:nvSpPr>
        <p:spPr/>
        <p:txBody>
          <a:bodyPr/>
          <a:lstStyle/>
          <a:p>
            <a:endParaRPr lang="en-US"/>
          </a:p>
        </p:txBody>
      </p:sp>
      <p:sp>
        <p:nvSpPr>
          <p:cNvPr id="13" name="Text Placeholder 12">
            <a:extLst>
              <a:ext uri="{FF2B5EF4-FFF2-40B4-BE49-F238E27FC236}">
                <a16:creationId xmlns:a16="http://schemas.microsoft.com/office/drawing/2014/main" id="{BB0069B8-BBBE-0D40-DD03-8CBE7A2A6348}"/>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0167EFDC-0FC0-F7EC-C35B-B262BAAA670A}"/>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B9919A43-49FE-E9EA-EADB-FC61AB7F6791}"/>
              </a:ext>
            </a:extLst>
          </p:cNvPr>
          <p:cNvSpPr>
            <a:spLocks noGrp="1"/>
          </p:cNvSpPr>
          <p:nvPr>
            <p:ph type="body" sz="quarter" idx="23"/>
          </p:nvPr>
        </p:nvSpPr>
        <p:spPr/>
        <p:txBody>
          <a:bodyPr/>
          <a:lstStyle/>
          <a:p>
            <a:endParaRPr lang="en-US"/>
          </a:p>
        </p:txBody>
      </p:sp>
      <p:sp>
        <p:nvSpPr>
          <p:cNvPr id="16" name="Text Placeholder 15">
            <a:extLst>
              <a:ext uri="{FF2B5EF4-FFF2-40B4-BE49-F238E27FC236}">
                <a16:creationId xmlns:a16="http://schemas.microsoft.com/office/drawing/2014/main" id="{2BF26F6A-2783-D37A-48DB-173B3F2048EF}"/>
              </a:ext>
            </a:extLst>
          </p:cNvPr>
          <p:cNvSpPr>
            <a:spLocks noGrp="1"/>
          </p:cNvSpPr>
          <p:nvPr>
            <p:ph type="body" sz="quarter" idx="24"/>
          </p:nvPr>
        </p:nvSpPr>
        <p:spPr/>
        <p:txBody>
          <a:bodyPr/>
          <a:lstStyle/>
          <a:p>
            <a:endParaRPr lang="en-US"/>
          </a:p>
        </p:txBody>
      </p:sp>
      <p:sp>
        <p:nvSpPr>
          <p:cNvPr id="17" name="Text Placeholder 16">
            <a:extLst>
              <a:ext uri="{FF2B5EF4-FFF2-40B4-BE49-F238E27FC236}">
                <a16:creationId xmlns:a16="http://schemas.microsoft.com/office/drawing/2014/main" id="{1C67E552-016D-7151-598F-B1B42F43E914}"/>
              </a:ext>
            </a:extLst>
          </p:cNvPr>
          <p:cNvSpPr>
            <a:spLocks noGrp="1"/>
          </p:cNvSpPr>
          <p:nvPr>
            <p:ph type="body" sz="quarter" idx="25"/>
          </p:nvPr>
        </p:nvSpPr>
        <p:spPr/>
        <p:txBody>
          <a:bodyPr/>
          <a:lstStyle/>
          <a:p>
            <a:endParaRPr lang="en-US"/>
          </a:p>
        </p:txBody>
      </p:sp>
      <p:sp>
        <p:nvSpPr>
          <p:cNvPr id="18" name="Text Placeholder 17">
            <a:extLst>
              <a:ext uri="{FF2B5EF4-FFF2-40B4-BE49-F238E27FC236}">
                <a16:creationId xmlns:a16="http://schemas.microsoft.com/office/drawing/2014/main" id="{5EA7BBAE-489F-3F81-6572-CF35DACF15A6}"/>
              </a:ext>
            </a:extLst>
          </p:cNvPr>
          <p:cNvSpPr>
            <a:spLocks noGrp="1"/>
          </p:cNvSpPr>
          <p:nvPr>
            <p:ph type="body" sz="quarter" idx="26"/>
          </p:nvPr>
        </p:nvSpPr>
        <p:spPr/>
        <p:txBody>
          <a:bodyPr/>
          <a:lstStyle/>
          <a:p>
            <a:endParaRPr lang="en-US"/>
          </a:p>
        </p:txBody>
      </p:sp>
      <p:sp>
        <p:nvSpPr>
          <p:cNvPr id="19" name="Text Placeholder 18">
            <a:extLst>
              <a:ext uri="{FF2B5EF4-FFF2-40B4-BE49-F238E27FC236}">
                <a16:creationId xmlns:a16="http://schemas.microsoft.com/office/drawing/2014/main" id="{CF99FEFF-79F3-0896-EB8E-F9F9716FD8BE}"/>
              </a:ext>
            </a:extLst>
          </p:cNvPr>
          <p:cNvSpPr>
            <a:spLocks noGrp="1"/>
          </p:cNvSpPr>
          <p:nvPr>
            <p:ph type="body" sz="quarter" idx="27"/>
          </p:nvPr>
        </p:nvSpPr>
        <p:spPr/>
        <p:txBody>
          <a:bodyPr/>
          <a:lstStyle/>
          <a:p>
            <a:endParaRPr lang="en-US"/>
          </a:p>
        </p:txBody>
      </p:sp>
      <p:sp>
        <p:nvSpPr>
          <p:cNvPr id="20" name="Text Placeholder 19">
            <a:extLst>
              <a:ext uri="{FF2B5EF4-FFF2-40B4-BE49-F238E27FC236}">
                <a16:creationId xmlns:a16="http://schemas.microsoft.com/office/drawing/2014/main" id="{8F0A50F4-BF64-1913-3752-83E7BA585267}"/>
              </a:ext>
            </a:extLst>
          </p:cNvPr>
          <p:cNvSpPr>
            <a:spLocks noGrp="1"/>
          </p:cNvSpPr>
          <p:nvPr>
            <p:ph type="body" sz="quarter" idx="28"/>
          </p:nvPr>
        </p:nvSpPr>
        <p:spPr/>
        <p:txBody>
          <a:bodyPr/>
          <a:lstStyle/>
          <a:p>
            <a:endParaRPr lang="en-US"/>
          </a:p>
        </p:txBody>
      </p:sp>
      <p:sp>
        <p:nvSpPr>
          <p:cNvPr id="21" name="Text Placeholder 20">
            <a:extLst>
              <a:ext uri="{FF2B5EF4-FFF2-40B4-BE49-F238E27FC236}">
                <a16:creationId xmlns:a16="http://schemas.microsoft.com/office/drawing/2014/main" id="{22950F20-6D3C-3DEA-5719-C1D3643CC98A}"/>
              </a:ext>
            </a:extLst>
          </p:cNvPr>
          <p:cNvSpPr>
            <a:spLocks noGrp="1"/>
          </p:cNvSpPr>
          <p:nvPr>
            <p:ph type="body" sz="quarter" idx="29"/>
          </p:nvPr>
        </p:nvSpPr>
        <p:spPr/>
        <p:txBody>
          <a:bodyPr/>
          <a:lstStyle/>
          <a:p>
            <a:endParaRPr lang="en-US"/>
          </a:p>
        </p:txBody>
      </p:sp>
      <p:sp>
        <p:nvSpPr>
          <p:cNvPr id="22" name="Text Placeholder 21">
            <a:extLst>
              <a:ext uri="{FF2B5EF4-FFF2-40B4-BE49-F238E27FC236}">
                <a16:creationId xmlns:a16="http://schemas.microsoft.com/office/drawing/2014/main" id="{78068358-29A2-F586-CD1D-7677C6D6E7F7}"/>
              </a:ext>
            </a:extLst>
          </p:cNvPr>
          <p:cNvSpPr>
            <a:spLocks noGrp="1"/>
          </p:cNvSpPr>
          <p:nvPr>
            <p:ph type="body" sz="quarter" idx="30"/>
          </p:nvPr>
        </p:nvSpPr>
        <p:spPr/>
        <p:txBody>
          <a:bodyPr/>
          <a:lstStyle/>
          <a:p>
            <a:endParaRPr lang="en-US"/>
          </a:p>
        </p:txBody>
      </p:sp>
      <p:sp>
        <p:nvSpPr>
          <p:cNvPr id="23" name="Text Placeholder 22">
            <a:extLst>
              <a:ext uri="{FF2B5EF4-FFF2-40B4-BE49-F238E27FC236}">
                <a16:creationId xmlns:a16="http://schemas.microsoft.com/office/drawing/2014/main" id="{3158D57D-E667-2E07-A2FD-7D245C3C9591}"/>
              </a:ext>
            </a:extLst>
          </p:cNvPr>
          <p:cNvSpPr>
            <a:spLocks noGrp="1"/>
          </p:cNvSpPr>
          <p:nvPr>
            <p:ph type="body" sz="quarter" idx="31"/>
          </p:nvPr>
        </p:nvSpPr>
        <p:spPr/>
        <p:txBody>
          <a:bodyPr/>
          <a:lstStyle/>
          <a:p>
            <a:endParaRPr lang="en-US"/>
          </a:p>
        </p:txBody>
      </p:sp>
      <p:sp>
        <p:nvSpPr>
          <p:cNvPr id="24" name="Text Placeholder 23">
            <a:extLst>
              <a:ext uri="{FF2B5EF4-FFF2-40B4-BE49-F238E27FC236}">
                <a16:creationId xmlns:a16="http://schemas.microsoft.com/office/drawing/2014/main" id="{9848CC2A-865A-E484-4C0A-7859C4E9AFF7}"/>
              </a:ext>
            </a:extLst>
          </p:cNvPr>
          <p:cNvSpPr>
            <a:spLocks noGrp="1"/>
          </p:cNvSpPr>
          <p:nvPr>
            <p:ph type="body" sz="quarter" idx="32"/>
          </p:nvPr>
        </p:nvSpPr>
        <p:spPr/>
        <p:txBody>
          <a:bodyPr/>
          <a:lstStyle/>
          <a:p>
            <a:endParaRPr lang="en-US"/>
          </a:p>
        </p:txBody>
      </p:sp>
      <p:sp>
        <p:nvSpPr>
          <p:cNvPr id="25" name="Text Placeholder 24">
            <a:extLst>
              <a:ext uri="{FF2B5EF4-FFF2-40B4-BE49-F238E27FC236}">
                <a16:creationId xmlns:a16="http://schemas.microsoft.com/office/drawing/2014/main" id="{082F481B-7A72-0FEA-DA20-21255E92AFFB}"/>
              </a:ext>
            </a:extLst>
          </p:cNvPr>
          <p:cNvSpPr>
            <a:spLocks noGrp="1"/>
          </p:cNvSpPr>
          <p:nvPr>
            <p:ph type="body" sz="quarter" idx="33"/>
          </p:nvPr>
        </p:nvSpPr>
        <p:spPr/>
        <p:txBody>
          <a:bodyPr/>
          <a:lstStyle/>
          <a:p>
            <a:endParaRPr lang="en-US"/>
          </a:p>
        </p:txBody>
      </p:sp>
    </p:spTree>
    <p:extLst>
      <p:ext uri="{BB962C8B-B14F-4D97-AF65-F5344CB8AC3E}">
        <p14:creationId xmlns:p14="http://schemas.microsoft.com/office/powerpoint/2010/main" val="2711003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B0E0AA-FA10-9711-A328-894B8B0C7F1C}"/>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8A166953-32EE-A6B7-49AA-DED12499A2C0}"/>
              </a:ext>
            </a:extLst>
          </p:cNvPr>
          <p:cNvSpPr>
            <a:spLocks noGrp="1"/>
          </p:cNvSpPr>
          <p:nvPr>
            <p:ph type="body" sz="quarter" idx="13"/>
          </p:nvPr>
        </p:nvSpPr>
        <p:spPr/>
        <p:txBody>
          <a:bodyPr/>
          <a:lstStyle/>
          <a:p>
            <a:endParaRPr lang="en-US"/>
          </a:p>
        </p:txBody>
      </p:sp>
      <p:sp>
        <p:nvSpPr>
          <p:cNvPr id="4" name="Text Placeholder 3">
            <a:extLst>
              <a:ext uri="{FF2B5EF4-FFF2-40B4-BE49-F238E27FC236}">
                <a16:creationId xmlns:a16="http://schemas.microsoft.com/office/drawing/2014/main" id="{0D683C31-869B-A28D-E43A-FFEC27B56BD2}"/>
              </a:ext>
            </a:extLst>
          </p:cNvPr>
          <p:cNvSpPr>
            <a:spLocks noGrp="1"/>
          </p:cNvSpPr>
          <p:nvPr>
            <p:ph type="body" sz="quarter" idx="33"/>
          </p:nvPr>
        </p:nvSpPr>
        <p:spPr/>
        <p:txBody>
          <a:bodyPr/>
          <a:lstStyle/>
          <a:p>
            <a:endParaRPr lang="en-US"/>
          </a:p>
        </p:txBody>
      </p:sp>
      <p:sp>
        <p:nvSpPr>
          <p:cNvPr id="5" name="Text Placeholder 4">
            <a:extLst>
              <a:ext uri="{FF2B5EF4-FFF2-40B4-BE49-F238E27FC236}">
                <a16:creationId xmlns:a16="http://schemas.microsoft.com/office/drawing/2014/main" id="{A26A06C8-758E-92FE-D2A2-5F71AFC10B12}"/>
              </a:ext>
            </a:extLst>
          </p:cNvPr>
          <p:cNvSpPr>
            <a:spLocks noGrp="1"/>
          </p:cNvSpPr>
          <p:nvPr>
            <p:ph type="body" sz="quarter" idx="44"/>
          </p:nvPr>
        </p:nvSpPr>
        <p:spPr/>
        <p:txBody>
          <a:bodyPr/>
          <a:lstStyle/>
          <a:p>
            <a:endParaRPr lang="en-US"/>
          </a:p>
        </p:txBody>
      </p:sp>
      <p:sp>
        <p:nvSpPr>
          <p:cNvPr id="6" name="Text Placeholder 5">
            <a:extLst>
              <a:ext uri="{FF2B5EF4-FFF2-40B4-BE49-F238E27FC236}">
                <a16:creationId xmlns:a16="http://schemas.microsoft.com/office/drawing/2014/main" id="{832DE97D-7BE0-0808-7791-5095D17A454E}"/>
              </a:ext>
            </a:extLst>
          </p:cNvPr>
          <p:cNvSpPr>
            <a:spLocks noGrp="1"/>
          </p:cNvSpPr>
          <p:nvPr>
            <p:ph type="body" sz="quarter" idx="46"/>
          </p:nvPr>
        </p:nvSpPr>
        <p:spPr/>
        <p:txBody>
          <a:bodyPr/>
          <a:lstStyle/>
          <a:p>
            <a:endParaRPr lang="en-US"/>
          </a:p>
        </p:txBody>
      </p:sp>
      <p:sp>
        <p:nvSpPr>
          <p:cNvPr id="7" name="Text Placeholder 6">
            <a:extLst>
              <a:ext uri="{FF2B5EF4-FFF2-40B4-BE49-F238E27FC236}">
                <a16:creationId xmlns:a16="http://schemas.microsoft.com/office/drawing/2014/main" id="{24888E63-7324-3C4A-B5BC-FE8A960C85AC}"/>
              </a:ext>
            </a:extLst>
          </p:cNvPr>
          <p:cNvSpPr>
            <a:spLocks noGrp="1"/>
          </p:cNvSpPr>
          <p:nvPr>
            <p:ph type="body" sz="quarter" idx="48"/>
          </p:nvPr>
        </p:nvSpPr>
        <p:spPr/>
        <p:txBody>
          <a:bodyPr/>
          <a:lstStyle/>
          <a:p>
            <a:endParaRPr lang="en-US"/>
          </a:p>
        </p:txBody>
      </p:sp>
      <p:sp>
        <p:nvSpPr>
          <p:cNvPr id="8" name="Text Placeholder 7">
            <a:extLst>
              <a:ext uri="{FF2B5EF4-FFF2-40B4-BE49-F238E27FC236}">
                <a16:creationId xmlns:a16="http://schemas.microsoft.com/office/drawing/2014/main" id="{9F9CB6C9-6744-6ED7-7D55-9E8D5E7A72CB}"/>
              </a:ext>
            </a:extLst>
          </p:cNvPr>
          <p:cNvSpPr>
            <a:spLocks noGrp="1"/>
          </p:cNvSpPr>
          <p:nvPr>
            <p:ph type="body" sz="quarter" idx="50"/>
          </p:nvPr>
        </p:nvSpPr>
        <p:spPr/>
        <p:txBody>
          <a:bodyPr/>
          <a:lstStyle/>
          <a:p>
            <a:endParaRPr lang="en-US"/>
          </a:p>
        </p:txBody>
      </p:sp>
      <p:sp>
        <p:nvSpPr>
          <p:cNvPr id="9" name="Text Placeholder 8">
            <a:extLst>
              <a:ext uri="{FF2B5EF4-FFF2-40B4-BE49-F238E27FC236}">
                <a16:creationId xmlns:a16="http://schemas.microsoft.com/office/drawing/2014/main" id="{EC5A1DDB-3250-DE73-FA7E-F40B4377DA83}"/>
              </a:ext>
            </a:extLst>
          </p:cNvPr>
          <p:cNvSpPr>
            <a:spLocks noGrp="1"/>
          </p:cNvSpPr>
          <p:nvPr>
            <p:ph type="body" sz="quarter" idx="52"/>
          </p:nvPr>
        </p:nvSpPr>
        <p:spPr/>
        <p:txBody>
          <a:bodyPr/>
          <a:lstStyle/>
          <a:p>
            <a:endParaRPr lang="en-US"/>
          </a:p>
        </p:txBody>
      </p:sp>
      <p:sp>
        <p:nvSpPr>
          <p:cNvPr id="10" name="Text Placeholder 9">
            <a:extLst>
              <a:ext uri="{FF2B5EF4-FFF2-40B4-BE49-F238E27FC236}">
                <a16:creationId xmlns:a16="http://schemas.microsoft.com/office/drawing/2014/main" id="{A4A9187F-5187-4D69-D57F-0E01D97898E4}"/>
              </a:ext>
            </a:extLst>
          </p:cNvPr>
          <p:cNvSpPr>
            <a:spLocks noGrp="1"/>
          </p:cNvSpPr>
          <p:nvPr>
            <p:ph type="body" sz="quarter" idx="54"/>
          </p:nvPr>
        </p:nvSpPr>
        <p:spPr/>
        <p:txBody>
          <a:bodyPr/>
          <a:lstStyle/>
          <a:p>
            <a:endParaRPr lang="en-US"/>
          </a:p>
        </p:txBody>
      </p:sp>
      <p:sp>
        <p:nvSpPr>
          <p:cNvPr id="11" name="Text Placeholder 10">
            <a:extLst>
              <a:ext uri="{FF2B5EF4-FFF2-40B4-BE49-F238E27FC236}">
                <a16:creationId xmlns:a16="http://schemas.microsoft.com/office/drawing/2014/main" id="{F123D7B5-0F05-84FD-18EB-33DC59E94450}"/>
              </a:ext>
            </a:extLst>
          </p:cNvPr>
          <p:cNvSpPr>
            <a:spLocks noGrp="1"/>
          </p:cNvSpPr>
          <p:nvPr>
            <p:ph type="body" sz="quarter" idx="55"/>
          </p:nvPr>
        </p:nvSpPr>
        <p:spPr/>
        <p:txBody>
          <a:bodyPr/>
          <a:lstStyle/>
          <a:p>
            <a:endParaRPr lang="en-US"/>
          </a:p>
        </p:txBody>
      </p:sp>
      <p:sp>
        <p:nvSpPr>
          <p:cNvPr id="12" name="Text Placeholder 11">
            <a:extLst>
              <a:ext uri="{FF2B5EF4-FFF2-40B4-BE49-F238E27FC236}">
                <a16:creationId xmlns:a16="http://schemas.microsoft.com/office/drawing/2014/main" id="{3F53A76A-A367-BE6B-BC02-BDBA7927CB49}"/>
              </a:ext>
            </a:extLst>
          </p:cNvPr>
          <p:cNvSpPr>
            <a:spLocks noGrp="1"/>
          </p:cNvSpPr>
          <p:nvPr>
            <p:ph type="body" sz="quarter" idx="56"/>
          </p:nvPr>
        </p:nvSpPr>
        <p:spPr/>
        <p:txBody>
          <a:bodyPr/>
          <a:lstStyle/>
          <a:p>
            <a:endParaRPr lang="en-US"/>
          </a:p>
        </p:txBody>
      </p:sp>
      <p:sp>
        <p:nvSpPr>
          <p:cNvPr id="13" name="Text Placeholder 12">
            <a:extLst>
              <a:ext uri="{FF2B5EF4-FFF2-40B4-BE49-F238E27FC236}">
                <a16:creationId xmlns:a16="http://schemas.microsoft.com/office/drawing/2014/main" id="{17A1693A-59B6-6BFC-6640-251FF7930C15}"/>
              </a:ext>
            </a:extLst>
          </p:cNvPr>
          <p:cNvSpPr>
            <a:spLocks noGrp="1"/>
          </p:cNvSpPr>
          <p:nvPr>
            <p:ph type="body" sz="quarter" idx="57"/>
          </p:nvPr>
        </p:nvSpPr>
        <p:spPr/>
        <p:txBody>
          <a:bodyPr/>
          <a:lstStyle/>
          <a:p>
            <a:endParaRPr lang="en-US"/>
          </a:p>
        </p:txBody>
      </p:sp>
      <p:sp>
        <p:nvSpPr>
          <p:cNvPr id="14" name="Text Placeholder 13">
            <a:extLst>
              <a:ext uri="{FF2B5EF4-FFF2-40B4-BE49-F238E27FC236}">
                <a16:creationId xmlns:a16="http://schemas.microsoft.com/office/drawing/2014/main" id="{4DC6B26A-A57C-050B-A1FC-2C5A780EC0A1}"/>
              </a:ext>
            </a:extLst>
          </p:cNvPr>
          <p:cNvSpPr>
            <a:spLocks noGrp="1"/>
          </p:cNvSpPr>
          <p:nvPr>
            <p:ph type="body" sz="quarter" idx="58"/>
          </p:nvPr>
        </p:nvSpPr>
        <p:spPr/>
        <p:txBody>
          <a:bodyPr/>
          <a:lstStyle/>
          <a:p>
            <a:endParaRPr lang="en-US"/>
          </a:p>
        </p:txBody>
      </p:sp>
      <p:sp>
        <p:nvSpPr>
          <p:cNvPr id="15" name="Picture Placeholder 14">
            <a:extLst>
              <a:ext uri="{FF2B5EF4-FFF2-40B4-BE49-F238E27FC236}">
                <a16:creationId xmlns:a16="http://schemas.microsoft.com/office/drawing/2014/main" id="{8CEDA992-4FCB-5B45-A11F-DF9F20799A3E}"/>
              </a:ext>
            </a:extLst>
          </p:cNvPr>
          <p:cNvSpPr>
            <a:spLocks noGrp="1"/>
          </p:cNvSpPr>
          <p:nvPr>
            <p:ph type="pic" sz="quarter" idx="59"/>
          </p:nvPr>
        </p:nvSpPr>
        <p:spPr/>
        <p:txBody>
          <a:bodyPr/>
          <a:lstStyle/>
          <a:p>
            <a:endParaRPr lang="en-US"/>
          </a:p>
        </p:txBody>
      </p:sp>
    </p:spTree>
    <p:extLst>
      <p:ext uri="{BB962C8B-B14F-4D97-AF65-F5344CB8AC3E}">
        <p14:creationId xmlns:p14="http://schemas.microsoft.com/office/powerpoint/2010/main" val="89519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nline Image Placeholder 1">
            <a:extLst>
              <a:ext uri="{FF2B5EF4-FFF2-40B4-BE49-F238E27FC236}">
                <a16:creationId xmlns:a16="http://schemas.microsoft.com/office/drawing/2014/main" id="{4F44D660-3644-C334-C2F3-99554D2C9DE5}"/>
              </a:ext>
            </a:extLst>
          </p:cNvPr>
          <p:cNvSpPr>
            <a:spLocks noGrp="1"/>
          </p:cNvSpPr>
          <p:nvPr>
            <p:ph type="clipArt" sz="quarter" idx="22"/>
          </p:nvPr>
        </p:nvSpPr>
        <p:spPr/>
        <p:txBody>
          <a:bodyPr/>
          <a:lstStyle/>
          <a:p>
            <a:endParaRPr lang="en-US"/>
          </a:p>
        </p:txBody>
      </p:sp>
      <p:sp>
        <p:nvSpPr>
          <p:cNvPr id="3" name="Text Placeholder 2">
            <a:extLst>
              <a:ext uri="{FF2B5EF4-FFF2-40B4-BE49-F238E27FC236}">
                <a16:creationId xmlns:a16="http://schemas.microsoft.com/office/drawing/2014/main" id="{38A61110-5D29-A7E7-B7C2-39B50CEFCADB}"/>
              </a:ext>
            </a:extLst>
          </p:cNvPr>
          <p:cNvSpPr>
            <a:spLocks noGrp="1"/>
          </p:cNvSpPr>
          <p:nvPr>
            <p:ph type="body" sz="quarter" idx="26"/>
          </p:nvPr>
        </p:nvSpPr>
        <p:spPr/>
        <p:txBody>
          <a:bodyPr/>
          <a:lstStyle/>
          <a:p>
            <a:endParaRPr lang="en-US"/>
          </a:p>
        </p:txBody>
      </p:sp>
      <p:sp>
        <p:nvSpPr>
          <p:cNvPr id="4" name="Text Placeholder 3">
            <a:extLst>
              <a:ext uri="{FF2B5EF4-FFF2-40B4-BE49-F238E27FC236}">
                <a16:creationId xmlns:a16="http://schemas.microsoft.com/office/drawing/2014/main" id="{CB2E0DBF-1B00-17B0-14FB-A3FCC9D48E50}"/>
              </a:ext>
            </a:extLst>
          </p:cNvPr>
          <p:cNvSpPr>
            <a:spLocks noGrp="1"/>
          </p:cNvSpPr>
          <p:nvPr>
            <p:ph type="body" sz="quarter" idx="29"/>
          </p:nvPr>
        </p:nvSpPr>
        <p:spPr/>
        <p:txBody>
          <a:bodyPr/>
          <a:lstStyle/>
          <a:p>
            <a:endParaRPr lang="en-US"/>
          </a:p>
        </p:txBody>
      </p:sp>
      <p:sp>
        <p:nvSpPr>
          <p:cNvPr id="5" name="Text Placeholder 4">
            <a:extLst>
              <a:ext uri="{FF2B5EF4-FFF2-40B4-BE49-F238E27FC236}">
                <a16:creationId xmlns:a16="http://schemas.microsoft.com/office/drawing/2014/main" id="{435E94CC-811E-FC4F-F8ED-8492DB857C9F}"/>
              </a:ext>
            </a:extLst>
          </p:cNvPr>
          <p:cNvSpPr>
            <a:spLocks noGrp="1"/>
          </p:cNvSpPr>
          <p:nvPr>
            <p:ph type="body" sz="quarter" idx="30"/>
          </p:nvPr>
        </p:nvSpPr>
        <p:spPr/>
        <p:txBody>
          <a:bodyPr/>
          <a:lstStyle/>
          <a:p>
            <a:endParaRPr lang="en-US"/>
          </a:p>
        </p:txBody>
      </p:sp>
      <p:sp>
        <p:nvSpPr>
          <p:cNvPr id="6" name="Online Image Placeholder 5">
            <a:extLst>
              <a:ext uri="{FF2B5EF4-FFF2-40B4-BE49-F238E27FC236}">
                <a16:creationId xmlns:a16="http://schemas.microsoft.com/office/drawing/2014/main" id="{EE51DACA-3EE3-F04B-91B3-7E78F3FFFDF6}"/>
              </a:ext>
            </a:extLst>
          </p:cNvPr>
          <p:cNvSpPr>
            <a:spLocks noGrp="1"/>
          </p:cNvSpPr>
          <p:nvPr>
            <p:ph type="clipArt" sz="quarter" idx="31"/>
          </p:nvPr>
        </p:nvSpPr>
        <p:spPr/>
        <p:txBody>
          <a:bodyPr/>
          <a:lstStyle/>
          <a:p>
            <a:endParaRPr lang="en-US"/>
          </a:p>
        </p:txBody>
      </p:sp>
      <p:sp>
        <p:nvSpPr>
          <p:cNvPr id="7" name="Text Placeholder 6">
            <a:extLst>
              <a:ext uri="{FF2B5EF4-FFF2-40B4-BE49-F238E27FC236}">
                <a16:creationId xmlns:a16="http://schemas.microsoft.com/office/drawing/2014/main" id="{08598D55-6623-921F-16F0-A04687C9A2AF}"/>
              </a:ext>
            </a:extLst>
          </p:cNvPr>
          <p:cNvSpPr>
            <a:spLocks noGrp="1"/>
          </p:cNvSpPr>
          <p:nvPr>
            <p:ph type="body" sz="quarter" idx="32"/>
          </p:nvPr>
        </p:nvSpPr>
        <p:spPr/>
        <p:txBody>
          <a:bodyPr/>
          <a:lstStyle/>
          <a:p>
            <a:endParaRPr lang="en-US"/>
          </a:p>
        </p:txBody>
      </p:sp>
      <p:sp>
        <p:nvSpPr>
          <p:cNvPr id="8" name="Text Placeholder 7">
            <a:extLst>
              <a:ext uri="{FF2B5EF4-FFF2-40B4-BE49-F238E27FC236}">
                <a16:creationId xmlns:a16="http://schemas.microsoft.com/office/drawing/2014/main" id="{6DC73538-052E-0C74-2C31-C4DA2BE18C07}"/>
              </a:ext>
            </a:extLst>
          </p:cNvPr>
          <p:cNvSpPr>
            <a:spLocks noGrp="1"/>
          </p:cNvSpPr>
          <p:nvPr>
            <p:ph type="body" sz="quarter" idx="33"/>
          </p:nvPr>
        </p:nvSpPr>
        <p:spPr/>
        <p:txBody>
          <a:bodyPr/>
          <a:lstStyle/>
          <a:p>
            <a:endParaRPr lang="en-US"/>
          </a:p>
        </p:txBody>
      </p:sp>
      <p:sp>
        <p:nvSpPr>
          <p:cNvPr id="9" name="Online Image Placeholder 8">
            <a:extLst>
              <a:ext uri="{FF2B5EF4-FFF2-40B4-BE49-F238E27FC236}">
                <a16:creationId xmlns:a16="http://schemas.microsoft.com/office/drawing/2014/main" id="{19DB8543-DBEE-8B47-EA11-844AF8D88A1F}"/>
              </a:ext>
            </a:extLst>
          </p:cNvPr>
          <p:cNvSpPr>
            <a:spLocks noGrp="1"/>
          </p:cNvSpPr>
          <p:nvPr>
            <p:ph type="clipArt" sz="quarter" idx="34"/>
          </p:nvPr>
        </p:nvSpPr>
        <p:spPr/>
        <p:txBody>
          <a:bodyPr/>
          <a:lstStyle/>
          <a:p>
            <a:endParaRPr lang="en-US"/>
          </a:p>
        </p:txBody>
      </p:sp>
      <p:sp>
        <p:nvSpPr>
          <p:cNvPr id="10" name="Text Placeholder 9">
            <a:extLst>
              <a:ext uri="{FF2B5EF4-FFF2-40B4-BE49-F238E27FC236}">
                <a16:creationId xmlns:a16="http://schemas.microsoft.com/office/drawing/2014/main" id="{A40DBDE8-9B9B-2D7F-76C4-F9F71513C5F6}"/>
              </a:ext>
            </a:extLst>
          </p:cNvPr>
          <p:cNvSpPr>
            <a:spLocks noGrp="1"/>
          </p:cNvSpPr>
          <p:nvPr>
            <p:ph type="body" sz="quarter" idx="35"/>
          </p:nvPr>
        </p:nvSpPr>
        <p:spPr/>
        <p:txBody>
          <a:bodyPr/>
          <a:lstStyle/>
          <a:p>
            <a:endParaRPr lang="en-US"/>
          </a:p>
        </p:txBody>
      </p:sp>
      <p:sp>
        <p:nvSpPr>
          <p:cNvPr id="11" name="Text Placeholder 10">
            <a:extLst>
              <a:ext uri="{FF2B5EF4-FFF2-40B4-BE49-F238E27FC236}">
                <a16:creationId xmlns:a16="http://schemas.microsoft.com/office/drawing/2014/main" id="{0D68A213-6F94-C5B5-69E3-20C5FD43308F}"/>
              </a:ext>
            </a:extLst>
          </p:cNvPr>
          <p:cNvSpPr>
            <a:spLocks noGrp="1"/>
          </p:cNvSpPr>
          <p:nvPr>
            <p:ph type="body" sz="quarter" idx="36"/>
          </p:nvPr>
        </p:nvSpPr>
        <p:spPr/>
        <p:txBody>
          <a:bodyPr/>
          <a:lstStyle/>
          <a:p>
            <a:endParaRPr lang="en-US"/>
          </a:p>
        </p:txBody>
      </p:sp>
      <p:sp>
        <p:nvSpPr>
          <p:cNvPr id="12" name="Online Image Placeholder 11">
            <a:extLst>
              <a:ext uri="{FF2B5EF4-FFF2-40B4-BE49-F238E27FC236}">
                <a16:creationId xmlns:a16="http://schemas.microsoft.com/office/drawing/2014/main" id="{75355793-989D-85E4-86C3-70ACA398EF42}"/>
              </a:ext>
            </a:extLst>
          </p:cNvPr>
          <p:cNvSpPr>
            <a:spLocks noGrp="1"/>
          </p:cNvSpPr>
          <p:nvPr>
            <p:ph type="clipArt" sz="quarter" idx="37"/>
          </p:nvPr>
        </p:nvSpPr>
        <p:spPr/>
        <p:txBody>
          <a:bodyPr/>
          <a:lstStyle/>
          <a:p>
            <a:endParaRPr lang="en-US"/>
          </a:p>
        </p:txBody>
      </p:sp>
      <p:sp>
        <p:nvSpPr>
          <p:cNvPr id="13" name="Text Placeholder 12">
            <a:extLst>
              <a:ext uri="{FF2B5EF4-FFF2-40B4-BE49-F238E27FC236}">
                <a16:creationId xmlns:a16="http://schemas.microsoft.com/office/drawing/2014/main" id="{36B79838-3E8E-B3A5-DD0D-B2AB716936A0}"/>
              </a:ext>
            </a:extLst>
          </p:cNvPr>
          <p:cNvSpPr>
            <a:spLocks noGrp="1"/>
          </p:cNvSpPr>
          <p:nvPr>
            <p:ph type="body" sz="quarter" idx="38"/>
          </p:nvPr>
        </p:nvSpPr>
        <p:spPr/>
        <p:txBody>
          <a:bodyPr/>
          <a:lstStyle/>
          <a:p>
            <a:endParaRPr lang="en-US"/>
          </a:p>
        </p:txBody>
      </p:sp>
      <p:sp>
        <p:nvSpPr>
          <p:cNvPr id="14" name="Text Placeholder 13">
            <a:extLst>
              <a:ext uri="{FF2B5EF4-FFF2-40B4-BE49-F238E27FC236}">
                <a16:creationId xmlns:a16="http://schemas.microsoft.com/office/drawing/2014/main" id="{A3919977-D23A-8691-5874-A08434BDAEC6}"/>
              </a:ext>
            </a:extLst>
          </p:cNvPr>
          <p:cNvSpPr>
            <a:spLocks noGrp="1"/>
          </p:cNvSpPr>
          <p:nvPr>
            <p:ph type="body" sz="quarter" idx="39"/>
          </p:nvPr>
        </p:nvSpPr>
        <p:spPr/>
        <p:txBody>
          <a:bodyPr/>
          <a:lstStyle/>
          <a:p>
            <a:endParaRPr lang="en-US"/>
          </a:p>
        </p:txBody>
      </p:sp>
      <p:sp>
        <p:nvSpPr>
          <p:cNvPr id="15" name="Text Placeholder 14">
            <a:extLst>
              <a:ext uri="{FF2B5EF4-FFF2-40B4-BE49-F238E27FC236}">
                <a16:creationId xmlns:a16="http://schemas.microsoft.com/office/drawing/2014/main" id="{1E655378-DCD0-A852-8B81-8A3C36957933}"/>
              </a:ext>
            </a:extLst>
          </p:cNvPr>
          <p:cNvSpPr>
            <a:spLocks noGrp="1"/>
          </p:cNvSpPr>
          <p:nvPr>
            <p:ph type="body" sz="quarter" idx="43"/>
          </p:nvPr>
        </p:nvSpPr>
        <p:spPr/>
        <p:txBody>
          <a:bodyPr/>
          <a:lstStyle/>
          <a:p>
            <a:endParaRPr lang="en-US"/>
          </a:p>
        </p:txBody>
      </p:sp>
      <p:sp>
        <p:nvSpPr>
          <p:cNvPr id="16" name="Text Placeholder 15">
            <a:extLst>
              <a:ext uri="{FF2B5EF4-FFF2-40B4-BE49-F238E27FC236}">
                <a16:creationId xmlns:a16="http://schemas.microsoft.com/office/drawing/2014/main" id="{044C32A7-E10A-CB59-4D11-1831D7B2AA36}"/>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58458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nline Image Placeholder 1">
            <a:extLst>
              <a:ext uri="{FF2B5EF4-FFF2-40B4-BE49-F238E27FC236}">
                <a16:creationId xmlns:a16="http://schemas.microsoft.com/office/drawing/2014/main" id="{D2FF5A4D-9472-3287-C226-D58B884E443A}"/>
              </a:ext>
            </a:extLst>
          </p:cNvPr>
          <p:cNvSpPr>
            <a:spLocks noGrp="1"/>
          </p:cNvSpPr>
          <p:nvPr>
            <p:ph type="clipArt" sz="quarter" idx="22"/>
          </p:nvPr>
        </p:nvSpPr>
        <p:spPr/>
        <p:txBody>
          <a:bodyPr/>
          <a:lstStyle/>
          <a:p>
            <a:endParaRPr lang="en-US"/>
          </a:p>
        </p:txBody>
      </p:sp>
      <p:sp>
        <p:nvSpPr>
          <p:cNvPr id="3" name="Text Placeholder 2">
            <a:extLst>
              <a:ext uri="{FF2B5EF4-FFF2-40B4-BE49-F238E27FC236}">
                <a16:creationId xmlns:a16="http://schemas.microsoft.com/office/drawing/2014/main" id="{425CE123-839D-33C5-14AE-00B92594FA27}"/>
              </a:ext>
            </a:extLst>
          </p:cNvPr>
          <p:cNvSpPr>
            <a:spLocks noGrp="1"/>
          </p:cNvSpPr>
          <p:nvPr>
            <p:ph type="body" sz="quarter" idx="26"/>
          </p:nvPr>
        </p:nvSpPr>
        <p:spPr/>
        <p:txBody>
          <a:bodyPr/>
          <a:lstStyle/>
          <a:p>
            <a:endParaRPr lang="en-US"/>
          </a:p>
        </p:txBody>
      </p:sp>
      <p:sp>
        <p:nvSpPr>
          <p:cNvPr id="4" name="Text Placeholder 3">
            <a:extLst>
              <a:ext uri="{FF2B5EF4-FFF2-40B4-BE49-F238E27FC236}">
                <a16:creationId xmlns:a16="http://schemas.microsoft.com/office/drawing/2014/main" id="{25BA4D3D-5ECD-8D98-A9A0-F1624EB4A6DE}"/>
              </a:ext>
            </a:extLst>
          </p:cNvPr>
          <p:cNvSpPr>
            <a:spLocks noGrp="1"/>
          </p:cNvSpPr>
          <p:nvPr>
            <p:ph type="body" sz="quarter" idx="29"/>
          </p:nvPr>
        </p:nvSpPr>
        <p:spPr/>
        <p:txBody>
          <a:bodyPr/>
          <a:lstStyle/>
          <a:p>
            <a:endParaRPr lang="en-US"/>
          </a:p>
        </p:txBody>
      </p:sp>
      <p:sp>
        <p:nvSpPr>
          <p:cNvPr id="5" name="Text Placeholder 4">
            <a:extLst>
              <a:ext uri="{FF2B5EF4-FFF2-40B4-BE49-F238E27FC236}">
                <a16:creationId xmlns:a16="http://schemas.microsoft.com/office/drawing/2014/main" id="{719BDE0D-FD62-D060-04E6-2C9E3F18BBC5}"/>
              </a:ext>
            </a:extLst>
          </p:cNvPr>
          <p:cNvSpPr>
            <a:spLocks noGrp="1"/>
          </p:cNvSpPr>
          <p:nvPr>
            <p:ph type="body" sz="quarter" idx="30"/>
          </p:nvPr>
        </p:nvSpPr>
        <p:spPr/>
        <p:txBody>
          <a:bodyPr/>
          <a:lstStyle/>
          <a:p>
            <a:endParaRPr lang="en-US"/>
          </a:p>
        </p:txBody>
      </p:sp>
      <p:sp>
        <p:nvSpPr>
          <p:cNvPr id="6" name="Online Image Placeholder 5">
            <a:extLst>
              <a:ext uri="{FF2B5EF4-FFF2-40B4-BE49-F238E27FC236}">
                <a16:creationId xmlns:a16="http://schemas.microsoft.com/office/drawing/2014/main" id="{3021018B-59AB-A934-8241-4D7B439EF683}"/>
              </a:ext>
            </a:extLst>
          </p:cNvPr>
          <p:cNvSpPr>
            <a:spLocks noGrp="1"/>
          </p:cNvSpPr>
          <p:nvPr>
            <p:ph type="clipArt" sz="quarter" idx="31"/>
          </p:nvPr>
        </p:nvSpPr>
        <p:spPr/>
        <p:txBody>
          <a:bodyPr/>
          <a:lstStyle/>
          <a:p>
            <a:endParaRPr lang="en-US"/>
          </a:p>
        </p:txBody>
      </p:sp>
      <p:sp>
        <p:nvSpPr>
          <p:cNvPr id="7" name="Text Placeholder 6">
            <a:extLst>
              <a:ext uri="{FF2B5EF4-FFF2-40B4-BE49-F238E27FC236}">
                <a16:creationId xmlns:a16="http://schemas.microsoft.com/office/drawing/2014/main" id="{224079A9-8B50-EFE1-04C3-2A565D9CCD67}"/>
              </a:ext>
            </a:extLst>
          </p:cNvPr>
          <p:cNvSpPr>
            <a:spLocks noGrp="1"/>
          </p:cNvSpPr>
          <p:nvPr>
            <p:ph type="body" sz="quarter" idx="32"/>
          </p:nvPr>
        </p:nvSpPr>
        <p:spPr/>
        <p:txBody>
          <a:bodyPr/>
          <a:lstStyle/>
          <a:p>
            <a:endParaRPr lang="en-US"/>
          </a:p>
        </p:txBody>
      </p:sp>
      <p:sp>
        <p:nvSpPr>
          <p:cNvPr id="8" name="Text Placeholder 7">
            <a:extLst>
              <a:ext uri="{FF2B5EF4-FFF2-40B4-BE49-F238E27FC236}">
                <a16:creationId xmlns:a16="http://schemas.microsoft.com/office/drawing/2014/main" id="{1F0FDFB3-AB9A-716B-A003-AB69C7E567AE}"/>
              </a:ext>
            </a:extLst>
          </p:cNvPr>
          <p:cNvSpPr>
            <a:spLocks noGrp="1"/>
          </p:cNvSpPr>
          <p:nvPr>
            <p:ph type="body" sz="quarter" idx="33"/>
          </p:nvPr>
        </p:nvSpPr>
        <p:spPr/>
        <p:txBody>
          <a:bodyPr/>
          <a:lstStyle/>
          <a:p>
            <a:endParaRPr lang="en-US"/>
          </a:p>
        </p:txBody>
      </p:sp>
      <p:sp>
        <p:nvSpPr>
          <p:cNvPr id="9" name="Online Image Placeholder 8">
            <a:extLst>
              <a:ext uri="{FF2B5EF4-FFF2-40B4-BE49-F238E27FC236}">
                <a16:creationId xmlns:a16="http://schemas.microsoft.com/office/drawing/2014/main" id="{66FA131C-ADC7-B426-B2C3-8183E8C2C893}"/>
              </a:ext>
            </a:extLst>
          </p:cNvPr>
          <p:cNvSpPr>
            <a:spLocks noGrp="1"/>
          </p:cNvSpPr>
          <p:nvPr>
            <p:ph type="clipArt" sz="quarter" idx="34"/>
          </p:nvPr>
        </p:nvSpPr>
        <p:spPr/>
        <p:txBody>
          <a:bodyPr/>
          <a:lstStyle/>
          <a:p>
            <a:endParaRPr lang="en-US"/>
          </a:p>
        </p:txBody>
      </p:sp>
      <p:sp>
        <p:nvSpPr>
          <p:cNvPr id="10" name="Text Placeholder 9">
            <a:extLst>
              <a:ext uri="{FF2B5EF4-FFF2-40B4-BE49-F238E27FC236}">
                <a16:creationId xmlns:a16="http://schemas.microsoft.com/office/drawing/2014/main" id="{A1538224-72D5-57C9-37BA-194B1DF70C76}"/>
              </a:ext>
            </a:extLst>
          </p:cNvPr>
          <p:cNvSpPr>
            <a:spLocks noGrp="1"/>
          </p:cNvSpPr>
          <p:nvPr>
            <p:ph type="body" sz="quarter" idx="35"/>
          </p:nvPr>
        </p:nvSpPr>
        <p:spPr/>
        <p:txBody>
          <a:bodyPr/>
          <a:lstStyle/>
          <a:p>
            <a:endParaRPr lang="en-US" dirty="0"/>
          </a:p>
        </p:txBody>
      </p:sp>
      <p:sp>
        <p:nvSpPr>
          <p:cNvPr id="11" name="Text Placeholder 10">
            <a:extLst>
              <a:ext uri="{FF2B5EF4-FFF2-40B4-BE49-F238E27FC236}">
                <a16:creationId xmlns:a16="http://schemas.microsoft.com/office/drawing/2014/main" id="{CBE7E950-9808-7AB3-5CD8-34939F630AD2}"/>
              </a:ext>
            </a:extLst>
          </p:cNvPr>
          <p:cNvSpPr>
            <a:spLocks noGrp="1"/>
          </p:cNvSpPr>
          <p:nvPr>
            <p:ph type="body" sz="quarter" idx="36"/>
          </p:nvPr>
        </p:nvSpPr>
        <p:spPr/>
        <p:txBody>
          <a:bodyPr/>
          <a:lstStyle/>
          <a:p>
            <a:endParaRPr lang="en-US"/>
          </a:p>
        </p:txBody>
      </p:sp>
      <p:sp>
        <p:nvSpPr>
          <p:cNvPr id="12" name="Online Image Placeholder 11">
            <a:extLst>
              <a:ext uri="{FF2B5EF4-FFF2-40B4-BE49-F238E27FC236}">
                <a16:creationId xmlns:a16="http://schemas.microsoft.com/office/drawing/2014/main" id="{B6876782-A95C-5967-2F42-FD609BDE5BDA}"/>
              </a:ext>
            </a:extLst>
          </p:cNvPr>
          <p:cNvSpPr>
            <a:spLocks noGrp="1"/>
          </p:cNvSpPr>
          <p:nvPr>
            <p:ph type="clipArt" sz="quarter" idx="37"/>
          </p:nvPr>
        </p:nvSpPr>
        <p:spPr/>
        <p:txBody>
          <a:bodyPr/>
          <a:lstStyle/>
          <a:p>
            <a:endParaRPr lang="en-US"/>
          </a:p>
        </p:txBody>
      </p:sp>
      <p:sp>
        <p:nvSpPr>
          <p:cNvPr id="13" name="Text Placeholder 12">
            <a:extLst>
              <a:ext uri="{FF2B5EF4-FFF2-40B4-BE49-F238E27FC236}">
                <a16:creationId xmlns:a16="http://schemas.microsoft.com/office/drawing/2014/main" id="{24558327-22DF-8224-1362-EE8AA1FC7677}"/>
              </a:ext>
            </a:extLst>
          </p:cNvPr>
          <p:cNvSpPr>
            <a:spLocks noGrp="1"/>
          </p:cNvSpPr>
          <p:nvPr>
            <p:ph type="body" sz="quarter" idx="38"/>
          </p:nvPr>
        </p:nvSpPr>
        <p:spPr/>
        <p:txBody>
          <a:bodyPr/>
          <a:lstStyle/>
          <a:p>
            <a:endParaRPr lang="en-US"/>
          </a:p>
        </p:txBody>
      </p:sp>
      <p:sp>
        <p:nvSpPr>
          <p:cNvPr id="14" name="Text Placeholder 13">
            <a:extLst>
              <a:ext uri="{FF2B5EF4-FFF2-40B4-BE49-F238E27FC236}">
                <a16:creationId xmlns:a16="http://schemas.microsoft.com/office/drawing/2014/main" id="{BBFECC32-8A67-C97B-82B4-58BA9437D874}"/>
              </a:ext>
            </a:extLst>
          </p:cNvPr>
          <p:cNvSpPr>
            <a:spLocks noGrp="1"/>
          </p:cNvSpPr>
          <p:nvPr>
            <p:ph type="body" sz="quarter" idx="39"/>
          </p:nvPr>
        </p:nvSpPr>
        <p:spPr/>
        <p:txBody>
          <a:bodyPr/>
          <a:lstStyle/>
          <a:p>
            <a:endParaRPr lang="en-US"/>
          </a:p>
        </p:txBody>
      </p:sp>
      <p:sp>
        <p:nvSpPr>
          <p:cNvPr id="15" name="Online Image Placeholder 14">
            <a:extLst>
              <a:ext uri="{FF2B5EF4-FFF2-40B4-BE49-F238E27FC236}">
                <a16:creationId xmlns:a16="http://schemas.microsoft.com/office/drawing/2014/main" id="{138B05C2-E199-D024-BE82-1197B3F78744}"/>
              </a:ext>
            </a:extLst>
          </p:cNvPr>
          <p:cNvSpPr>
            <a:spLocks noGrp="1"/>
          </p:cNvSpPr>
          <p:nvPr>
            <p:ph type="clipArt" sz="quarter" idx="40"/>
          </p:nvPr>
        </p:nvSpPr>
        <p:spPr/>
        <p:txBody>
          <a:bodyPr/>
          <a:lstStyle/>
          <a:p>
            <a:endParaRPr lang="en-US"/>
          </a:p>
        </p:txBody>
      </p:sp>
      <p:sp>
        <p:nvSpPr>
          <p:cNvPr id="16" name="Text Placeholder 15">
            <a:extLst>
              <a:ext uri="{FF2B5EF4-FFF2-40B4-BE49-F238E27FC236}">
                <a16:creationId xmlns:a16="http://schemas.microsoft.com/office/drawing/2014/main" id="{87DC7C54-0337-E499-58FB-1E3DFF4A540C}"/>
              </a:ext>
            </a:extLst>
          </p:cNvPr>
          <p:cNvSpPr>
            <a:spLocks noGrp="1"/>
          </p:cNvSpPr>
          <p:nvPr>
            <p:ph type="body" sz="quarter" idx="41"/>
          </p:nvPr>
        </p:nvSpPr>
        <p:spPr/>
        <p:txBody>
          <a:bodyPr/>
          <a:lstStyle/>
          <a:p>
            <a:endParaRPr lang="en-US"/>
          </a:p>
        </p:txBody>
      </p:sp>
      <p:sp>
        <p:nvSpPr>
          <p:cNvPr id="17" name="Text Placeholder 16">
            <a:extLst>
              <a:ext uri="{FF2B5EF4-FFF2-40B4-BE49-F238E27FC236}">
                <a16:creationId xmlns:a16="http://schemas.microsoft.com/office/drawing/2014/main" id="{41979205-8187-192E-C7AB-41B8C1AE7FF5}"/>
              </a:ext>
            </a:extLst>
          </p:cNvPr>
          <p:cNvSpPr>
            <a:spLocks noGrp="1"/>
          </p:cNvSpPr>
          <p:nvPr>
            <p:ph type="body" sz="quarter" idx="42"/>
          </p:nvPr>
        </p:nvSpPr>
        <p:spPr/>
        <p:txBody>
          <a:bodyPr/>
          <a:lstStyle/>
          <a:p>
            <a:endParaRPr lang="en-US"/>
          </a:p>
        </p:txBody>
      </p:sp>
      <p:sp>
        <p:nvSpPr>
          <p:cNvPr id="18" name="Text Placeholder 17">
            <a:extLst>
              <a:ext uri="{FF2B5EF4-FFF2-40B4-BE49-F238E27FC236}">
                <a16:creationId xmlns:a16="http://schemas.microsoft.com/office/drawing/2014/main" id="{456EDD2E-BD64-68EE-86DC-402B5D280BF0}"/>
              </a:ext>
            </a:extLst>
          </p:cNvPr>
          <p:cNvSpPr>
            <a:spLocks noGrp="1"/>
          </p:cNvSpPr>
          <p:nvPr>
            <p:ph type="body" sz="quarter" idx="43"/>
          </p:nvPr>
        </p:nvSpPr>
        <p:spPr/>
        <p:txBody>
          <a:bodyPr/>
          <a:lstStyle/>
          <a:p>
            <a:endParaRPr lang="en-US"/>
          </a:p>
        </p:txBody>
      </p:sp>
      <p:sp>
        <p:nvSpPr>
          <p:cNvPr id="19" name="Text Placeholder 18">
            <a:extLst>
              <a:ext uri="{FF2B5EF4-FFF2-40B4-BE49-F238E27FC236}">
                <a16:creationId xmlns:a16="http://schemas.microsoft.com/office/drawing/2014/main" id="{C8D13ACB-DEAE-13E7-14EF-820025710169}"/>
              </a:ext>
            </a:extLst>
          </p:cNvPr>
          <p:cNvSpPr>
            <a:spLocks noGrp="1"/>
          </p:cNvSpPr>
          <p:nvPr>
            <p:ph type="body" sz="quarter" idx="44"/>
          </p:nvPr>
        </p:nvSpPr>
        <p:spPr/>
        <p:txBody>
          <a:bodyPr/>
          <a:lstStyle/>
          <a:p>
            <a:endParaRPr lang="en-US"/>
          </a:p>
        </p:txBody>
      </p:sp>
    </p:spTree>
    <p:extLst>
      <p:ext uri="{BB962C8B-B14F-4D97-AF65-F5344CB8AC3E}">
        <p14:creationId xmlns:p14="http://schemas.microsoft.com/office/powerpoint/2010/main" val="1757201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nline Image Placeholder 1">
            <a:extLst>
              <a:ext uri="{FF2B5EF4-FFF2-40B4-BE49-F238E27FC236}">
                <a16:creationId xmlns:a16="http://schemas.microsoft.com/office/drawing/2014/main" id="{F1223D89-3A76-4717-6A68-F49BDEEC9FA3}"/>
              </a:ext>
            </a:extLst>
          </p:cNvPr>
          <p:cNvSpPr>
            <a:spLocks noGrp="1"/>
          </p:cNvSpPr>
          <p:nvPr>
            <p:ph type="clipArt" sz="quarter" idx="22"/>
          </p:nvPr>
        </p:nvSpPr>
        <p:spPr/>
        <p:txBody>
          <a:bodyPr/>
          <a:lstStyle/>
          <a:p>
            <a:endParaRPr lang="en-US"/>
          </a:p>
        </p:txBody>
      </p:sp>
      <p:sp>
        <p:nvSpPr>
          <p:cNvPr id="3" name="Text Placeholder 2">
            <a:extLst>
              <a:ext uri="{FF2B5EF4-FFF2-40B4-BE49-F238E27FC236}">
                <a16:creationId xmlns:a16="http://schemas.microsoft.com/office/drawing/2014/main" id="{38606E14-B8DE-D2B1-586D-C318AD5762FD}"/>
              </a:ext>
            </a:extLst>
          </p:cNvPr>
          <p:cNvSpPr>
            <a:spLocks noGrp="1"/>
          </p:cNvSpPr>
          <p:nvPr>
            <p:ph type="body" sz="quarter" idx="26"/>
          </p:nvPr>
        </p:nvSpPr>
        <p:spPr/>
        <p:txBody>
          <a:bodyPr/>
          <a:lstStyle/>
          <a:p>
            <a:endParaRPr lang="en-US" dirty="0"/>
          </a:p>
        </p:txBody>
      </p:sp>
      <p:sp>
        <p:nvSpPr>
          <p:cNvPr id="4" name="Text Placeholder 3">
            <a:extLst>
              <a:ext uri="{FF2B5EF4-FFF2-40B4-BE49-F238E27FC236}">
                <a16:creationId xmlns:a16="http://schemas.microsoft.com/office/drawing/2014/main" id="{36D6A413-B139-960E-EFD3-4BB7E6170432}"/>
              </a:ext>
            </a:extLst>
          </p:cNvPr>
          <p:cNvSpPr>
            <a:spLocks noGrp="1"/>
          </p:cNvSpPr>
          <p:nvPr>
            <p:ph type="body" sz="quarter" idx="27"/>
          </p:nvPr>
        </p:nvSpPr>
        <p:spPr/>
        <p:txBody>
          <a:bodyPr/>
          <a:lstStyle/>
          <a:p>
            <a:endParaRPr lang="en-US"/>
          </a:p>
        </p:txBody>
      </p:sp>
      <p:sp>
        <p:nvSpPr>
          <p:cNvPr id="5" name="Text Placeholder 4">
            <a:extLst>
              <a:ext uri="{FF2B5EF4-FFF2-40B4-BE49-F238E27FC236}">
                <a16:creationId xmlns:a16="http://schemas.microsoft.com/office/drawing/2014/main" id="{FBC3774E-F30B-03F2-F403-D3783EA93143}"/>
              </a:ext>
            </a:extLst>
          </p:cNvPr>
          <p:cNvSpPr>
            <a:spLocks noGrp="1"/>
          </p:cNvSpPr>
          <p:nvPr>
            <p:ph type="body" sz="quarter" idx="29"/>
          </p:nvPr>
        </p:nvSpPr>
        <p:spPr/>
        <p:txBody>
          <a:bodyPr/>
          <a:lstStyle/>
          <a:p>
            <a:endParaRPr lang="en-US"/>
          </a:p>
        </p:txBody>
      </p:sp>
      <p:sp>
        <p:nvSpPr>
          <p:cNvPr id="6" name="Text Placeholder 5">
            <a:extLst>
              <a:ext uri="{FF2B5EF4-FFF2-40B4-BE49-F238E27FC236}">
                <a16:creationId xmlns:a16="http://schemas.microsoft.com/office/drawing/2014/main" id="{7136ED3B-95D7-4031-51A5-1510932649F2}"/>
              </a:ext>
            </a:extLst>
          </p:cNvPr>
          <p:cNvSpPr>
            <a:spLocks noGrp="1"/>
          </p:cNvSpPr>
          <p:nvPr>
            <p:ph type="body" sz="quarter" idx="30"/>
          </p:nvPr>
        </p:nvSpPr>
        <p:spPr/>
        <p:txBody>
          <a:bodyPr/>
          <a:lstStyle/>
          <a:p>
            <a:endParaRPr lang="en-US"/>
          </a:p>
        </p:txBody>
      </p:sp>
      <p:sp>
        <p:nvSpPr>
          <p:cNvPr id="7" name="Text Placeholder 6">
            <a:extLst>
              <a:ext uri="{FF2B5EF4-FFF2-40B4-BE49-F238E27FC236}">
                <a16:creationId xmlns:a16="http://schemas.microsoft.com/office/drawing/2014/main" id="{0A81989F-D36C-805A-C343-BA7B4E0FFBF4}"/>
              </a:ext>
            </a:extLst>
          </p:cNvPr>
          <p:cNvSpPr>
            <a:spLocks noGrp="1"/>
          </p:cNvSpPr>
          <p:nvPr>
            <p:ph type="body" sz="quarter" idx="31"/>
          </p:nvPr>
        </p:nvSpPr>
        <p:spPr/>
        <p:txBody>
          <a:bodyPr/>
          <a:lstStyle/>
          <a:p>
            <a:endParaRPr lang="en-US"/>
          </a:p>
        </p:txBody>
      </p:sp>
    </p:spTree>
    <p:extLst>
      <p:ext uri="{BB962C8B-B14F-4D97-AF65-F5344CB8AC3E}">
        <p14:creationId xmlns:p14="http://schemas.microsoft.com/office/powerpoint/2010/main" val="196004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loud upload, Black pictogram">
            <a:extLst>
              <a:ext uri="{FF2B5EF4-FFF2-40B4-BE49-F238E27FC236}">
                <a16:creationId xmlns:a16="http://schemas.microsoft.com/office/drawing/2014/main" id="{5AA8A997-8811-648F-6135-063594E202D2}"/>
              </a:ext>
            </a:extLst>
          </p:cNvPr>
          <p:cNvPicPr>
            <a:picLocks noChangeAspect="1"/>
          </p:cNvPicPr>
          <p:nvPr/>
        </p:nvPicPr>
        <p:blipFill>
          <a:blip r:embed="rId3"/>
          <a:stretch>
            <a:fillRect/>
          </a:stretch>
        </p:blipFill>
        <p:spPr>
          <a:xfrm>
            <a:off x="430587" y="896588"/>
            <a:ext cx="429768" cy="429768"/>
          </a:xfrm>
          <a:prstGeom prst="rect">
            <a:avLst/>
          </a:prstGeom>
        </p:spPr>
      </p:pic>
      <p:pic>
        <p:nvPicPr>
          <p:cNvPr id="5" name="Picture 4" descr="Renew, Black pictogram">
            <a:extLst>
              <a:ext uri="{FF2B5EF4-FFF2-40B4-BE49-F238E27FC236}">
                <a16:creationId xmlns:a16="http://schemas.microsoft.com/office/drawing/2014/main" id="{C542FDD8-4F84-BB32-921D-FDDA5623E651}"/>
              </a:ext>
            </a:extLst>
          </p:cNvPr>
          <p:cNvPicPr>
            <a:picLocks noChangeAspect="1"/>
          </p:cNvPicPr>
          <p:nvPr/>
        </p:nvPicPr>
        <p:blipFill>
          <a:blip r:embed="rId4"/>
          <a:stretch>
            <a:fillRect/>
          </a:stretch>
        </p:blipFill>
        <p:spPr>
          <a:xfrm>
            <a:off x="6707887" y="4612695"/>
            <a:ext cx="429768" cy="429768"/>
          </a:xfrm>
          <a:prstGeom prst="rect">
            <a:avLst/>
          </a:prstGeom>
        </p:spPr>
      </p:pic>
      <p:pic>
        <p:nvPicPr>
          <p:cNvPr id="7" name="Picture 6" descr="Trust, Black pictogram">
            <a:extLst>
              <a:ext uri="{FF2B5EF4-FFF2-40B4-BE49-F238E27FC236}">
                <a16:creationId xmlns:a16="http://schemas.microsoft.com/office/drawing/2014/main" id="{D1CE6A85-95FD-C7B6-38E2-43892CED1878}"/>
              </a:ext>
            </a:extLst>
          </p:cNvPr>
          <p:cNvPicPr>
            <a:picLocks noChangeAspect="1"/>
          </p:cNvPicPr>
          <p:nvPr/>
        </p:nvPicPr>
        <p:blipFill>
          <a:blip r:embed="rId5"/>
          <a:stretch>
            <a:fillRect/>
          </a:stretch>
        </p:blipFill>
        <p:spPr>
          <a:xfrm>
            <a:off x="1475114" y="3234883"/>
            <a:ext cx="429768" cy="429768"/>
          </a:xfrm>
          <a:prstGeom prst="rect">
            <a:avLst/>
          </a:prstGeom>
        </p:spPr>
      </p:pic>
      <p:sp>
        <p:nvSpPr>
          <p:cNvPr id="9" name="TextBox 8">
            <a:extLst>
              <a:ext uri="{FF2B5EF4-FFF2-40B4-BE49-F238E27FC236}">
                <a16:creationId xmlns:a16="http://schemas.microsoft.com/office/drawing/2014/main" id="{176B28E8-94D0-3ABE-9E89-32A6F7DFB983}"/>
              </a:ext>
            </a:extLst>
          </p:cNvPr>
          <p:cNvSpPr txBox="1"/>
          <p:nvPr/>
        </p:nvSpPr>
        <p:spPr>
          <a:xfrm>
            <a:off x="212884" y="1459311"/>
            <a:ext cx="878866"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Cloud upload</a:t>
            </a:r>
          </a:p>
        </p:txBody>
      </p:sp>
      <p:sp>
        <p:nvSpPr>
          <p:cNvPr id="13" name="TextBox 12">
            <a:extLst>
              <a:ext uri="{FF2B5EF4-FFF2-40B4-BE49-F238E27FC236}">
                <a16:creationId xmlns:a16="http://schemas.microsoft.com/office/drawing/2014/main" id="{3C27AC6E-CC6F-2551-F58E-A8FAAD230C64}"/>
              </a:ext>
            </a:extLst>
          </p:cNvPr>
          <p:cNvSpPr txBox="1"/>
          <p:nvPr/>
        </p:nvSpPr>
        <p:spPr>
          <a:xfrm>
            <a:off x="1273092" y="3809833"/>
            <a:ext cx="705199"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Trust</a:t>
            </a:r>
          </a:p>
        </p:txBody>
      </p:sp>
      <p:pic>
        <p:nvPicPr>
          <p:cNvPr id="15" name="Picture 14" descr="Data privacy, Black pictogram">
            <a:extLst>
              <a:ext uri="{FF2B5EF4-FFF2-40B4-BE49-F238E27FC236}">
                <a16:creationId xmlns:a16="http://schemas.microsoft.com/office/drawing/2014/main" id="{519C24C5-ED3D-23F3-8161-7383CEDB08EF}"/>
              </a:ext>
            </a:extLst>
          </p:cNvPr>
          <p:cNvPicPr>
            <a:picLocks noChangeAspect="1"/>
          </p:cNvPicPr>
          <p:nvPr/>
        </p:nvPicPr>
        <p:blipFill>
          <a:blip r:embed="rId6"/>
          <a:srcRect/>
          <a:stretch/>
        </p:blipFill>
        <p:spPr>
          <a:xfrm>
            <a:off x="2517762" y="896588"/>
            <a:ext cx="429768" cy="429768"/>
          </a:xfrm>
          <a:prstGeom prst="rect">
            <a:avLst/>
          </a:prstGeom>
        </p:spPr>
      </p:pic>
      <p:sp>
        <p:nvSpPr>
          <p:cNvPr id="17" name="TextBox 16">
            <a:extLst>
              <a:ext uri="{FF2B5EF4-FFF2-40B4-BE49-F238E27FC236}">
                <a16:creationId xmlns:a16="http://schemas.microsoft.com/office/drawing/2014/main" id="{0487751C-98D5-C145-08E2-77E7DE5EFDAE}"/>
              </a:ext>
            </a:extLst>
          </p:cNvPr>
          <p:cNvSpPr txBox="1"/>
          <p:nvPr/>
        </p:nvSpPr>
        <p:spPr>
          <a:xfrm>
            <a:off x="2299900" y="1459311"/>
            <a:ext cx="852467"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Data privacy</a:t>
            </a:r>
          </a:p>
        </p:txBody>
      </p:sp>
      <p:pic>
        <p:nvPicPr>
          <p:cNvPr id="19" name="Picture 18" descr="Hybrid cloud services, Black pictogram">
            <a:extLst>
              <a:ext uri="{FF2B5EF4-FFF2-40B4-BE49-F238E27FC236}">
                <a16:creationId xmlns:a16="http://schemas.microsoft.com/office/drawing/2014/main" id="{A1DC70BB-BAA1-3A13-4EF6-229013593725}"/>
              </a:ext>
            </a:extLst>
          </p:cNvPr>
          <p:cNvPicPr>
            <a:picLocks noChangeAspect="1"/>
          </p:cNvPicPr>
          <p:nvPr/>
        </p:nvPicPr>
        <p:blipFill>
          <a:blip r:embed="rId7"/>
          <a:srcRect/>
          <a:stretch/>
        </p:blipFill>
        <p:spPr>
          <a:xfrm>
            <a:off x="1476505" y="7199174"/>
            <a:ext cx="429768" cy="429768"/>
          </a:xfrm>
          <a:prstGeom prst="rect">
            <a:avLst/>
          </a:prstGeom>
        </p:spPr>
      </p:pic>
      <p:sp>
        <p:nvSpPr>
          <p:cNvPr id="21" name="TextBox 20">
            <a:extLst>
              <a:ext uri="{FF2B5EF4-FFF2-40B4-BE49-F238E27FC236}">
                <a16:creationId xmlns:a16="http://schemas.microsoft.com/office/drawing/2014/main" id="{545E34C0-A0BA-E16F-4379-C86FCA4998D6}"/>
              </a:ext>
            </a:extLst>
          </p:cNvPr>
          <p:cNvSpPr txBox="1"/>
          <p:nvPr/>
        </p:nvSpPr>
        <p:spPr>
          <a:xfrm>
            <a:off x="1249479" y="7809219"/>
            <a:ext cx="874801"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Hybrid cloud services</a:t>
            </a:r>
          </a:p>
        </p:txBody>
      </p:sp>
      <p:pic>
        <p:nvPicPr>
          <p:cNvPr id="23" name="Picture 22" descr="On premises, Black pictogram">
            <a:extLst>
              <a:ext uri="{FF2B5EF4-FFF2-40B4-BE49-F238E27FC236}">
                <a16:creationId xmlns:a16="http://schemas.microsoft.com/office/drawing/2014/main" id="{55529854-271E-73F1-49D6-EECAE461D693}"/>
              </a:ext>
            </a:extLst>
          </p:cNvPr>
          <p:cNvPicPr>
            <a:picLocks noChangeAspect="1"/>
          </p:cNvPicPr>
          <p:nvPr/>
        </p:nvPicPr>
        <p:blipFill>
          <a:blip r:embed="rId8"/>
          <a:srcRect/>
          <a:stretch/>
        </p:blipFill>
        <p:spPr>
          <a:xfrm>
            <a:off x="1469695" y="896588"/>
            <a:ext cx="429768" cy="429768"/>
          </a:xfrm>
          <a:prstGeom prst="rect">
            <a:avLst/>
          </a:prstGeom>
        </p:spPr>
      </p:pic>
      <p:sp>
        <p:nvSpPr>
          <p:cNvPr id="25" name="TextBox 24">
            <a:extLst>
              <a:ext uri="{FF2B5EF4-FFF2-40B4-BE49-F238E27FC236}">
                <a16:creationId xmlns:a16="http://schemas.microsoft.com/office/drawing/2014/main" id="{EC9E2AE1-1046-B0CA-D30E-A2B173548F2A}"/>
              </a:ext>
            </a:extLst>
          </p:cNvPr>
          <p:cNvSpPr txBox="1"/>
          <p:nvPr/>
        </p:nvSpPr>
        <p:spPr>
          <a:xfrm>
            <a:off x="1251889" y="1459311"/>
            <a:ext cx="872067"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On premises</a:t>
            </a:r>
          </a:p>
        </p:txBody>
      </p:sp>
      <p:pic>
        <p:nvPicPr>
          <p:cNvPr id="31" name="Picture Placeholder 12" descr="A picture containing symbol, circle, graphics, font&#10;&#10;Description automatically generated">
            <a:extLst>
              <a:ext uri="{FF2B5EF4-FFF2-40B4-BE49-F238E27FC236}">
                <a16:creationId xmlns:a16="http://schemas.microsoft.com/office/drawing/2014/main" id="{9E974202-D14A-5647-9118-972886F38AA5}"/>
              </a:ext>
            </a:extLst>
          </p:cNvPr>
          <p:cNvPicPr>
            <a:picLocks noChangeAspect="1"/>
          </p:cNvPicPr>
          <p:nvPr/>
        </p:nvPicPr>
        <p:blipFill>
          <a:blip r:embed="rId9" cstate="print">
            <a:biLevel thresh="75000"/>
            <a:extLst>
              <a:ext uri="{28A0092B-C50C-407E-A947-70E740481C1C}">
                <a14:useLocalDpi xmlns:a14="http://schemas.microsoft.com/office/drawing/2010/main"/>
              </a:ext>
            </a:extLst>
          </a:blip>
          <a:srcRect/>
          <a:stretch>
            <a:fillRect/>
          </a:stretch>
        </p:blipFill>
        <p:spPr>
          <a:xfrm>
            <a:off x="2522423" y="7199174"/>
            <a:ext cx="429768" cy="429768"/>
          </a:xfrm>
          <a:prstGeom prst="rect">
            <a:avLst/>
          </a:prstGeom>
        </p:spPr>
      </p:pic>
      <p:sp>
        <p:nvSpPr>
          <p:cNvPr id="33" name="TextBox 32">
            <a:extLst>
              <a:ext uri="{FF2B5EF4-FFF2-40B4-BE49-F238E27FC236}">
                <a16:creationId xmlns:a16="http://schemas.microsoft.com/office/drawing/2014/main" id="{41150D75-D2E8-3FEB-9016-36E68522FDFA}"/>
              </a:ext>
            </a:extLst>
          </p:cNvPr>
          <p:cNvSpPr txBox="1"/>
          <p:nvPr/>
        </p:nvSpPr>
        <p:spPr>
          <a:xfrm>
            <a:off x="2307573" y="7809219"/>
            <a:ext cx="895668"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Retrieve </a:t>
            </a:r>
            <a:br>
              <a:rPr lang="en-CA" sz="900" dirty="0">
                <a:latin typeface="IBM Plex Sans Light"/>
                <a:cs typeface="IBM Plex Sans Light" panose="020B0604020202020204" pitchFamily="34" charset="0"/>
              </a:rPr>
            </a:br>
            <a:r>
              <a:rPr lang="en-CA" sz="900" dirty="0">
                <a:latin typeface="IBM Plex Sans Light"/>
                <a:cs typeface="IBM Plex Sans Light" panose="020B0604020202020204" pitchFamily="34" charset="0"/>
              </a:rPr>
              <a:t>and rank</a:t>
            </a:r>
            <a:endParaRPr lang="en-US" sz="900" dirty="0">
              <a:latin typeface="IBM Plex Sans Light"/>
              <a:cs typeface="IBM Plex Sans Light" panose="020B0604020202020204" pitchFamily="34" charset="0"/>
            </a:endParaRPr>
          </a:p>
        </p:txBody>
      </p:sp>
      <p:sp>
        <p:nvSpPr>
          <p:cNvPr id="35" name="TextBox 34">
            <a:extLst>
              <a:ext uri="{FF2B5EF4-FFF2-40B4-BE49-F238E27FC236}">
                <a16:creationId xmlns:a16="http://schemas.microsoft.com/office/drawing/2014/main" id="{C9334E0F-2484-A1E2-C818-F220F6BDBC09}"/>
              </a:ext>
            </a:extLst>
          </p:cNvPr>
          <p:cNvSpPr txBox="1"/>
          <p:nvPr/>
        </p:nvSpPr>
        <p:spPr>
          <a:xfrm>
            <a:off x="6516747" y="5197472"/>
            <a:ext cx="812049" cy="318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Renew</a:t>
            </a:r>
            <a:endParaRPr lang="en-US" sz="900" dirty="0">
              <a:latin typeface="IBM Plex Sans Light"/>
              <a:cs typeface="IBM Plex Sans Light" panose="020B0604020202020204" pitchFamily="34" charset="0"/>
            </a:endParaRPr>
          </a:p>
        </p:txBody>
      </p:sp>
      <p:pic>
        <p:nvPicPr>
          <p:cNvPr id="39" name="Graphic 38">
            <a:extLst>
              <a:ext uri="{FF2B5EF4-FFF2-40B4-BE49-F238E27FC236}">
                <a16:creationId xmlns:a16="http://schemas.microsoft.com/office/drawing/2014/main" id="{463D4C15-98AF-1352-FC7B-3B51F3DC2A4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63457" y="1994150"/>
            <a:ext cx="429768" cy="429768"/>
          </a:xfrm>
          <a:prstGeom prst="rect">
            <a:avLst/>
          </a:prstGeom>
        </p:spPr>
      </p:pic>
      <p:pic>
        <p:nvPicPr>
          <p:cNvPr id="41" name="Graphic 40">
            <a:extLst>
              <a:ext uri="{FF2B5EF4-FFF2-40B4-BE49-F238E27FC236}">
                <a16:creationId xmlns:a16="http://schemas.microsoft.com/office/drawing/2014/main" id="{7C951A3E-6BDF-1D9A-6374-2306CB009BA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16883" y="1994150"/>
            <a:ext cx="429768" cy="429768"/>
          </a:xfrm>
          <a:prstGeom prst="rect">
            <a:avLst/>
          </a:prstGeom>
        </p:spPr>
      </p:pic>
      <p:pic>
        <p:nvPicPr>
          <p:cNvPr id="43" name="Graphic 42">
            <a:extLst>
              <a:ext uri="{FF2B5EF4-FFF2-40B4-BE49-F238E27FC236}">
                <a16:creationId xmlns:a16="http://schemas.microsoft.com/office/drawing/2014/main" id="{9B85A0AA-6415-A2C9-C9FD-2252E2C98F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30587" y="1994150"/>
            <a:ext cx="429768" cy="429768"/>
          </a:xfrm>
          <a:prstGeom prst="rect">
            <a:avLst/>
          </a:prstGeom>
        </p:spPr>
      </p:pic>
      <p:pic>
        <p:nvPicPr>
          <p:cNvPr id="45" name="Graphic 44">
            <a:extLst>
              <a:ext uri="{FF2B5EF4-FFF2-40B4-BE49-F238E27FC236}">
                <a16:creationId xmlns:a16="http://schemas.microsoft.com/office/drawing/2014/main" id="{E7595233-B85D-CFDF-ED43-BDACD2EA0DE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587" y="3234883"/>
            <a:ext cx="429768" cy="429768"/>
          </a:xfrm>
          <a:prstGeom prst="rect">
            <a:avLst/>
          </a:prstGeom>
        </p:spPr>
      </p:pic>
      <p:pic>
        <p:nvPicPr>
          <p:cNvPr id="47" name="Graphic 46">
            <a:extLst>
              <a:ext uri="{FF2B5EF4-FFF2-40B4-BE49-F238E27FC236}">
                <a16:creationId xmlns:a16="http://schemas.microsoft.com/office/drawing/2014/main" id="{D53B6E21-1F74-1141-5071-015167B8667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07887" y="1994150"/>
            <a:ext cx="429768" cy="429768"/>
          </a:xfrm>
          <a:prstGeom prst="rect">
            <a:avLst/>
          </a:prstGeom>
        </p:spPr>
      </p:pic>
      <p:pic>
        <p:nvPicPr>
          <p:cNvPr id="49" name="Graphic 48">
            <a:extLst>
              <a:ext uri="{FF2B5EF4-FFF2-40B4-BE49-F238E27FC236}">
                <a16:creationId xmlns:a16="http://schemas.microsoft.com/office/drawing/2014/main" id="{D2245099-4211-5A04-A1F6-E0E7CDA4837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707887" y="896588"/>
            <a:ext cx="429768" cy="429768"/>
          </a:xfrm>
          <a:prstGeom prst="rect">
            <a:avLst/>
          </a:prstGeom>
        </p:spPr>
      </p:pic>
      <p:pic>
        <p:nvPicPr>
          <p:cNvPr id="51" name="Graphic 50">
            <a:extLst>
              <a:ext uri="{FF2B5EF4-FFF2-40B4-BE49-F238E27FC236}">
                <a16:creationId xmlns:a16="http://schemas.microsoft.com/office/drawing/2014/main" id="{9DA13F43-E2D3-E4D2-1A97-2328B785E6A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23735" y="1994150"/>
            <a:ext cx="429768" cy="429768"/>
          </a:xfrm>
          <a:prstGeom prst="rect">
            <a:avLst/>
          </a:prstGeom>
        </p:spPr>
      </p:pic>
      <p:pic>
        <p:nvPicPr>
          <p:cNvPr id="53" name="Graphic 52">
            <a:extLst>
              <a:ext uri="{FF2B5EF4-FFF2-40B4-BE49-F238E27FC236}">
                <a16:creationId xmlns:a16="http://schemas.microsoft.com/office/drawing/2014/main" id="{75975068-CB6B-A75A-2271-AFCCB3B03A4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477161" y="1994150"/>
            <a:ext cx="429768" cy="429768"/>
          </a:xfrm>
          <a:prstGeom prst="rect">
            <a:avLst/>
          </a:prstGeom>
        </p:spPr>
      </p:pic>
      <p:pic>
        <p:nvPicPr>
          <p:cNvPr id="55" name="Graphic 54">
            <a:extLst>
              <a:ext uri="{FF2B5EF4-FFF2-40B4-BE49-F238E27FC236}">
                <a16:creationId xmlns:a16="http://schemas.microsoft.com/office/drawing/2014/main" id="{E6BF5F7B-17E4-B953-2E23-F4EE8FBEAD4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570309" y="1994150"/>
            <a:ext cx="429768" cy="429768"/>
          </a:xfrm>
          <a:prstGeom prst="rect">
            <a:avLst/>
          </a:prstGeom>
        </p:spPr>
      </p:pic>
      <p:pic>
        <p:nvPicPr>
          <p:cNvPr id="57" name="Graphic 56">
            <a:extLst>
              <a:ext uri="{FF2B5EF4-FFF2-40B4-BE49-F238E27FC236}">
                <a16:creationId xmlns:a16="http://schemas.microsoft.com/office/drawing/2014/main" id="{7432384E-800E-4D66-E05D-3299C7C7C37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661963" y="896588"/>
            <a:ext cx="429768" cy="429768"/>
          </a:xfrm>
          <a:prstGeom prst="rect">
            <a:avLst/>
          </a:prstGeom>
        </p:spPr>
      </p:pic>
      <p:pic>
        <p:nvPicPr>
          <p:cNvPr id="59" name="Picture 58">
            <a:extLst>
              <a:ext uri="{FF2B5EF4-FFF2-40B4-BE49-F238E27FC236}">
                <a16:creationId xmlns:a16="http://schemas.microsoft.com/office/drawing/2014/main" id="{B5838547-C6C5-A1DF-F926-E4324C9325F5}"/>
              </a:ext>
            </a:extLst>
          </p:cNvPr>
          <p:cNvPicPr>
            <a:picLocks noChangeAspect="1"/>
          </p:cNvPicPr>
          <p:nvPr/>
        </p:nvPicPr>
        <p:blipFill>
          <a:blip r:embed="rId20"/>
          <a:srcRect/>
          <a:stretch/>
        </p:blipFill>
        <p:spPr>
          <a:xfrm>
            <a:off x="5657393" y="3234883"/>
            <a:ext cx="433939" cy="429768"/>
          </a:xfrm>
          <a:prstGeom prst="rect">
            <a:avLst/>
          </a:prstGeom>
        </p:spPr>
      </p:pic>
      <p:pic>
        <p:nvPicPr>
          <p:cNvPr id="61" name="Picture 60">
            <a:extLst>
              <a:ext uri="{FF2B5EF4-FFF2-40B4-BE49-F238E27FC236}">
                <a16:creationId xmlns:a16="http://schemas.microsoft.com/office/drawing/2014/main" id="{1BF5D9C2-3994-D006-BA66-1DA7C0232561}"/>
              </a:ext>
            </a:extLst>
          </p:cNvPr>
          <p:cNvPicPr>
            <a:picLocks noChangeAspect="1"/>
          </p:cNvPicPr>
          <p:nvPr/>
        </p:nvPicPr>
        <p:blipFill>
          <a:blip r:embed="rId21"/>
          <a:srcRect/>
          <a:stretch/>
        </p:blipFill>
        <p:spPr>
          <a:xfrm>
            <a:off x="4608695" y="3234883"/>
            <a:ext cx="433939" cy="429768"/>
          </a:xfrm>
          <a:prstGeom prst="rect">
            <a:avLst/>
          </a:prstGeom>
        </p:spPr>
      </p:pic>
      <p:sp>
        <p:nvSpPr>
          <p:cNvPr id="63" name="TextBox 62">
            <a:extLst>
              <a:ext uri="{FF2B5EF4-FFF2-40B4-BE49-F238E27FC236}">
                <a16:creationId xmlns:a16="http://schemas.microsoft.com/office/drawing/2014/main" id="{540CD4C4-8BBE-9D03-FE54-42FCAC1F20AA}"/>
              </a:ext>
            </a:extLst>
          </p:cNvPr>
          <p:cNvSpPr txBox="1"/>
          <p:nvPr/>
        </p:nvSpPr>
        <p:spPr>
          <a:xfrm>
            <a:off x="4404542" y="3809833"/>
            <a:ext cx="878866"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Build</a:t>
            </a:r>
          </a:p>
        </p:txBody>
      </p:sp>
      <p:sp>
        <p:nvSpPr>
          <p:cNvPr id="65" name="TextBox 64">
            <a:extLst>
              <a:ext uri="{FF2B5EF4-FFF2-40B4-BE49-F238E27FC236}">
                <a16:creationId xmlns:a16="http://schemas.microsoft.com/office/drawing/2014/main" id="{0D2DFFF3-B581-8891-E558-2D010748497F}"/>
              </a:ext>
            </a:extLst>
          </p:cNvPr>
          <p:cNvSpPr txBox="1"/>
          <p:nvPr/>
        </p:nvSpPr>
        <p:spPr>
          <a:xfrm>
            <a:off x="5411023" y="3809833"/>
            <a:ext cx="864557" cy="4297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Connect</a:t>
            </a:r>
          </a:p>
        </p:txBody>
      </p:sp>
      <p:pic>
        <p:nvPicPr>
          <p:cNvPr id="67" name="Picture 66">
            <a:extLst>
              <a:ext uri="{FF2B5EF4-FFF2-40B4-BE49-F238E27FC236}">
                <a16:creationId xmlns:a16="http://schemas.microsoft.com/office/drawing/2014/main" id="{F34D3C22-D1CE-260B-DCA9-708DBE476C6B}"/>
              </a:ext>
            </a:extLst>
          </p:cNvPr>
          <p:cNvPicPr>
            <a:picLocks noChangeAspect="1"/>
          </p:cNvPicPr>
          <p:nvPr/>
        </p:nvPicPr>
        <p:blipFill>
          <a:blip r:embed="rId22" cstate="email">
            <a:biLevel thresh="50000"/>
            <a:extLst>
              <a:ext uri="{28A0092B-C50C-407E-A947-70E740481C1C}">
                <a14:useLocalDpi xmlns:a14="http://schemas.microsoft.com/office/drawing/2010/main"/>
              </a:ext>
            </a:extLst>
          </a:blip>
          <a:srcRect/>
          <a:stretch/>
        </p:blipFill>
        <p:spPr>
          <a:xfrm>
            <a:off x="6707887" y="3234883"/>
            <a:ext cx="429768" cy="429768"/>
          </a:xfrm>
          <a:prstGeom prst="rect">
            <a:avLst/>
          </a:prstGeom>
        </p:spPr>
      </p:pic>
      <p:sp>
        <p:nvSpPr>
          <p:cNvPr id="69" name="TextBox 68">
            <a:extLst>
              <a:ext uri="{FF2B5EF4-FFF2-40B4-BE49-F238E27FC236}">
                <a16:creationId xmlns:a16="http://schemas.microsoft.com/office/drawing/2014/main" id="{90BE4F57-0AD4-1A86-66B1-E9ABE3B5040F}"/>
              </a:ext>
            </a:extLst>
          </p:cNvPr>
          <p:cNvSpPr txBox="1"/>
          <p:nvPr/>
        </p:nvSpPr>
        <p:spPr>
          <a:xfrm>
            <a:off x="6500180" y="3809833"/>
            <a:ext cx="845183"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Dialogue</a:t>
            </a:r>
            <a:endParaRPr lang="en-US" sz="900" dirty="0">
              <a:latin typeface="IBM Plex Sans Light"/>
              <a:cs typeface="IBM Plex Sans Light" panose="020B0604020202020204" pitchFamily="34" charset="0"/>
            </a:endParaRPr>
          </a:p>
        </p:txBody>
      </p:sp>
      <p:sp>
        <p:nvSpPr>
          <p:cNvPr id="71" name="Freeform 159">
            <a:extLst>
              <a:ext uri="{FF2B5EF4-FFF2-40B4-BE49-F238E27FC236}">
                <a16:creationId xmlns:a16="http://schemas.microsoft.com/office/drawing/2014/main" id="{C13717B9-3C3E-BF78-009A-A9034E8B12EF}"/>
              </a:ext>
            </a:extLst>
          </p:cNvPr>
          <p:cNvSpPr>
            <a:spLocks noChangeAspect="1"/>
          </p:cNvSpPr>
          <p:nvPr/>
        </p:nvSpPr>
        <p:spPr>
          <a:xfrm>
            <a:off x="3568341" y="7202365"/>
            <a:ext cx="429768" cy="423387"/>
          </a:xfrm>
          <a:custGeom>
            <a:avLst/>
            <a:gdLst>
              <a:gd name="connsiteX0" fmla="*/ 369303 w 801948"/>
              <a:gd name="connsiteY0" fmla="*/ 790042 h 790041"/>
              <a:gd name="connsiteX1" fmla="*/ 214998 w 801948"/>
              <a:gd name="connsiteY1" fmla="*/ 790042 h 790041"/>
              <a:gd name="connsiteX2" fmla="*/ 205740 w 801948"/>
              <a:gd name="connsiteY2" fmla="*/ 780783 h 790041"/>
              <a:gd name="connsiteX3" fmla="*/ 205740 w 801948"/>
              <a:gd name="connsiteY3" fmla="*/ 626478 h 790041"/>
              <a:gd name="connsiteX4" fmla="*/ 214998 w 801948"/>
              <a:gd name="connsiteY4" fmla="*/ 617220 h 790041"/>
              <a:gd name="connsiteX5" fmla="*/ 369303 w 801948"/>
              <a:gd name="connsiteY5" fmla="*/ 617220 h 790041"/>
              <a:gd name="connsiteX6" fmla="*/ 378562 w 801948"/>
              <a:gd name="connsiteY6" fmla="*/ 626478 h 790041"/>
              <a:gd name="connsiteX7" fmla="*/ 378562 w 801948"/>
              <a:gd name="connsiteY7" fmla="*/ 780783 h 790041"/>
              <a:gd name="connsiteX8" fmla="*/ 369303 w 801948"/>
              <a:gd name="connsiteY8" fmla="*/ 790042 h 790041"/>
              <a:gd name="connsiteX9" fmla="*/ 224257 w 801948"/>
              <a:gd name="connsiteY9" fmla="*/ 771525 h 790041"/>
              <a:gd name="connsiteX10" fmla="*/ 360045 w 801948"/>
              <a:gd name="connsiteY10" fmla="*/ 771525 h 790041"/>
              <a:gd name="connsiteX11" fmla="*/ 360045 w 801948"/>
              <a:gd name="connsiteY11" fmla="*/ 635737 h 790041"/>
              <a:gd name="connsiteX12" fmla="*/ 224257 w 801948"/>
              <a:gd name="connsiteY12" fmla="*/ 635737 h 790041"/>
              <a:gd name="connsiteX13" fmla="*/ 224257 w 801948"/>
              <a:gd name="connsiteY13" fmla="*/ 771525 h 790041"/>
              <a:gd name="connsiteX14" fmla="*/ 575043 w 801948"/>
              <a:gd name="connsiteY14" fmla="*/ 584302 h 790041"/>
              <a:gd name="connsiteX15" fmla="*/ 420738 w 801948"/>
              <a:gd name="connsiteY15" fmla="*/ 584302 h 790041"/>
              <a:gd name="connsiteX16" fmla="*/ 411480 w 801948"/>
              <a:gd name="connsiteY16" fmla="*/ 575043 h 790041"/>
              <a:gd name="connsiteX17" fmla="*/ 411480 w 801948"/>
              <a:gd name="connsiteY17" fmla="*/ 420738 h 790041"/>
              <a:gd name="connsiteX18" fmla="*/ 420738 w 801948"/>
              <a:gd name="connsiteY18" fmla="*/ 411480 h 790041"/>
              <a:gd name="connsiteX19" fmla="*/ 575043 w 801948"/>
              <a:gd name="connsiteY19" fmla="*/ 411480 h 790041"/>
              <a:gd name="connsiteX20" fmla="*/ 584302 w 801948"/>
              <a:gd name="connsiteY20" fmla="*/ 420738 h 790041"/>
              <a:gd name="connsiteX21" fmla="*/ 584302 w 801948"/>
              <a:gd name="connsiteY21" fmla="*/ 575043 h 790041"/>
              <a:gd name="connsiteX22" fmla="*/ 575043 w 801948"/>
              <a:gd name="connsiteY22" fmla="*/ 584302 h 790041"/>
              <a:gd name="connsiteX23" fmla="*/ 429997 w 801948"/>
              <a:gd name="connsiteY23" fmla="*/ 565785 h 790041"/>
              <a:gd name="connsiteX24" fmla="*/ 565759 w 801948"/>
              <a:gd name="connsiteY24" fmla="*/ 565785 h 790041"/>
              <a:gd name="connsiteX25" fmla="*/ 565759 w 801948"/>
              <a:gd name="connsiteY25" fmla="*/ 429997 h 790041"/>
              <a:gd name="connsiteX26" fmla="*/ 429997 w 801948"/>
              <a:gd name="connsiteY26" fmla="*/ 429997 h 790041"/>
              <a:gd name="connsiteX27" fmla="*/ 429997 w 801948"/>
              <a:gd name="connsiteY27" fmla="*/ 565785 h 790041"/>
              <a:gd name="connsiteX28" fmla="*/ 86411 w 801948"/>
              <a:gd name="connsiteY28" fmla="*/ 172822 h 790041"/>
              <a:gd name="connsiteX29" fmla="*/ 0 w 801948"/>
              <a:gd name="connsiteY29" fmla="*/ 86411 h 790041"/>
              <a:gd name="connsiteX30" fmla="*/ 86411 w 801948"/>
              <a:gd name="connsiteY30" fmla="*/ 0 h 790041"/>
              <a:gd name="connsiteX31" fmla="*/ 172822 w 801948"/>
              <a:gd name="connsiteY31" fmla="*/ 86411 h 790041"/>
              <a:gd name="connsiteX32" fmla="*/ 86411 w 801948"/>
              <a:gd name="connsiteY32" fmla="*/ 172822 h 790041"/>
              <a:gd name="connsiteX33" fmla="*/ 86411 w 801948"/>
              <a:gd name="connsiteY33" fmla="*/ 18517 h 790041"/>
              <a:gd name="connsiteX34" fmla="*/ 18517 w 801948"/>
              <a:gd name="connsiteY34" fmla="*/ 86411 h 790041"/>
              <a:gd name="connsiteX35" fmla="*/ 86411 w 801948"/>
              <a:gd name="connsiteY35" fmla="*/ 154305 h 790041"/>
              <a:gd name="connsiteX36" fmla="*/ 154305 w 801948"/>
              <a:gd name="connsiteY36" fmla="*/ 86411 h 790041"/>
              <a:gd name="connsiteX37" fmla="*/ 86411 w 801948"/>
              <a:gd name="connsiteY37" fmla="*/ 18517 h 790041"/>
              <a:gd name="connsiteX38" fmla="*/ 86411 w 801948"/>
              <a:gd name="connsiteY38" fmla="*/ 790042 h 790041"/>
              <a:gd name="connsiteX39" fmla="*/ 0 w 801948"/>
              <a:gd name="connsiteY39" fmla="*/ 703631 h 790041"/>
              <a:gd name="connsiteX40" fmla="*/ 86411 w 801948"/>
              <a:gd name="connsiteY40" fmla="*/ 617220 h 790041"/>
              <a:gd name="connsiteX41" fmla="*/ 172822 w 801948"/>
              <a:gd name="connsiteY41" fmla="*/ 703631 h 790041"/>
              <a:gd name="connsiteX42" fmla="*/ 86411 w 801948"/>
              <a:gd name="connsiteY42" fmla="*/ 790042 h 790041"/>
              <a:gd name="connsiteX43" fmla="*/ 86411 w 801948"/>
              <a:gd name="connsiteY43" fmla="*/ 635737 h 790041"/>
              <a:gd name="connsiteX44" fmla="*/ 18517 w 801948"/>
              <a:gd name="connsiteY44" fmla="*/ 703631 h 790041"/>
              <a:gd name="connsiteX45" fmla="*/ 86411 w 801948"/>
              <a:gd name="connsiteY45" fmla="*/ 771525 h 790041"/>
              <a:gd name="connsiteX46" fmla="*/ 154305 w 801948"/>
              <a:gd name="connsiteY46" fmla="*/ 703631 h 790041"/>
              <a:gd name="connsiteX47" fmla="*/ 86411 w 801948"/>
              <a:gd name="connsiteY47" fmla="*/ 635737 h 790041"/>
              <a:gd name="connsiteX48" fmla="*/ 497891 w 801948"/>
              <a:gd name="connsiteY48" fmla="*/ 790042 h 790041"/>
              <a:gd name="connsiteX49" fmla="*/ 411480 w 801948"/>
              <a:gd name="connsiteY49" fmla="*/ 703631 h 790041"/>
              <a:gd name="connsiteX50" fmla="*/ 497891 w 801948"/>
              <a:gd name="connsiteY50" fmla="*/ 617220 h 790041"/>
              <a:gd name="connsiteX51" fmla="*/ 584302 w 801948"/>
              <a:gd name="connsiteY51" fmla="*/ 703631 h 790041"/>
              <a:gd name="connsiteX52" fmla="*/ 497891 w 801948"/>
              <a:gd name="connsiteY52" fmla="*/ 790042 h 790041"/>
              <a:gd name="connsiteX53" fmla="*/ 497891 w 801948"/>
              <a:gd name="connsiteY53" fmla="*/ 635737 h 790041"/>
              <a:gd name="connsiteX54" fmla="*/ 429997 w 801948"/>
              <a:gd name="connsiteY54" fmla="*/ 703631 h 790041"/>
              <a:gd name="connsiteX55" fmla="*/ 497891 w 801948"/>
              <a:gd name="connsiteY55" fmla="*/ 771525 h 790041"/>
              <a:gd name="connsiteX56" fmla="*/ 565785 w 801948"/>
              <a:gd name="connsiteY56" fmla="*/ 703631 h 790041"/>
              <a:gd name="connsiteX57" fmla="*/ 497891 w 801948"/>
              <a:gd name="connsiteY57" fmla="*/ 635737 h 790041"/>
              <a:gd name="connsiteX58" fmla="*/ 703631 w 801948"/>
              <a:gd name="connsiteY58" fmla="*/ 790042 h 790041"/>
              <a:gd name="connsiteX59" fmla="*/ 617220 w 801948"/>
              <a:gd name="connsiteY59" fmla="*/ 703631 h 790041"/>
              <a:gd name="connsiteX60" fmla="*/ 703631 w 801948"/>
              <a:gd name="connsiteY60" fmla="*/ 617220 h 790041"/>
              <a:gd name="connsiteX61" fmla="*/ 790042 w 801948"/>
              <a:gd name="connsiteY61" fmla="*/ 703631 h 790041"/>
              <a:gd name="connsiteX62" fmla="*/ 703631 w 801948"/>
              <a:gd name="connsiteY62" fmla="*/ 790042 h 790041"/>
              <a:gd name="connsiteX63" fmla="*/ 703631 w 801948"/>
              <a:gd name="connsiteY63" fmla="*/ 635737 h 790041"/>
              <a:gd name="connsiteX64" fmla="*/ 635737 w 801948"/>
              <a:gd name="connsiteY64" fmla="*/ 703631 h 790041"/>
              <a:gd name="connsiteX65" fmla="*/ 703631 w 801948"/>
              <a:gd name="connsiteY65" fmla="*/ 771525 h 790041"/>
              <a:gd name="connsiteX66" fmla="*/ 771525 w 801948"/>
              <a:gd name="connsiteY66" fmla="*/ 703631 h 790041"/>
              <a:gd name="connsiteX67" fmla="*/ 703631 w 801948"/>
              <a:gd name="connsiteY67" fmla="*/ 635737 h 790041"/>
              <a:gd name="connsiteX68" fmla="*/ 292151 w 801948"/>
              <a:gd name="connsiteY68" fmla="*/ 584302 h 790041"/>
              <a:gd name="connsiteX69" fmla="*/ 205740 w 801948"/>
              <a:gd name="connsiteY69" fmla="*/ 497891 h 790041"/>
              <a:gd name="connsiteX70" fmla="*/ 292151 w 801948"/>
              <a:gd name="connsiteY70" fmla="*/ 411480 h 790041"/>
              <a:gd name="connsiteX71" fmla="*/ 378562 w 801948"/>
              <a:gd name="connsiteY71" fmla="*/ 497891 h 790041"/>
              <a:gd name="connsiteX72" fmla="*/ 292151 w 801948"/>
              <a:gd name="connsiteY72" fmla="*/ 584302 h 790041"/>
              <a:gd name="connsiteX73" fmla="*/ 292151 w 801948"/>
              <a:gd name="connsiteY73" fmla="*/ 429997 h 790041"/>
              <a:gd name="connsiteX74" fmla="*/ 224257 w 801948"/>
              <a:gd name="connsiteY74" fmla="*/ 497891 h 790041"/>
              <a:gd name="connsiteX75" fmla="*/ 292151 w 801948"/>
              <a:gd name="connsiteY75" fmla="*/ 565785 h 790041"/>
              <a:gd name="connsiteX76" fmla="*/ 360045 w 801948"/>
              <a:gd name="connsiteY76" fmla="*/ 497891 h 790041"/>
              <a:gd name="connsiteX77" fmla="*/ 292151 w 801948"/>
              <a:gd name="connsiteY77" fmla="*/ 429997 h 790041"/>
              <a:gd name="connsiteX78" fmla="*/ 792716 w 801948"/>
              <a:gd name="connsiteY78" fmla="*/ 584302 h 790041"/>
              <a:gd name="connsiteX79" fmla="*/ 614545 w 801948"/>
              <a:gd name="connsiteY79" fmla="*/ 584302 h 790041"/>
              <a:gd name="connsiteX80" fmla="*/ 606522 w 801948"/>
              <a:gd name="connsiteY80" fmla="*/ 579647 h 790041"/>
              <a:gd name="connsiteX81" fmla="*/ 606522 w 801948"/>
              <a:gd name="connsiteY81" fmla="*/ 570414 h 790041"/>
              <a:gd name="connsiteX82" fmla="*/ 695607 w 801948"/>
              <a:gd name="connsiteY82" fmla="*/ 416083 h 790041"/>
              <a:gd name="connsiteX83" fmla="*/ 711629 w 801948"/>
              <a:gd name="connsiteY83" fmla="*/ 416083 h 790041"/>
              <a:gd name="connsiteX84" fmla="*/ 800714 w 801948"/>
              <a:gd name="connsiteY84" fmla="*/ 570414 h 790041"/>
              <a:gd name="connsiteX85" fmla="*/ 800714 w 801948"/>
              <a:gd name="connsiteY85" fmla="*/ 579647 h 790041"/>
              <a:gd name="connsiteX86" fmla="*/ 792716 w 801948"/>
              <a:gd name="connsiteY86" fmla="*/ 584302 h 790041"/>
              <a:gd name="connsiteX87" fmla="*/ 630567 w 801948"/>
              <a:gd name="connsiteY87" fmla="*/ 565785 h 790041"/>
              <a:gd name="connsiteX88" fmla="*/ 776694 w 801948"/>
              <a:gd name="connsiteY88" fmla="*/ 565785 h 790041"/>
              <a:gd name="connsiteX89" fmla="*/ 703631 w 801948"/>
              <a:gd name="connsiteY89" fmla="*/ 439255 h 790041"/>
              <a:gd name="connsiteX90" fmla="*/ 630567 w 801948"/>
              <a:gd name="connsiteY90" fmla="*/ 565785 h 790041"/>
              <a:gd name="connsiteX91" fmla="*/ 157031 w 801948"/>
              <a:gd name="connsiteY91" fmla="*/ 337054 h 790041"/>
              <a:gd name="connsiteX92" fmla="*/ 95669 w 801948"/>
              <a:gd name="connsiteY92" fmla="*/ 398390 h 790041"/>
              <a:gd name="connsiteX93" fmla="*/ 95669 w 801948"/>
              <a:gd name="connsiteY93" fmla="*/ 240716 h 790041"/>
              <a:gd name="connsiteX94" fmla="*/ 77153 w 801948"/>
              <a:gd name="connsiteY94" fmla="*/ 240716 h 790041"/>
              <a:gd name="connsiteX95" fmla="*/ 77153 w 801948"/>
              <a:gd name="connsiteY95" fmla="*/ 398390 h 790041"/>
              <a:gd name="connsiteX96" fmla="*/ 15791 w 801948"/>
              <a:gd name="connsiteY96" fmla="*/ 337054 h 790041"/>
              <a:gd name="connsiteX97" fmla="*/ 2700 w 801948"/>
              <a:gd name="connsiteY97" fmla="*/ 350144 h 790041"/>
              <a:gd name="connsiteX98" fmla="*/ 86411 w 801948"/>
              <a:gd name="connsiteY98" fmla="*/ 433829 h 790041"/>
              <a:gd name="connsiteX99" fmla="*/ 170096 w 801948"/>
              <a:gd name="connsiteY99" fmla="*/ 350144 h 790041"/>
              <a:gd name="connsiteX100" fmla="*/ 157031 w 801948"/>
              <a:gd name="connsiteY100" fmla="*/ 337054 h 79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801948" h="790041">
                <a:moveTo>
                  <a:pt x="369303" y="790042"/>
                </a:moveTo>
                <a:lnTo>
                  <a:pt x="214998" y="790042"/>
                </a:lnTo>
                <a:cubicBezTo>
                  <a:pt x="209881" y="790042"/>
                  <a:pt x="205740" y="785901"/>
                  <a:pt x="205740" y="780783"/>
                </a:cubicBezTo>
                <a:lnTo>
                  <a:pt x="205740" y="626478"/>
                </a:lnTo>
                <a:cubicBezTo>
                  <a:pt x="205740" y="621361"/>
                  <a:pt x="209881" y="617220"/>
                  <a:pt x="214998" y="617220"/>
                </a:cubicBezTo>
                <a:lnTo>
                  <a:pt x="369303" y="617220"/>
                </a:lnTo>
                <a:cubicBezTo>
                  <a:pt x="374421" y="617220"/>
                  <a:pt x="378562" y="621361"/>
                  <a:pt x="378562" y="626478"/>
                </a:cubicBezTo>
                <a:lnTo>
                  <a:pt x="378562" y="780783"/>
                </a:lnTo>
                <a:cubicBezTo>
                  <a:pt x="378562" y="785901"/>
                  <a:pt x="374421" y="790042"/>
                  <a:pt x="369303" y="790042"/>
                </a:cubicBezTo>
                <a:close/>
                <a:moveTo>
                  <a:pt x="224257" y="771525"/>
                </a:moveTo>
                <a:lnTo>
                  <a:pt x="360045" y="771525"/>
                </a:lnTo>
                <a:lnTo>
                  <a:pt x="360045" y="635737"/>
                </a:lnTo>
                <a:lnTo>
                  <a:pt x="224257" y="635737"/>
                </a:lnTo>
                <a:lnTo>
                  <a:pt x="224257" y="771525"/>
                </a:lnTo>
                <a:close/>
                <a:moveTo>
                  <a:pt x="575043" y="584302"/>
                </a:moveTo>
                <a:lnTo>
                  <a:pt x="420738" y="584302"/>
                </a:lnTo>
                <a:cubicBezTo>
                  <a:pt x="415621" y="584302"/>
                  <a:pt x="411480" y="580161"/>
                  <a:pt x="411480" y="575043"/>
                </a:cubicBezTo>
                <a:lnTo>
                  <a:pt x="411480" y="420738"/>
                </a:lnTo>
                <a:cubicBezTo>
                  <a:pt x="411480" y="415621"/>
                  <a:pt x="415621" y="411480"/>
                  <a:pt x="420738" y="411480"/>
                </a:cubicBezTo>
                <a:lnTo>
                  <a:pt x="575043" y="411480"/>
                </a:lnTo>
                <a:cubicBezTo>
                  <a:pt x="580161" y="411480"/>
                  <a:pt x="584302" y="415621"/>
                  <a:pt x="584302" y="420738"/>
                </a:cubicBezTo>
                <a:lnTo>
                  <a:pt x="584302" y="575043"/>
                </a:lnTo>
                <a:cubicBezTo>
                  <a:pt x="584302" y="580161"/>
                  <a:pt x="580161" y="584302"/>
                  <a:pt x="575043" y="584302"/>
                </a:cubicBezTo>
                <a:close/>
                <a:moveTo>
                  <a:pt x="429997" y="565785"/>
                </a:moveTo>
                <a:lnTo>
                  <a:pt x="565759" y="565785"/>
                </a:lnTo>
                <a:lnTo>
                  <a:pt x="565759" y="429997"/>
                </a:lnTo>
                <a:lnTo>
                  <a:pt x="429997" y="429997"/>
                </a:lnTo>
                <a:lnTo>
                  <a:pt x="429997" y="565785"/>
                </a:lnTo>
                <a:close/>
                <a:moveTo>
                  <a:pt x="86411" y="172822"/>
                </a:moveTo>
                <a:cubicBezTo>
                  <a:pt x="38756" y="172822"/>
                  <a:pt x="0" y="134065"/>
                  <a:pt x="0" y="86411"/>
                </a:cubicBezTo>
                <a:cubicBezTo>
                  <a:pt x="0" y="38756"/>
                  <a:pt x="38756" y="0"/>
                  <a:pt x="86411" y="0"/>
                </a:cubicBezTo>
                <a:cubicBezTo>
                  <a:pt x="134065" y="0"/>
                  <a:pt x="172822" y="38756"/>
                  <a:pt x="172822" y="86411"/>
                </a:cubicBezTo>
                <a:cubicBezTo>
                  <a:pt x="172822" y="134065"/>
                  <a:pt x="134065" y="172822"/>
                  <a:pt x="86411" y="172822"/>
                </a:cubicBezTo>
                <a:close/>
                <a:moveTo>
                  <a:pt x="86411" y="18517"/>
                </a:moveTo>
                <a:cubicBezTo>
                  <a:pt x="48966" y="18517"/>
                  <a:pt x="18517" y="48966"/>
                  <a:pt x="18517" y="86411"/>
                </a:cubicBezTo>
                <a:cubicBezTo>
                  <a:pt x="18517" y="123855"/>
                  <a:pt x="48966" y="154305"/>
                  <a:pt x="86411" y="154305"/>
                </a:cubicBezTo>
                <a:cubicBezTo>
                  <a:pt x="123855" y="154305"/>
                  <a:pt x="154305" y="123855"/>
                  <a:pt x="154305" y="86411"/>
                </a:cubicBezTo>
                <a:cubicBezTo>
                  <a:pt x="154305" y="48966"/>
                  <a:pt x="123855" y="18517"/>
                  <a:pt x="86411" y="18517"/>
                </a:cubicBezTo>
                <a:close/>
                <a:moveTo>
                  <a:pt x="86411" y="790042"/>
                </a:moveTo>
                <a:cubicBezTo>
                  <a:pt x="38756" y="790042"/>
                  <a:pt x="0" y="751260"/>
                  <a:pt x="0" y="703631"/>
                </a:cubicBezTo>
                <a:cubicBezTo>
                  <a:pt x="0" y="656002"/>
                  <a:pt x="38756" y="617220"/>
                  <a:pt x="86411" y="617220"/>
                </a:cubicBezTo>
                <a:cubicBezTo>
                  <a:pt x="134065" y="617220"/>
                  <a:pt x="172822" y="655976"/>
                  <a:pt x="172822" y="703631"/>
                </a:cubicBezTo>
                <a:cubicBezTo>
                  <a:pt x="172822" y="751285"/>
                  <a:pt x="134065" y="790042"/>
                  <a:pt x="86411" y="790042"/>
                </a:cubicBezTo>
                <a:close/>
                <a:moveTo>
                  <a:pt x="86411" y="635737"/>
                </a:moveTo>
                <a:cubicBezTo>
                  <a:pt x="48966" y="635737"/>
                  <a:pt x="18517" y="666186"/>
                  <a:pt x="18517" y="703631"/>
                </a:cubicBezTo>
                <a:cubicBezTo>
                  <a:pt x="18517" y="741075"/>
                  <a:pt x="48966" y="771525"/>
                  <a:pt x="86411" y="771525"/>
                </a:cubicBezTo>
                <a:cubicBezTo>
                  <a:pt x="123855" y="771525"/>
                  <a:pt x="154305" y="741075"/>
                  <a:pt x="154305" y="703631"/>
                </a:cubicBezTo>
                <a:cubicBezTo>
                  <a:pt x="154305" y="666186"/>
                  <a:pt x="123855" y="635737"/>
                  <a:pt x="86411" y="635737"/>
                </a:cubicBezTo>
                <a:close/>
                <a:moveTo>
                  <a:pt x="497891" y="790042"/>
                </a:moveTo>
                <a:cubicBezTo>
                  <a:pt x="450236" y="790042"/>
                  <a:pt x="411480" y="751260"/>
                  <a:pt x="411480" y="703631"/>
                </a:cubicBezTo>
                <a:cubicBezTo>
                  <a:pt x="411480" y="656002"/>
                  <a:pt x="450236" y="617220"/>
                  <a:pt x="497891" y="617220"/>
                </a:cubicBezTo>
                <a:cubicBezTo>
                  <a:pt x="545545" y="617220"/>
                  <a:pt x="584302" y="656002"/>
                  <a:pt x="584302" y="703631"/>
                </a:cubicBezTo>
                <a:cubicBezTo>
                  <a:pt x="584302" y="751260"/>
                  <a:pt x="545545" y="790042"/>
                  <a:pt x="497891" y="790042"/>
                </a:cubicBezTo>
                <a:close/>
                <a:moveTo>
                  <a:pt x="497891" y="635737"/>
                </a:moveTo>
                <a:cubicBezTo>
                  <a:pt x="460446" y="635737"/>
                  <a:pt x="429997" y="666186"/>
                  <a:pt x="429997" y="703631"/>
                </a:cubicBezTo>
                <a:cubicBezTo>
                  <a:pt x="429997" y="741075"/>
                  <a:pt x="460446" y="771525"/>
                  <a:pt x="497891" y="771525"/>
                </a:cubicBezTo>
                <a:cubicBezTo>
                  <a:pt x="535335" y="771525"/>
                  <a:pt x="565785" y="741075"/>
                  <a:pt x="565785" y="703631"/>
                </a:cubicBezTo>
                <a:cubicBezTo>
                  <a:pt x="565785" y="666186"/>
                  <a:pt x="535335" y="635737"/>
                  <a:pt x="497891" y="635737"/>
                </a:cubicBezTo>
                <a:close/>
                <a:moveTo>
                  <a:pt x="703631" y="790042"/>
                </a:moveTo>
                <a:cubicBezTo>
                  <a:pt x="655976" y="790042"/>
                  <a:pt x="617220" y="751260"/>
                  <a:pt x="617220" y="703631"/>
                </a:cubicBezTo>
                <a:cubicBezTo>
                  <a:pt x="617220" y="656002"/>
                  <a:pt x="656002" y="617220"/>
                  <a:pt x="703631" y="617220"/>
                </a:cubicBezTo>
                <a:cubicBezTo>
                  <a:pt x="751260" y="617220"/>
                  <a:pt x="790042" y="656002"/>
                  <a:pt x="790042" y="703631"/>
                </a:cubicBezTo>
                <a:cubicBezTo>
                  <a:pt x="790042" y="751260"/>
                  <a:pt x="751285" y="790042"/>
                  <a:pt x="703631" y="790042"/>
                </a:cubicBezTo>
                <a:close/>
                <a:moveTo>
                  <a:pt x="703631" y="635737"/>
                </a:moveTo>
                <a:cubicBezTo>
                  <a:pt x="666186" y="635737"/>
                  <a:pt x="635737" y="666186"/>
                  <a:pt x="635737" y="703631"/>
                </a:cubicBezTo>
                <a:cubicBezTo>
                  <a:pt x="635737" y="741075"/>
                  <a:pt x="666186" y="771525"/>
                  <a:pt x="703631" y="771525"/>
                </a:cubicBezTo>
                <a:cubicBezTo>
                  <a:pt x="741075" y="771525"/>
                  <a:pt x="771525" y="741075"/>
                  <a:pt x="771525" y="703631"/>
                </a:cubicBezTo>
                <a:cubicBezTo>
                  <a:pt x="771525" y="666186"/>
                  <a:pt x="741075" y="635737"/>
                  <a:pt x="703631" y="635737"/>
                </a:cubicBezTo>
                <a:close/>
                <a:moveTo>
                  <a:pt x="292151" y="584302"/>
                </a:moveTo>
                <a:cubicBezTo>
                  <a:pt x="244496" y="584302"/>
                  <a:pt x="205740" y="545520"/>
                  <a:pt x="205740" y="497891"/>
                </a:cubicBezTo>
                <a:cubicBezTo>
                  <a:pt x="205740" y="450262"/>
                  <a:pt x="244496" y="411480"/>
                  <a:pt x="292151" y="411480"/>
                </a:cubicBezTo>
                <a:cubicBezTo>
                  <a:pt x="339805" y="411480"/>
                  <a:pt x="378562" y="450236"/>
                  <a:pt x="378562" y="497891"/>
                </a:cubicBezTo>
                <a:cubicBezTo>
                  <a:pt x="378562" y="545545"/>
                  <a:pt x="339805" y="584302"/>
                  <a:pt x="292151" y="584302"/>
                </a:cubicBezTo>
                <a:close/>
                <a:moveTo>
                  <a:pt x="292151" y="429997"/>
                </a:moveTo>
                <a:cubicBezTo>
                  <a:pt x="254706" y="429997"/>
                  <a:pt x="224257" y="460446"/>
                  <a:pt x="224257" y="497891"/>
                </a:cubicBezTo>
                <a:cubicBezTo>
                  <a:pt x="224257" y="535335"/>
                  <a:pt x="254732" y="565785"/>
                  <a:pt x="292151" y="565785"/>
                </a:cubicBezTo>
                <a:cubicBezTo>
                  <a:pt x="329570" y="565785"/>
                  <a:pt x="360045" y="535335"/>
                  <a:pt x="360045" y="497891"/>
                </a:cubicBezTo>
                <a:cubicBezTo>
                  <a:pt x="360045" y="460446"/>
                  <a:pt x="329596" y="429997"/>
                  <a:pt x="292151" y="429997"/>
                </a:cubicBezTo>
                <a:close/>
                <a:moveTo>
                  <a:pt x="792716" y="584302"/>
                </a:moveTo>
                <a:lnTo>
                  <a:pt x="614545" y="584302"/>
                </a:lnTo>
                <a:cubicBezTo>
                  <a:pt x="611228" y="584302"/>
                  <a:pt x="608193" y="582527"/>
                  <a:pt x="606522" y="579647"/>
                </a:cubicBezTo>
                <a:cubicBezTo>
                  <a:pt x="604850" y="576766"/>
                  <a:pt x="604876" y="573269"/>
                  <a:pt x="606522" y="570414"/>
                </a:cubicBezTo>
                <a:lnTo>
                  <a:pt x="695607" y="416083"/>
                </a:lnTo>
                <a:cubicBezTo>
                  <a:pt x="698925" y="410348"/>
                  <a:pt x="708311" y="410348"/>
                  <a:pt x="711629" y="416083"/>
                </a:cubicBezTo>
                <a:lnTo>
                  <a:pt x="800714" y="570414"/>
                </a:lnTo>
                <a:cubicBezTo>
                  <a:pt x="802360" y="573269"/>
                  <a:pt x="802360" y="576792"/>
                  <a:pt x="800714" y="579647"/>
                </a:cubicBezTo>
                <a:cubicBezTo>
                  <a:pt x="799068" y="582501"/>
                  <a:pt x="796034" y="584302"/>
                  <a:pt x="792716" y="584302"/>
                </a:cubicBezTo>
                <a:close/>
                <a:moveTo>
                  <a:pt x="630567" y="565785"/>
                </a:moveTo>
                <a:lnTo>
                  <a:pt x="776694" y="565785"/>
                </a:lnTo>
                <a:lnTo>
                  <a:pt x="703631" y="439255"/>
                </a:lnTo>
                <a:lnTo>
                  <a:pt x="630567" y="565785"/>
                </a:lnTo>
                <a:close/>
                <a:moveTo>
                  <a:pt x="157031" y="337054"/>
                </a:moveTo>
                <a:lnTo>
                  <a:pt x="95669" y="398390"/>
                </a:lnTo>
                <a:lnTo>
                  <a:pt x="95669" y="240716"/>
                </a:lnTo>
                <a:lnTo>
                  <a:pt x="77153" y="240716"/>
                </a:lnTo>
                <a:lnTo>
                  <a:pt x="77153" y="398390"/>
                </a:lnTo>
                <a:lnTo>
                  <a:pt x="15791" y="337054"/>
                </a:lnTo>
                <a:lnTo>
                  <a:pt x="2700" y="350144"/>
                </a:lnTo>
                <a:lnTo>
                  <a:pt x="86411" y="433829"/>
                </a:lnTo>
                <a:lnTo>
                  <a:pt x="170096" y="350144"/>
                </a:lnTo>
                <a:lnTo>
                  <a:pt x="157031" y="337054"/>
                </a:lnTo>
                <a:close/>
              </a:path>
            </a:pathLst>
          </a:custGeom>
          <a:solidFill>
            <a:schemeClr val="tx1"/>
          </a:solidFill>
          <a:ln w="25598" cap="flat">
            <a:noFill/>
            <a:prstDash val="solid"/>
            <a:miter/>
          </a:ln>
        </p:spPr>
        <p:txBody>
          <a:bodyPr rtlCol="0" anchor="ctr"/>
          <a:lstStyle/>
          <a:p>
            <a:endParaRPr lang="en-US" sz="1200" dirty="0">
              <a:latin typeface="IBM Plex Sans Light"/>
            </a:endParaRPr>
          </a:p>
        </p:txBody>
      </p:sp>
      <p:sp>
        <p:nvSpPr>
          <p:cNvPr id="73" name="TextBox 72">
            <a:extLst>
              <a:ext uri="{FF2B5EF4-FFF2-40B4-BE49-F238E27FC236}">
                <a16:creationId xmlns:a16="http://schemas.microsoft.com/office/drawing/2014/main" id="{1EC80423-07FC-4045-B16F-9DFA3495E204}"/>
              </a:ext>
            </a:extLst>
          </p:cNvPr>
          <p:cNvSpPr txBox="1"/>
          <p:nvPr/>
        </p:nvSpPr>
        <p:spPr>
          <a:xfrm>
            <a:off x="3386534" y="7809219"/>
            <a:ext cx="976305"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Data insights</a:t>
            </a:r>
            <a:endParaRPr lang="en-US" sz="900" dirty="0">
              <a:latin typeface="IBM Plex Sans Light"/>
              <a:cs typeface="IBM Plex Sans Light" panose="020B0604020202020204" pitchFamily="34" charset="0"/>
            </a:endParaRPr>
          </a:p>
        </p:txBody>
      </p:sp>
      <p:pic>
        <p:nvPicPr>
          <p:cNvPr id="83" name="Picture 82">
            <a:extLst>
              <a:ext uri="{FF2B5EF4-FFF2-40B4-BE49-F238E27FC236}">
                <a16:creationId xmlns:a16="http://schemas.microsoft.com/office/drawing/2014/main" id="{F755B42C-59B2-5365-AA1C-68C4623C1C78}"/>
              </a:ext>
            </a:extLst>
          </p:cNvPr>
          <p:cNvPicPr>
            <a:picLocks noChangeAspect="1"/>
          </p:cNvPicPr>
          <p:nvPr/>
        </p:nvPicPr>
        <p:blipFill>
          <a:blip r:embed="rId23">
            <a:biLevel thresh="75000"/>
          </a:blip>
          <a:srcRect/>
          <a:stretch/>
        </p:blipFill>
        <p:spPr>
          <a:xfrm>
            <a:off x="3565829" y="896588"/>
            <a:ext cx="429768" cy="429768"/>
          </a:xfrm>
          <a:prstGeom prst="rect">
            <a:avLst/>
          </a:prstGeom>
        </p:spPr>
      </p:pic>
      <p:sp>
        <p:nvSpPr>
          <p:cNvPr id="85" name="TextBox 84">
            <a:extLst>
              <a:ext uri="{FF2B5EF4-FFF2-40B4-BE49-F238E27FC236}">
                <a16:creationId xmlns:a16="http://schemas.microsoft.com/office/drawing/2014/main" id="{31D5814E-A81E-4FCA-0FF5-7D9BA5538F3C}"/>
              </a:ext>
            </a:extLst>
          </p:cNvPr>
          <p:cNvSpPr txBox="1"/>
          <p:nvPr/>
        </p:nvSpPr>
        <p:spPr>
          <a:xfrm>
            <a:off x="3328311" y="1459311"/>
            <a:ext cx="876082"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Analyze</a:t>
            </a:r>
            <a:endParaRPr lang="en-US" sz="900" dirty="0">
              <a:latin typeface="IBM Plex Sans Light"/>
              <a:cs typeface="IBM Plex Sans Light" panose="020B0604020202020204" pitchFamily="34" charset="0"/>
            </a:endParaRPr>
          </a:p>
        </p:txBody>
      </p:sp>
      <p:pic>
        <p:nvPicPr>
          <p:cNvPr id="87" name="Picture 86">
            <a:extLst>
              <a:ext uri="{FF2B5EF4-FFF2-40B4-BE49-F238E27FC236}">
                <a16:creationId xmlns:a16="http://schemas.microsoft.com/office/drawing/2014/main" id="{C06E9869-48A2-81D6-AA4D-CE93330E0C34}"/>
              </a:ext>
            </a:extLst>
          </p:cNvPr>
          <p:cNvPicPr>
            <a:picLocks noChangeAspect="1"/>
          </p:cNvPicPr>
          <p:nvPr/>
        </p:nvPicPr>
        <p:blipFill>
          <a:blip r:embed="rId24" cstate="email">
            <a:biLevel thresh="75000"/>
            <a:extLst>
              <a:ext uri="{28A0092B-C50C-407E-A947-70E740481C1C}">
                <a14:useLocalDpi xmlns:a14="http://schemas.microsoft.com/office/drawing/2010/main"/>
              </a:ext>
            </a:extLst>
          </a:blip>
          <a:srcRect/>
          <a:stretch/>
        </p:blipFill>
        <p:spPr>
          <a:xfrm>
            <a:off x="430587" y="4612695"/>
            <a:ext cx="429768" cy="429768"/>
          </a:xfrm>
          <a:prstGeom prst="rect">
            <a:avLst/>
          </a:prstGeom>
        </p:spPr>
      </p:pic>
      <p:sp>
        <p:nvSpPr>
          <p:cNvPr id="89" name="TextBox 88">
            <a:extLst>
              <a:ext uri="{FF2B5EF4-FFF2-40B4-BE49-F238E27FC236}">
                <a16:creationId xmlns:a16="http://schemas.microsoft.com/office/drawing/2014/main" id="{A8B64555-ACB3-7607-A62D-A3D4AEEF2188}"/>
              </a:ext>
            </a:extLst>
          </p:cNvPr>
          <p:cNvSpPr txBox="1"/>
          <p:nvPr/>
        </p:nvSpPr>
        <p:spPr>
          <a:xfrm>
            <a:off x="264287" y="5197472"/>
            <a:ext cx="776060" cy="377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Path</a:t>
            </a:r>
            <a:endParaRPr lang="en-US" sz="900" dirty="0">
              <a:latin typeface="IBM Plex Sans Light"/>
              <a:cs typeface="IBM Plex Sans Light" panose="020B0604020202020204" pitchFamily="34" charset="0"/>
            </a:endParaRPr>
          </a:p>
        </p:txBody>
      </p:sp>
      <p:pic>
        <p:nvPicPr>
          <p:cNvPr id="91" name="Picture 90">
            <a:extLst>
              <a:ext uri="{FF2B5EF4-FFF2-40B4-BE49-F238E27FC236}">
                <a16:creationId xmlns:a16="http://schemas.microsoft.com/office/drawing/2014/main" id="{D51E59D1-F698-062F-1BB8-9472BCFF518E}"/>
              </a:ext>
            </a:extLst>
          </p:cNvPr>
          <p:cNvPicPr>
            <a:picLocks noChangeAspect="1"/>
          </p:cNvPicPr>
          <p:nvPr/>
        </p:nvPicPr>
        <p:blipFill>
          <a:blip r:embed="rId25" cstate="email">
            <a:biLevel thresh="75000"/>
            <a:extLst>
              <a:ext uri="{28A0092B-C50C-407E-A947-70E740481C1C}">
                <a14:useLocalDpi xmlns:a14="http://schemas.microsoft.com/office/drawing/2010/main"/>
              </a:ext>
            </a:extLst>
          </a:blip>
          <a:srcRect/>
          <a:stretch/>
        </p:blipFill>
        <p:spPr>
          <a:xfrm>
            <a:off x="2522423" y="4612695"/>
            <a:ext cx="429768" cy="429768"/>
          </a:xfrm>
          <a:prstGeom prst="rect">
            <a:avLst/>
          </a:prstGeom>
        </p:spPr>
      </p:pic>
      <p:sp>
        <p:nvSpPr>
          <p:cNvPr id="93" name="TextBox 92">
            <a:extLst>
              <a:ext uri="{FF2B5EF4-FFF2-40B4-BE49-F238E27FC236}">
                <a16:creationId xmlns:a16="http://schemas.microsoft.com/office/drawing/2014/main" id="{A3B126F6-9485-82C4-D009-9F82FEA17856}"/>
              </a:ext>
            </a:extLst>
          </p:cNvPr>
          <p:cNvSpPr txBox="1"/>
          <p:nvPr/>
        </p:nvSpPr>
        <p:spPr>
          <a:xfrm>
            <a:off x="2272706" y="5197472"/>
            <a:ext cx="843425" cy="377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Mobile chat</a:t>
            </a:r>
            <a:endParaRPr lang="en-US" sz="900" dirty="0">
              <a:latin typeface="IBM Plex Sans Light"/>
              <a:cs typeface="IBM Plex Sans Light" panose="020B0604020202020204" pitchFamily="34" charset="0"/>
            </a:endParaRPr>
          </a:p>
        </p:txBody>
      </p:sp>
      <p:pic>
        <p:nvPicPr>
          <p:cNvPr id="95" name="Picture 94">
            <a:extLst>
              <a:ext uri="{FF2B5EF4-FFF2-40B4-BE49-F238E27FC236}">
                <a16:creationId xmlns:a16="http://schemas.microsoft.com/office/drawing/2014/main" id="{3E6C49D9-FDF5-346B-408D-18C96525B2FE}"/>
              </a:ext>
            </a:extLst>
          </p:cNvPr>
          <p:cNvPicPr>
            <a:picLocks noChangeAspect="1"/>
          </p:cNvPicPr>
          <p:nvPr/>
        </p:nvPicPr>
        <p:blipFill>
          <a:blip r:embed="rId26">
            <a:biLevel thresh="75000"/>
          </a:blip>
          <a:srcRect/>
          <a:stretch/>
        </p:blipFill>
        <p:spPr>
          <a:xfrm>
            <a:off x="4614259" y="7199174"/>
            <a:ext cx="429768" cy="429768"/>
          </a:xfrm>
          <a:prstGeom prst="rect">
            <a:avLst/>
          </a:prstGeom>
        </p:spPr>
      </p:pic>
      <p:sp>
        <p:nvSpPr>
          <p:cNvPr id="97" name="TextBox 96">
            <a:extLst>
              <a:ext uri="{FF2B5EF4-FFF2-40B4-BE49-F238E27FC236}">
                <a16:creationId xmlns:a16="http://schemas.microsoft.com/office/drawing/2014/main" id="{7F82CF36-20C9-A259-CAA3-2982E798B43D}"/>
              </a:ext>
            </a:extLst>
          </p:cNvPr>
          <p:cNvSpPr txBox="1"/>
          <p:nvPr/>
        </p:nvSpPr>
        <p:spPr>
          <a:xfrm>
            <a:off x="4546132" y="7809219"/>
            <a:ext cx="773353"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Touch</a:t>
            </a:r>
            <a:endParaRPr lang="en-US" sz="900" dirty="0">
              <a:latin typeface="IBM Plex Sans Light"/>
              <a:cs typeface="IBM Plex Sans Light" panose="020B0604020202020204" pitchFamily="34" charset="0"/>
            </a:endParaRPr>
          </a:p>
        </p:txBody>
      </p:sp>
      <p:pic>
        <p:nvPicPr>
          <p:cNvPr id="99" name="Picture 98">
            <a:extLst>
              <a:ext uri="{FF2B5EF4-FFF2-40B4-BE49-F238E27FC236}">
                <a16:creationId xmlns:a16="http://schemas.microsoft.com/office/drawing/2014/main" id="{10C9F13F-C1EB-7C00-A772-72E7C3C3725D}"/>
              </a:ext>
            </a:extLst>
          </p:cNvPr>
          <p:cNvPicPr>
            <a:picLocks noChangeAspect="1"/>
          </p:cNvPicPr>
          <p:nvPr/>
        </p:nvPicPr>
        <p:blipFill>
          <a:blip r:embed="rId27" cstate="email">
            <a:biLevel thresh="50000"/>
            <a:extLst>
              <a:ext uri="{28A0092B-C50C-407E-A947-70E740481C1C}">
                <a14:useLocalDpi xmlns:a14="http://schemas.microsoft.com/office/drawing/2010/main"/>
              </a:ext>
            </a:extLst>
          </a:blip>
          <a:srcRect/>
          <a:stretch/>
        </p:blipFill>
        <p:spPr>
          <a:xfrm>
            <a:off x="430587" y="5866595"/>
            <a:ext cx="429768" cy="429768"/>
          </a:xfrm>
          <a:prstGeom prst="rect">
            <a:avLst/>
          </a:prstGeom>
        </p:spPr>
      </p:pic>
      <p:sp>
        <p:nvSpPr>
          <p:cNvPr id="101" name="TextBox 100">
            <a:extLst>
              <a:ext uri="{FF2B5EF4-FFF2-40B4-BE49-F238E27FC236}">
                <a16:creationId xmlns:a16="http://schemas.microsoft.com/office/drawing/2014/main" id="{81DC466E-0AB5-3635-5591-3A63EED8A907}"/>
              </a:ext>
            </a:extLst>
          </p:cNvPr>
          <p:cNvSpPr txBox="1"/>
          <p:nvPr/>
        </p:nvSpPr>
        <p:spPr>
          <a:xfrm>
            <a:off x="171481" y="6461813"/>
            <a:ext cx="961672"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Envelope</a:t>
            </a:r>
          </a:p>
        </p:txBody>
      </p:sp>
      <p:sp>
        <p:nvSpPr>
          <p:cNvPr id="115" name="Freeform 181">
            <a:extLst>
              <a:ext uri="{FF2B5EF4-FFF2-40B4-BE49-F238E27FC236}">
                <a16:creationId xmlns:a16="http://schemas.microsoft.com/office/drawing/2014/main" id="{E25319A0-B349-542F-5275-F553EA8A73D7}"/>
              </a:ext>
            </a:extLst>
          </p:cNvPr>
          <p:cNvSpPr>
            <a:spLocks noChangeAspect="1"/>
          </p:cNvSpPr>
          <p:nvPr/>
        </p:nvSpPr>
        <p:spPr>
          <a:xfrm>
            <a:off x="2522423" y="5866595"/>
            <a:ext cx="429768" cy="429768"/>
          </a:xfrm>
          <a:custGeom>
            <a:avLst/>
            <a:gdLst>
              <a:gd name="connsiteX0" fmla="*/ 1957682 w 1980895"/>
              <a:gd name="connsiteY0" fmla="*/ 1980896 h 1980895"/>
              <a:gd name="connsiteX1" fmla="*/ 23214 w 1980895"/>
              <a:gd name="connsiteY1" fmla="*/ 1980896 h 1980895"/>
              <a:gd name="connsiteX2" fmla="*/ 0 w 1980895"/>
              <a:gd name="connsiteY2" fmla="*/ 1957682 h 1980895"/>
              <a:gd name="connsiteX3" fmla="*/ 3095 w 1980895"/>
              <a:gd name="connsiteY3" fmla="*/ 1945624 h 1980895"/>
              <a:gd name="connsiteX4" fmla="*/ 151727 w 1980895"/>
              <a:gd name="connsiteY4" fmla="*/ 1688146 h 1980895"/>
              <a:gd name="connsiteX5" fmla="*/ 171845 w 1980895"/>
              <a:gd name="connsiteY5" fmla="*/ 1676475 h 1980895"/>
              <a:gd name="connsiteX6" fmla="*/ 967234 w 1980895"/>
              <a:gd name="connsiteY6" fmla="*/ 1676475 h 1980895"/>
              <a:gd name="connsiteX7" fmla="*/ 967234 w 1980895"/>
              <a:gd name="connsiteY7" fmla="*/ 1377342 h 1980895"/>
              <a:gd name="connsiteX8" fmla="*/ 990448 w 1980895"/>
              <a:gd name="connsiteY8" fmla="*/ 1354128 h 1980895"/>
              <a:gd name="connsiteX9" fmla="*/ 1222649 w 1980895"/>
              <a:gd name="connsiteY9" fmla="*/ 1354128 h 1980895"/>
              <a:gd name="connsiteX10" fmla="*/ 1057316 w 1980895"/>
              <a:gd name="connsiteY10" fmla="*/ 1067246 h 1980895"/>
              <a:gd name="connsiteX11" fmla="*/ 1057638 w 1980895"/>
              <a:gd name="connsiteY11" fmla="*/ 871414 h 1980895"/>
              <a:gd name="connsiteX12" fmla="*/ 1129149 w 1980895"/>
              <a:gd name="connsiteY12" fmla="*/ 799838 h 1980895"/>
              <a:gd name="connsiteX13" fmla="*/ 1165646 w 1980895"/>
              <a:gd name="connsiteY13" fmla="*/ 783589 h 1980895"/>
              <a:gd name="connsiteX14" fmla="*/ 1383532 w 1980895"/>
              <a:gd name="connsiteY14" fmla="*/ 406238 h 1980895"/>
              <a:gd name="connsiteX15" fmla="*/ 1368185 w 1980895"/>
              <a:gd name="connsiteY15" fmla="*/ 368903 h 1980895"/>
              <a:gd name="connsiteX16" fmla="*/ 930673 w 1980895"/>
              <a:gd name="connsiteY16" fmla="*/ 368903 h 1980895"/>
              <a:gd name="connsiteX17" fmla="*/ 732583 w 1980895"/>
              <a:gd name="connsiteY17" fmla="*/ 497868 h 1980895"/>
              <a:gd name="connsiteX18" fmla="*/ 693507 w 1980895"/>
              <a:gd name="connsiteY18" fmla="*/ 494321 h 1980895"/>
              <a:gd name="connsiteX19" fmla="*/ 577116 w 1980895"/>
              <a:gd name="connsiteY19" fmla="*/ 695699 h 1980895"/>
              <a:gd name="connsiteX20" fmla="*/ 602007 w 1980895"/>
              <a:gd name="connsiteY20" fmla="*/ 754959 h 1980895"/>
              <a:gd name="connsiteX21" fmla="*/ 578793 w 1980895"/>
              <a:gd name="connsiteY21" fmla="*/ 909716 h 1980895"/>
              <a:gd name="connsiteX22" fmla="*/ 482199 w 1980895"/>
              <a:gd name="connsiteY22" fmla="*/ 1075758 h 1980895"/>
              <a:gd name="connsiteX23" fmla="*/ 450538 w 1980895"/>
              <a:gd name="connsiteY23" fmla="*/ 1084205 h 1980895"/>
              <a:gd name="connsiteX24" fmla="*/ 313255 w 1980895"/>
              <a:gd name="connsiteY24" fmla="*/ 1004956 h 1980895"/>
              <a:gd name="connsiteX25" fmla="*/ 261089 w 1980895"/>
              <a:gd name="connsiteY25" fmla="*/ 1095296 h 1980895"/>
              <a:gd name="connsiteX26" fmla="*/ 309128 w 1980895"/>
              <a:gd name="connsiteY26" fmla="*/ 1167903 h 1980895"/>
              <a:gd name="connsiteX27" fmla="*/ 297457 w 1980895"/>
              <a:gd name="connsiteY27" fmla="*/ 1280941 h 1980895"/>
              <a:gd name="connsiteX28" fmla="*/ 263862 w 1980895"/>
              <a:gd name="connsiteY28" fmla="*/ 1342844 h 1980895"/>
              <a:gd name="connsiteX29" fmla="*/ 249933 w 1980895"/>
              <a:gd name="connsiteY29" fmla="*/ 1354128 h 1980895"/>
              <a:gd name="connsiteX30" fmla="*/ 149148 w 1980895"/>
              <a:gd name="connsiteY30" fmla="*/ 1383983 h 1980895"/>
              <a:gd name="connsiteX31" fmla="*/ 135993 w 1980895"/>
              <a:gd name="connsiteY31" fmla="*/ 1339555 h 1980895"/>
              <a:gd name="connsiteX32" fmla="*/ 227880 w 1980895"/>
              <a:gd name="connsiteY32" fmla="*/ 1312279 h 1980895"/>
              <a:gd name="connsiteX33" fmla="*/ 256704 w 1980895"/>
              <a:gd name="connsiteY33" fmla="*/ 1258823 h 1980895"/>
              <a:gd name="connsiteX34" fmla="*/ 264700 w 1980895"/>
              <a:gd name="connsiteY34" fmla="*/ 1181187 h 1980895"/>
              <a:gd name="connsiteX35" fmla="*/ 215629 w 1980895"/>
              <a:gd name="connsiteY35" fmla="*/ 1120509 h 1980895"/>
              <a:gd name="connsiteX36" fmla="*/ 137928 w 1980895"/>
              <a:gd name="connsiteY36" fmla="*/ 1112513 h 1980895"/>
              <a:gd name="connsiteX37" fmla="*/ 77250 w 1980895"/>
              <a:gd name="connsiteY37" fmla="*/ 1161648 h 1980895"/>
              <a:gd name="connsiteX38" fmla="*/ 48233 w 1980895"/>
              <a:gd name="connsiteY38" fmla="*/ 1215104 h 1980895"/>
              <a:gd name="connsiteX39" fmla="*/ 75315 w 1980895"/>
              <a:gd name="connsiteY39" fmla="*/ 1306605 h 1980895"/>
              <a:gd name="connsiteX40" fmla="*/ 30823 w 1980895"/>
              <a:gd name="connsiteY40" fmla="*/ 1319823 h 1980895"/>
              <a:gd name="connsiteX41" fmla="*/ 967 w 1980895"/>
              <a:gd name="connsiteY41" fmla="*/ 1219102 h 1980895"/>
              <a:gd name="connsiteX42" fmla="*/ 2837 w 1980895"/>
              <a:gd name="connsiteY42" fmla="*/ 1201434 h 1980895"/>
              <a:gd name="connsiteX43" fmla="*/ 36432 w 1980895"/>
              <a:gd name="connsiteY43" fmla="*/ 1139531 h 1980895"/>
              <a:gd name="connsiteX44" fmla="*/ 124709 w 1980895"/>
              <a:gd name="connsiteY44" fmla="*/ 1068149 h 1980895"/>
              <a:gd name="connsiteX45" fmla="*/ 221045 w 1980895"/>
              <a:gd name="connsiteY45" fmla="*/ 1072083 h 1980895"/>
              <a:gd name="connsiteX46" fmla="*/ 273018 w 1980895"/>
              <a:gd name="connsiteY46" fmla="*/ 982001 h 1980895"/>
              <a:gd name="connsiteX47" fmla="*/ 133801 w 1980895"/>
              <a:gd name="connsiteY47" fmla="*/ 901656 h 1980895"/>
              <a:gd name="connsiteX48" fmla="*/ 122968 w 1980895"/>
              <a:gd name="connsiteY48" fmla="*/ 887341 h 1980895"/>
              <a:gd name="connsiteX49" fmla="*/ 125611 w 1980895"/>
              <a:gd name="connsiteY49" fmla="*/ 869544 h 1980895"/>
              <a:gd name="connsiteX50" fmla="*/ 228590 w 1980895"/>
              <a:gd name="connsiteY50" fmla="*/ 698666 h 1980895"/>
              <a:gd name="connsiteX51" fmla="*/ 354653 w 1980895"/>
              <a:gd name="connsiteY51" fmla="*/ 606005 h 1980895"/>
              <a:gd name="connsiteX52" fmla="*/ 425841 w 1980895"/>
              <a:gd name="connsiteY52" fmla="*/ 601039 h 1980895"/>
              <a:gd name="connsiteX53" fmla="*/ 546423 w 1980895"/>
              <a:gd name="connsiteY53" fmla="*/ 392246 h 1980895"/>
              <a:gd name="connsiteX54" fmla="*/ 515858 w 1980895"/>
              <a:gd name="connsiteY54" fmla="*/ 281143 h 1980895"/>
              <a:gd name="connsiteX55" fmla="*/ 732519 w 1980895"/>
              <a:gd name="connsiteY55" fmla="*/ 64482 h 1980895"/>
              <a:gd name="connsiteX56" fmla="*/ 930608 w 1980895"/>
              <a:gd name="connsiteY56" fmla="*/ 193447 h 1980895"/>
              <a:gd name="connsiteX57" fmla="*/ 1368121 w 1980895"/>
              <a:gd name="connsiteY57" fmla="*/ 193447 h 1980895"/>
              <a:gd name="connsiteX58" fmla="*/ 1635271 w 1980895"/>
              <a:gd name="connsiteY58" fmla="*/ 0 h 1980895"/>
              <a:gd name="connsiteX59" fmla="*/ 1916414 w 1980895"/>
              <a:gd name="connsiteY59" fmla="*/ 281143 h 1980895"/>
              <a:gd name="connsiteX60" fmla="*/ 1638237 w 1980895"/>
              <a:gd name="connsiteY60" fmla="*/ 562286 h 1980895"/>
              <a:gd name="connsiteX61" fmla="*/ 1428025 w 1980895"/>
              <a:gd name="connsiteY61" fmla="*/ 926417 h 1980895"/>
              <a:gd name="connsiteX62" fmla="*/ 1674540 w 1980895"/>
              <a:gd name="connsiteY62" fmla="*/ 1354128 h 1980895"/>
              <a:gd name="connsiteX63" fmla="*/ 1828718 w 1980895"/>
              <a:gd name="connsiteY63" fmla="*/ 1354128 h 1980895"/>
              <a:gd name="connsiteX64" fmla="*/ 1851931 w 1980895"/>
              <a:gd name="connsiteY64" fmla="*/ 1377342 h 1980895"/>
              <a:gd name="connsiteX65" fmla="*/ 1851931 w 1980895"/>
              <a:gd name="connsiteY65" fmla="*/ 1676539 h 1980895"/>
              <a:gd name="connsiteX66" fmla="*/ 1957682 w 1980895"/>
              <a:gd name="connsiteY66" fmla="*/ 1676539 h 1980895"/>
              <a:gd name="connsiteX67" fmla="*/ 1980896 w 1980895"/>
              <a:gd name="connsiteY67" fmla="*/ 1699753 h 1980895"/>
              <a:gd name="connsiteX68" fmla="*/ 1980896 w 1980895"/>
              <a:gd name="connsiteY68" fmla="*/ 1957682 h 1980895"/>
              <a:gd name="connsiteX69" fmla="*/ 1957682 w 1980895"/>
              <a:gd name="connsiteY69" fmla="*/ 1980896 h 1980895"/>
              <a:gd name="connsiteX70" fmla="*/ 63193 w 1980895"/>
              <a:gd name="connsiteY70" fmla="*/ 1934468 h 1980895"/>
              <a:gd name="connsiteX71" fmla="*/ 1934468 w 1980895"/>
              <a:gd name="connsiteY71" fmla="*/ 1934468 h 1980895"/>
              <a:gd name="connsiteX72" fmla="*/ 1934468 w 1980895"/>
              <a:gd name="connsiteY72" fmla="*/ 1722967 h 1980895"/>
              <a:gd name="connsiteX73" fmla="*/ 185258 w 1980895"/>
              <a:gd name="connsiteY73" fmla="*/ 1722967 h 1980895"/>
              <a:gd name="connsiteX74" fmla="*/ 63193 w 1980895"/>
              <a:gd name="connsiteY74" fmla="*/ 1934468 h 1980895"/>
              <a:gd name="connsiteX75" fmla="*/ 1013662 w 1980895"/>
              <a:gd name="connsiteY75" fmla="*/ 1676539 h 1980895"/>
              <a:gd name="connsiteX76" fmla="*/ 1805504 w 1980895"/>
              <a:gd name="connsiteY76" fmla="*/ 1676539 h 1980895"/>
              <a:gd name="connsiteX77" fmla="*/ 1805504 w 1980895"/>
              <a:gd name="connsiteY77" fmla="*/ 1400555 h 1980895"/>
              <a:gd name="connsiteX78" fmla="*/ 1013662 w 1980895"/>
              <a:gd name="connsiteY78" fmla="*/ 1400555 h 1980895"/>
              <a:gd name="connsiteX79" fmla="*/ 1013662 w 1980895"/>
              <a:gd name="connsiteY79" fmla="*/ 1676539 h 1980895"/>
              <a:gd name="connsiteX80" fmla="*/ 1276233 w 1980895"/>
              <a:gd name="connsiteY80" fmla="*/ 1354128 h 1980895"/>
              <a:gd name="connsiteX81" fmla="*/ 1621020 w 1980895"/>
              <a:gd name="connsiteY81" fmla="*/ 1354128 h 1980895"/>
              <a:gd name="connsiteX82" fmla="*/ 1356320 w 1980895"/>
              <a:gd name="connsiteY82" fmla="*/ 894821 h 1980895"/>
              <a:gd name="connsiteX83" fmla="*/ 1302220 w 1980895"/>
              <a:gd name="connsiteY83" fmla="*/ 840656 h 1980895"/>
              <a:gd name="connsiteX84" fmla="*/ 1152363 w 1980895"/>
              <a:gd name="connsiteY84" fmla="*/ 840075 h 1980895"/>
              <a:gd name="connsiteX85" fmla="*/ 1097811 w 1980895"/>
              <a:gd name="connsiteY85" fmla="*/ 894692 h 1980895"/>
              <a:gd name="connsiteX86" fmla="*/ 1097488 w 1980895"/>
              <a:gd name="connsiteY86" fmla="*/ 1044033 h 1980895"/>
              <a:gd name="connsiteX87" fmla="*/ 1276233 w 1980895"/>
              <a:gd name="connsiteY87" fmla="*/ 1354128 h 1980895"/>
              <a:gd name="connsiteX88" fmla="*/ 177520 w 1980895"/>
              <a:gd name="connsiteY88" fmla="*/ 872961 h 1980895"/>
              <a:gd name="connsiteX89" fmla="*/ 453697 w 1980895"/>
              <a:gd name="connsiteY89" fmla="*/ 1032426 h 1980895"/>
              <a:gd name="connsiteX90" fmla="*/ 538878 w 1980895"/>
              <a:gd name="connsiteY90" fmla="*/ 886051 h 1980895"/>
              <a:gd name="connsiteX91" fmla="*/ 556998 w 1980895"/>
              <a:gd name="connsiteY91" fmla="*/ 766114 h 1980895"/>
              <a:gd name="connsiteX92" fmla="*/ 485423 w 1980895"/>
              <a:gd name="connsiteY92" fmla="*/ 668681 h 1980895"/>
              <a:gd name="connsiteX93" fmla="*/ 365808 w 1980895"/>
              <a:gd name="connsiteY93" fmla="*/ 650755 h 1980895"/>
              <a:gd name="connsiteX94" fmla="*/ 268311 w 1980895"/>
              <a:gd name="connsiteY94" fmla="*/ 722331 h 1980895"/>
              <a:gd name="connsiteX95" fmla="*/ 177520 w 1980895"/>
              <a:gd name="connsiteY95" fmla="*/ 872961 h 1980895"/>
              <a:gd name="connsiteX96" fmla="*/ 1226517 w 1980895"/>
              <a:gd name="connsiteY96" fmla="*/ 773916 h 1980895"/>
              <a:gd name="connsiteX97" fmla="*/ 1325433 w 1980895"/>
              <a:gd name="connsiteY97" fmla="*/ 800483 h 1980895"/>
              <a:gd name="connsiteX98" fmla="*/ 1396428 w 1980895"/>
              <a:gd name="connsiteY98" fmla="*/ 871672 h 1980895"/>
              <a:gd name="connsiteX99" fmla="*/ 1401200 w 1980895"/>
              <a:gd name="connsiteY99" fmla="*/ 879990 h 1980895"/>
              <a:gd name="connsiteX100" fmla="*/ 1587038 w 1980895"/>
              <a:gd name="connsiteY100" fmla="*/ 558223 h 1980895"/>
              <a:gd name="connsiteX101" fmla="*/ 1411259 w 1980895"/>
              <a:gd name="connsiteY101" fmla="*/ 450925 h 1980895"/>
              <a:gd name="connsiteX102" fmla="*/ 1224777 w 1980895"/>
              <a:gd name="connsiteY102" fmla="*/ 773916 h 1980895"/>
              <a:gd name="connsiteX103" fmla="*/ 1226517 w 1980895"/>
              <a:gd name="connsiteY103" fmla="*/ 773916 h 1980895"/>
              <a:gd name="connsiteX104" fmla="*/ 473171 w 1980895"/>
              <a:gd name="connsiteY104" fmla="*/ 611614 h 1980895"/>
              <a:gd name="connsiteX105" fmla="*/ 509410 w 1980895"/>
              <a:gd name="connsiteY105" fmla="*/ 628960 h 1980895"/>
              <a:gd name="connsiteX106" fmla="*/ 545907 w 1980895"/>
              <a:gd name="connsiteY106" fmla="*/ 657010 h 1980895"/>
              <a:gd name="connsiteX107" fmla="*/ 647789 w 1980895"/>
              <a:gd name="connsiteY107" fmla="*/ 480586 h 1980895"/>
              <a:gd name="connsiteX108" fmla="*/ 576923 w 1980895"/>
              <a:gd name="connsiteY108" fmla="*/ 431773 h 1980895"/>
              <a:gd name="connsiteX109" fmla="*/ 473171 w 1980895"/>
              <a:gd name="connsiteY109" fmla="*/ 611614 h 1980895"/>
              <a:gd name="connsiteX110" fmla="*/ 1635271 w 1980895"/>
              <a:gd name="connsiteY110" fmla="*/ 46427 h 1980895"/>
              <a:gd name="connsiteX111" fmla="*/ 1400555 w 1980895"/>
              <a:gd name="connsiteY111" fmla="*/ 281143 h 1980895"/>
              <a:gd name="connsiteX112" fmla="*/ 1635271 w 1980895"/>
              <a:gd name="connsiteY112" fmla="*/ 515858 h 1980895"/>
              <a:gd name="connsiteX113" fmla="*/ 1869986 w 1980895"/>
              <a:gd name="connsiteY113" fmla="*/ 281143 h 1980895"/>
              <a:gd name="connsiteX114" fmla="*/ 1635271 w 1980895"/>
              <a:gd name="connsiteY114" fmla="*/ 46427 h 1980895"/>
              <a:gd name="connsiteX115" fmla="*/ 732519 w 1980895"/>
              <a:gd name="connsiteY115" fmla="*/ 110910 h 1980895"/>
              <a:gd name="connsiteX116" fmla="*/ 562286 w 1980895"/>
              <a:gd name="connsiteY116" fmla="*/ 281143 h 1980895"/>
              <a:gd name="connsiteX117" fmla="*/ 732519 w 1980895"/>
              <a:gd name="connsiteY117" fmla="*/ 451376 h 1980895"/>
              <a:gd name="connsiteX118" fmla="*/ 902752 w 1980895"/>
              <a:gd name="connsiteY118" fmla="*/ 281143 h 1980895"/>
              <a:gd name="connsiteX119" fmla="*/ 732519 w 1980895"/>
              <a:gd name="connsiteY119" fmla="*/ 110910 h 1980895"/>
              <a:gd name="connsiteX120" fmla="*/ 945246 w 1980895"/>
              <a:gd name="connsiteY120" fmla="*/ 322411 h 1980895"/>
              <a:gd name="connsiteX121" fmla="*/ 1357159 w 1980895"/>
              <a:gd name="connsiteY121" fmla="*/ 322411 h 1980895"/>
              <a:gd name="connsiteX122" fmla="*/ 1354128 w 1980895"/>
              <a:gd name="connsiteY122" fmla="*/ 281143 h 1980895"/>
              <a:gd name="connsiteX123" fmla="*/ 1357159 w 1980895"/>
              <a:gd name="connsiteY123" fmla="*/ 239874 h 1980895"/>
              <a:gd name="connsiteX124" fmla="*/ 945246 w 1980895"/>
              <a:gd name="connsiteY124" fmla="*/ 239874 h 1980895"/>
              <a:gd name="connsiteX125" fmla="*/ 949179 w 1980895"/>
              <a:gd name="connsiteY125" fmla="*/ 281143 h 1980895"/>
              <a:gd name="connsiteX126" fmla="*/ 945246 w 1980895"/>
              <a:gd name="connsiteY126" fmla="*/ 322411 h 1980895"/>
              <a:gd name="connsiteX127" fmla="*/ 764760 w 1980895"/>
              <a:gd name="connsiteY127" fmla="*/ 281143 h 1980895"/>
              <a:gd name="connsiteX128" fmla="*/ 732519 w 1980895"/>
              <a:gd name="connsiteY128" fmla="*/ 313384 h 1980895"/>
              <a:gd name="connsiteX129" fmla="*/ 700278 w 1980895"/>
              <a:gd name="connsiteY129" fmla="*/ 281143 h 1980895"/>
              <a:gd name="connsiteX130" fmla="*/ 732519 w 1980895"/>
              <a:gd name="connsiteY130" fmla="*/ 248902 h 1980895"/>
              <a:gd name="connsiteX131" fmla="*/ 764760 w 1980895"/>
              <a:gd name="connsiteY131" fmla="*/ 281143 h 1980895"/>
              <a:gd name="connsiteX132" fmla="*/ 1635271 w 1980895"/>
              <a:gd name="connsiteY132" fmla="*/ 248902 h 1980895"/>
              <a:gd name="connsiteX133" fmla="*/ 1603030 w 1980895"/>
              <a:gd name="connsiteY133" fmla="*/ 281143 h 1980895"/>
              <a:gd name="connsiteX134" fmla="*/ 1635271 w 1980895"/>
              <a:gd name="connsiteY134" fmla="*/ 313384 h 1980895"/>
              <a:gd name="connsiteX135" fmla="*/ 1667512 w 1980895"/>
              <a:gd name="connsiteY135" fmla="*/ 281143 h 1980895"/>
              <a:gd name="connsiteX136" fmla="*/ 1635271 w 1980895"/>
              <a:gd name="connsiteY136" fmla="*/ 248902 h 1980895"/>
              <a:gd name="connsiteX137" fmla="*/ 1216136 w 1980895"/>
              <a:gd name="connsiteY137" fmla="*/ 958207 h 1980895"/>
              <a:gd name="connsiteX138" fmla="*/ 1183895 w 1980895"/>
              <a:gd name="connsiteY138" fmla="*/ 990448 h 1980895"/>
              <a:gd name="connsiteX139" fmla="*/ 1216136 w 1980895"/>
              <a:gd name="connsiteY139" fmla="*/ 1022689 h 1980895"/>
              <a:gd name="connsiteX140" fmla="*/ 1248377 w 1980895"/>
              <a:gd name="connsiteY140" fmla="*/ 990448 h 1980895"/>
              <a:gd name="connsiteX141" fmla="*/ 1216136 w 1980895"/>
              <a:gd name="connsiteY141" fmla="*/ 958207 h 198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980895" h="1980895">
                <a:moveTo>
                  <a:pt x="1957682" y="1980896"/>
                </a:moveTo>
                <a:lnTo>
                  <a:pt x="23214" y="1980896"/>
                </a:lnTo>
                <a:cubicBezTo>
                  <a:pt x="10382" y="1980896"/>
                  <a:pt x="0" y="1970514"/>
                  <a:pt x="0" y="1957682"/>
                </a:cubicBezTo>
                <a:cubicBezTo>
                  <a:pt x="0" y="1953620"/>
                  <a:pt x="1096" y="1949170"/>
                  <a:pt x="3095" y="1945624"/>
                </a:cubicBezTo>
                <a:lnTo>
                  <a:pt x="151727" y="1688146"/>
                </a:lnTo>
                <a:cubicBezTo>
                  <a:pt x="155854" y="1680989"/>
                  <a:pt x="163592" y="1676475"/>
                  <a:pt x="171845" y="1676475"/>
                </a:cubicBezTo>
                <a:lnTo>
                  <a:pt x="967234" y="1676475"/>
                </a:lnTo>
                <a:lnTo>
                  <a:pt x="967234" y="1377342"/>
                </a:lnTo>
                <a:cubicBezTo>
                  <a:pt x="967234" y="1364510"/>
                  <a:pt x="977616" y="1354128"/>
                  <a:pt x="990448" y="1354128"/>
                </a:cubicBezTo>
                <a:lnTo>
                  <a:pt x="1222649" y="1354128"/>
                </a:lnTo>
                <a:lnTo>
                  <a:pt x="1057316" y="1067246"/>
                </a:lnTo>
                <a:cubicBezTo>
                  <a:pt x="1023011" y="1007729"/>
                  <a:pt x="1023140" y="930802"/>
                  <a:pt x="1057638" y="871414"/>
                </a:cubicBezTo>
                <a:cubicBezTo>
                  <a:pt x="1074984" y="841623"/>
                  <a:pt x="1099681" y="816862"/>
                  <a:pt x="1129149" y="799838"/>
                </a:cubicBezTo>
                <a:cubicBezTo>
                  <a:pt x="1140885" y="793132"/>
                  <a:pt x="1153072" y="787716"/>
                  <a:pt x="1165646" y="783589"/>
                </a:cubicBezTo>
                <a:lnTo>
                  <a:pt x="1383532" y="406238"/>
                </a:lnTo>
                <a:cubicBezTo>
                  <a:pt x="1377535" y="394245"/>
                  <a:pt x="1372376" y="381800"/>
                  <a:pt x="1368185" y="368903"/>
                </a:cubicBezTo>
                <a:lnTo>
                  <a:pt x="930673" y="368903"/>
                </a:lnTo>
                <a:cubicBezTo>
                  <a:pt x="896949" y="444799"/>
                  <a:pt x="820859" y="497868"/>
                  <a:pt x="732583" y="497868"/>
                </a:cubicBezTo>
                <a:cubicBezTo>
                  <a:pt x="719235" y="497868"/>
                  <a:pt x="706145" y="496643"/>
                  <a:pt x="693507" y="494321"/>
                </a:cubicBezTo>
                <a:lnTo>
                  <a:pt x="577116" y="695699"/>
                </a:lnTo>
                <a:cubicBezTo>
                  <a:pt x="588336" y="713754"/>
                  <a:pt x="596784" y="733679"/>
                  <a:pt x="602007" y="754959"/>
                </a:cubicBezTo>
                <a:cubicBezTo>
                  <a:pt x="615161" y="808156"/>
                  <a:pt x="606907" y="863095"/>
                  <a:pt x="578793" y="909716"/>
                </a:cubicBezTo>
                <a:lnTo>
                  <a:pt x="482199" y="1075758"/>
                </a:lnTo>
                <a:cubicBezTo>
                  <a:pt x="475815" y="1086913"/>
                  <a:pt x="461693" y="1090718"/>
                  <a:pt x="450538" y="1084205"/>
                </a:cubicBezTo>
                <a:lnTo>
                  <a:pt x="313255" y="1004956"/>
                </a:lnTo>
                <a:lnTo>
                  <a:pt x="261089" y="1095296"/>
                </a:lnTo>
                <a:cubicBezTo>
                  <a:pt x="283851" y="1113932"/>
                  <a:pt x="300552" y="1138951"/>
                  <a:pt x="309128" y="1167903"/>
                </a:cubicBezTo>
                <a:cubicBezTo>
                  <a:pt x="320477" y="1206077"/>
                  <a:pt x="316286" y="1246185"/>
                  <a:pt x="297457" y="1280941"/>
                </a:cubicBezTo>
                <a:lnTo>
                  <a:pt x="263862" y="1342844"/>
                </a:lnTo>
                <a:cubicBezTo>
                  <a:pt x="260895" y="1346841"/>
                  <a:pt x="254705" y="1352709"/>
                  <a:pt x="249933" y="1354128"/>
                </a:cubicBezTo>
                <a:lnTo>
                  <a:pt x="149148" y="1383983"/>
                </a:lnTo>
                <a:lnTo>
                  <a:pt x="135993" y="1339555"/>
                </a:lnTo>
                <a:lnTo>
                  <a:pt x="227880" y="1312279"/>
                </a:lnTo>
                <a:lnTo>
                  <a:pt x="256704" y="1258823"/>
                </a:lnTo>
                <a:cubicBezTo>
                  <a:pt x="269600" y="1235029"/>
                  <a:pt x="272438" y="1207431"/>
                  <a:pt x="264700" y="1181187"/>
                </a:cubicBezTo>
                <a:cubicBezTo>
                  <a:pt x="256897" y="1155007"/>
                  <a:pt x="239487" y="1133405"/>
                  <a:pt x="215629" y="1120509"/>
                </a:cubicBezTo>
                <a:cubicBezTo>
                  <a:pt x="191770" y="1107612"/>
                  <a:pt x="164236" y="1104839"/>
                  <a:pt x="137928" y="1112513"/>
                </a:cubicBezTo>
                <a:cubicBezTo>
                  <a:pt x="111683" y="1120315"/>
                  <a:pt x="90146" y="1137790"/>
                  <a:pt x="77250" y="1161648"/>
                </a:cubicBezTo>
                <a:lnTo>
                  <a:pt x="48233" y="1215104"/>
                </a:lnTo>
                <a:lnTo>
                  <a:pt x="75315" y="1306605"/>
                </a:lnTo>
                <a:lnTo>
                  <a:pt x="30823" y="1319823"/>
                </a:lnTo>
                <a:lnTo>
                  <a:pt x="967" y="1219102"/>
                </a:lnTo>
                <a:cubicBezTo>
                  <a:pt x="-774" y="1213170"/>
                  <a:pt x="-129" y="1206850"/>
                  <a:pt x="2837" y="1201434"/>
                </a:cubicBezTo>
                <a:lnTo>
                  <a:pt x="36432" y="1139531"/>
                </a:lnTo>
                <a:cubicBezTo>
                  <a:pt x="55261" y="1104839"/>
                  <a:pt x="86600" y="1079369"/>
                  <a:pt x="124709" y="1068149"/>
                </a:cubicBezTo>
                <a:cubicBezTo>
                  <a:pt x="156885" y="1058477"/>
                  <a:pt x="190481" y="1059960"/>
                  <a:pt x="221045" y="1072083"/>
                </a:cubicBezTo>
                <a:lnTo>
                  <a:pt x="273018" y="982001"/>
                </a:lnTo>
                <a:lnTo>
                  <a:pt x="133801" y="901656"/>
                </a:lnTo>
                <a:cubicBezTo>
                  <a:pt x="128449" y="898561"/>
                  <a:pt x="124515" y="893402"/>
                  <a:pt x="122968" y="887341"/>
                </a:cubicBezTo>
                <a:cubicBezTo>
                  <a:pt x="121420" y="881279"/>
                  <a:pt x="122323" y="874896"/>
                  <a:pt x="125611" y="869544"/>
                </a:cubicBezTo>
                <a:lnTo>
                  <a:pt x="228590" y="698666"/>
                </a:lnTo>
                <a:cubicBezTo>
                  <a:pt x="256704" y="652045"/>
                  <a:pt x="301455" y="619159"/>
                  <a:pt x="354653" y="606005"/>
                </a:cubicBezTo>
                <a:cubicBezTo>
                  <a:pt x="378382" y="600201"/>
                  <a:pt x="402498" y="598525"/>
                  <a:pt x="425841" y="601039"/>
                </a:cubicBezTo>
                <a:lnTo>
                  <a:pt x="546423" y="392246"/>
                </a:lnTo>
                <a:cubicBezTo>
                  <a:pt x="527014" y="359489"/>
                  <a:pt x="515858" y="321573"/>
                  <a:pt x="515858" y="281143"/>
                </a:cubicBezTo>
                <a:cubicBezTo>
                  <a:pt x="515858" y="161657"/>
                  <a:pt x="613033" y="64482"/>
                  <a:pt x="732519" y="64482"/>
                </a:cubicBezTo>
                <a:cubicBezTo>
                  <a:pt x="820795" y="64482"/>
                  <a:pt x="896884" y="117551"/>
                  <a:pt x="930608" y="193447"/>
                </a:cubicBezTo>
                <a:lnTo>
                  <a:pt x="1368121" y="193447"/>
                </a:lnTo>
                <a:cubicBezTo>
                  <a:pt x="1405005" y="81248"/>
                  <a:pt x="1510820" y="0"/>
                  <a:pt x="1635271" y="0"/>
                </a:cubicBezTo>
                <a:cubicBezTo>
                  <a:pt x="1790286" y="0"/>
                  <a:pt x="1916414" y="126127"/>
                  <a:pt x="1916414" y="281143"/>
                </a:cubicBezTo>
                <a:cubicBezTo>
                  <a:pt x="1916414" y="435191"/>
                  <a:pt x="1791834" y="560673"/>
                  <a:pt x="1638237" y="562286"/>
                </a:cubicBezTo>
                <a:lnTo>
                  <a:pt x="1428025" y="926417"/>
                </a:lnTo>
                <a:lnTo>
                  <a:pt x="1674540" y="1354128"/>
                </a:lnTo>
                <a:lnTo>
                  <a:pt x="1828718" y="1354128"/>
                </a:lnTo>
                <a:cubicBezTo>
                  <a:pt x="1841549" y="1354128"/>
                  <a:pt x="1851931" y="1364510"/>
                  <a:pt x="1851931" y="1377342"/>
                </a:cubicBezTo>
                <a:lnTo>
                  <a:pt x="1851931" y="1676539"/>
                </a:lnTo>
                <a:lnTo>
                  <a:pt x="1957682" y="1676539"/>
                </a:lnTo>
                <a:cubicBezTo>
                  <a:pt x="1970514" y="1676539"/>
                  <a:pt x="1980896" y="1686921"/>
                  <a:pt x="1980896" y="1699753"/>
                </a:cubicBezTo>
                <a:lnTo>
                  <a:pt x="1980896" y="1957682"/>
                </a:lnTo>
                <a:cubicBezTo>
                  <a:pt x="1980896" y="1970514"/>
                  <a:pt x="1970514" y="1980896"/>
                  <a:pt x="1957682" y="1980896"/>
                </a:cubicBezTo>
                <a:close/>
                <a:moveTo>
                  <a:pt x="63193" y="1934468"/>
                </a:moveTo>
                <a:lnTo>
                  <a:pt x="1934468" y="1934468"/>
                </a:lnTo>
                <a:lnTo>
                  <a:pt x="1934468" y="1722967"/>
                </a:lnTo>
                <a:lnTo>
                  <a:pt x="185258" y="1722967"/>
                </a:lnTo>
                <a:lnTo>
                  <a:pt x="63193" y="1934468"/>
                </a:lnTo>
                <a:close/>
                <a:moveTo>
                  <a:pt x="1013662" y="1676539"/>
                </a:moveTo>
                <a:lnTo>
                  <a:pt x="1805504" y="1676539"/>
                </a:lnTo>
                <a:lnTo>
                  <a:pt x="1805504" y="1400555"/>
                </a:lnTo>
                <a:lnTo>
                  <a:pt x="1013662" y="1400555"/>
                </a:lnTo>
                <a:lnTo>
                  <a:pt x="1013662" y="1676539"/>
                </a:lnTo>
                <a:close/>
                <a:moveTo>
                  <a:pt x="1276233" y="1354128"/>
                </a:moveTo>
                <a:lnTo>
                  <a:pt x="1621020" y="1354128"/>
                </a:lnTo>
                <a:lnTo>
                  <a:pt x="1356320" y="894821"/>
                </a:lnTo>
                <a:cubicBezTo>
                  <a:pt x="1343295" y="872381"/>
                  <a:pt x="1324660" y="853616"/>
                  <a:pt x="1302220" y="840656"/>
                </a:cubicBezTo>
                <a:cubicBezTo>
                  <a:pt x="1255792" y="813702"/>
                  <a:pt x="1198339" y="813444"/>
                  <a:pt x="1152363" y="840075"/>
                </a:cubicBezTo>
                <a:cubicBezTo>
                  <a:pt x="1129923" y="853036"/>
                  <a:pt x="1111030" y="871929"/>
                  <a:pt x="1097811" y="894692"/>
                </a:cubicBezTo>
                <a:cubicBezTo>
                  <a:pt x="1071889" y="939313"/>
                  <a:pt x="1071824" y="999346"/>
                  <a:pt x="1097488" y="1044033"/>
                </a:cubicBezTo>
                <a:lnTo>
                  <a:pt x="1276233" y="1354128"/>
                </a:lnTo>
                <a:close/>
                <a:moveTo>
                  <a:pt x="177520" y="872961"/>
                </a:moveTo>
                <a:lnTo>
                  <a:pt x="453697" y="1032426"/>
                </a:lnTo>
                <a:lnTo>
                  <a:pt x="538878" y="886051"/>
                </a:lnTo>
                <a:cubicBezTo>
                  <a:pt x="560802" y="849748"/>
                  <a:pt x="567122" y="807254"/>
                  <a:pt x="556998" y="766114"/>
                </a:cubicBezTo>
                <a:cubicBezTo>
                  <a:pt x="546810" y="724974"/>
                  <a:pt x="521404" y="690412"/>
                  <a:pt x="485423" y="668681"/>
                </a:cubicBezTo>
                <a:cubicBezTo>
                  <a:pt x="449506" y="647015"/>
                  <a:pt x="406948" y="640567"/>
                  <a:pt x="365808" y="650755"/>
                </a:cubicBezTo>
                <a:cubicBezTo>
                  <a:pt x="324668" y="660943"/>
                  <a:pt x="290041" y="686349"/>
                  <a:pt x="268311" y="722331"/>
                </a:cubicBezTo>
                <a:lnTo>
                  <a:pt x="177520" y="872961"/>
                </a:lnTo>
                <a:close/>
                <a:moveTo>
                  <a:pt x="1226517" y="773916"/>
                </a:moveTo>
                <a:cubicBezTo>
                  <a:pt x="1260629" y="773916"/>
                  <a:pt x="1294933" y="782750"/>
                  <a:pt x="1325433" y="800483"/>
                </a:cubicBezTo>
                <a:cubicBezTo>
                  <a:pt x="1354837" y="817571"/>
                  <a:pt x="1379341" y="842139"/>
                  <a:pt x="1396428" y="871672"/>
                </a:cubicBezTo>
                <a:lnTo>
                  <a:pt x="1401200" y="879990"/>
                </a:lnTo>
                <a:lnTo>
                  <a:pt x="1587038" y="558223"/>
                </a:lnTo>
                <a:cubicBezTo>
                  <a:pt x="1515656" y="545843"/>
                  <a:pt x="1453431" y="506379"/>
                  <a:pt x="1411259" y="450925"/>
                </a:cubicBezTo>
                <a:lnTo>
                  <a:pt x="1224777" y="773916"/>
                </a:lnTo>
                <a:cubicBezTo>
                  <a:pt x="1225421" y="773916"/>
                  <a:pt x="1225937" y="773916"/>
                  <a:pt x="1226517" y="773916"/>
                </a:cubicBezTo>
                <a:close/>
                <a:moveTo>
                  <a:pt x="473171" y="611614"/>
                </a:moveTo>
                <a:cubicBezTo>
                  <a:pt x="485681" y="616128"/>
                  <a:pt x="497803" y="621932"/>
                  <a:pt x="509410" y="628960"/>
                </a:cubicBezTo>
                <a:cubicBezTo>
                  <a:pt x="522758" y="637020"/>
                  <a:pt x="534945" y="646435"/>
                  <a:pt x="545907" y="657010"/>
                </a:cubicBezTo>
                <a:lnTo>
                  <a:pt x="647789" y="480586"/>
                </a:lnTo>
                <a:cubicBezTo>
                  <a:pt x="620964" y="469109"/>
                  <a:pt x="596913" y="452408"/>
                  <a:pt x="576923" y="431773"/>
                </a:cubicBezTo>
                <a:lnTo>
                  <a:pt x="473171" y="611614"/>
                </a:lnTo>
                <a:close/>
                <a:moveTo>
                  <a:pt x="1635271" y="46427"/>
                </a:moveTo>
                <a:cubicBezTo>
                  <a:pt x="1505855" y="46427"/>
                  <a:pt x="1400555" y="151727"/>
                  <a:pt x="1400555" y="281143"/>
                </a:cubicBezTo>
                <a:cubicBezTo>
                  <a:pt x="1400555" y="410559"/>
                  <a:pt x="1505855" y="515858"/>
                  <a:pt x="1635271" y="515858"/>
                </a:cubicBezTo>
                <a:cubicBezTo>
                  <a:pt x="1764687" y="515858"/>
                  <a:pt x="1869986" y="410559"/>
                  <a:pt x="1869986" y="281143"/>
                </a:cubicBezTo>
                <a:cubicBezTo>
                  <a:pt x="1869986" y="151727"/>
                  <a:pt x="1764687" y="46427"/>
                  <a:pt x="1635271" y="46427"/>
                </a:cubicBezTo>
                <a:close/>
                <a:moveTo>
                  <a:pt x="732519" y="110910"/>
                </a:moveTo>
                <a:cubicBezTo>
                  <a:pt x="638633" y="110910"/>
                  <a:pt x="562286" y="187321"/>
                  <a:pt x="562286" y="281143"/>
                </a:cubicBezTo>
                <a:cubicBezTo>
                  <a:pt x="562286" y="374964"/>
                  <a:pt x="638633" y="451376"/>
                  <a:pt x="732519" y="451376"/>
                </a:cubicBezTo>
                <a:cubicBezTo>
                  <a:pt x="826405" y="451376"/>
                  <a:pt x="902752" y="375029"/>
                  <a:pt x="902752" y="281143"/>
                </a:cubicBezTo>
                <a:cubicBezTo>
                  <a:pt x="902752" y="187257"/>
                  <a:pt x="826405" y="110910"/>
                  <a:pt x="732519" y="110910"/>
                </a:cubicBezTo>
                <a:close/>
                <a:moveTo>
                  <a:pt x="945246" y="322411"/>
                </a:moveTo>
                <a:lnTo>
                  <a:pt x="1357159" y="322411"/>
                </a:lnTo>
                <a:cubicBezTo>
                  <a:pt x="1355160" y="308935"/>
                  <a:pt x="1354128" y="295135"/>
                  <a:pt x="1354128" y="281143"/>
                </a:cubicBezTo>
                <a:cubicBezTo>
                  <a:pt x="1354128" y="267150"/>
                  <a:pt x="1355224" y="253351"/>
                  <a:pt x="1357159" y="239874"/>
                </a:cubicBezTo>
                <a:lnTo>
                  <a:pt x="945246" y="239874"/>
                </a:lnTo>
                <a:cubicBezTo>
                  <a:pt x="947825" y="253222"/>
                  <a:pt x="949179" y="267021"/>
                  <a:pt x="949179" y="281143"/>
                </a:cubicBezTo>
                <a:cubicBezTo>
                  <a:pt x="949179" y="295264"/>
                  <a:pt x="947825" y="309064"/>
                  <a:pt x="945246" y="322411"/>
                </a:cubicBezTo>
                <a:close/>
                <a:moveTo>
                  <a:pt x="764760" y="281143"/>
                </a:moveTo>
                <a:cubicBezTo>
                  <a:pt x="764760" y="298940"/>
                  <a:pt x="750316" y="313384"/>
                  <a:pt x="732519" y="313384"/>
                </a:cubicBezTo>
                <a:cubicBezTo>
                  <a:pt x="714722" y="313384"/>
                  <a:pt x="700278" y="298940"/>
                  <a:pt x="700278" y="281143"/>
                </a:cubicBezTo>
                <a:cubicBezTo>
                  <a:pt x="700278" y="263346"/>
                  <a:pt x="714722" y="248902"/>
                  <a:pt x="732519" y="248902"/>
                </a:cubicBezTo>
                <a:cubicBezTo>
                  <a:pt x="750316" y="248902"/>
                  <a:pt x="764760" y="263346"/>
                  <a:pt x="764760" y="281143"/>
                </a:cubicBezTo>
                <a:close/>
                <a:moveTo>
                  <a:pt x="1635271" y="248902"/>
                </a:moveTo>
                <a:cubicBezTo>
                  <a:pt x="1617474" y="248902"/>
                  <a:pt x="1603030" y="263346"/>
                  <a:pt x="1603030" y="281143"/>
                </a:cubicBezTo>
                <a:cubicBezTo>
                  <a:pt x="1603030" y="298940"/>
                  <a:pt x="1617474" y="313384"/>
                  <a:pt x="1635271" y="313384"/>
                </a:cubicBezTo>
                <a:cubicBezTo>
                  <a:pt x="1653068" y="313384"/>
                  <a:pt x="1667512" y="298940"/>
                  <a:pt x="1667512" y="281143"/>
                </a:cubicBezTo>
                <a:cubicBezTo>
                  <a:pt x="1667512" y="263346"/>
                  <a:pt x="1653068" y="248902"/>
                  <a:pt x="1635271" y="248902"/>
                </a:cubicBezTo>
                <a:close/>
                <a:moveTo>
                  <a:pt x="1216136" y="958207"/>
                </a:moveTo>
                <a:cubicBezTo>
                  <a:pt x="1198339" y="958207"/>
                  <a:pt x="1183895" y="972651"/>
                  <a:pt x="1183895" y="990448"/>
                </a:cubicBezTo>
                <a:cubicBezTo>
                  <a:pt x="1183895" y="1008245"/>
                  <a:pt x="1198339" y="1022689"/>
                  <a:pt x="1216136" y="1022689"/>
                </a:cubicBezTo>
                <a:cubicBezTo>
                  <a:pt x="1233933" y="1022689"/>
                  <a:pt x="1248377" y="1008245"/>
                  <a:pt x="1248377" y="990448"/>
                </a:cubicBezTo>
                <a:cubicBezTo>
                  <a:pt x="1248377" y="972651"/>
                  <a:pt x="1233933" y="958207"/>
                  <a:pt x="1216136" y="958207"/>
                </a:cubicBezTo>
                <a:close/>
              </a:path>
            </a:pathLst>
          </a:custGeom>
          <a:solidFill>
            <a:schemeClr val="tx1"/>
          </a:solidFill>
          <a:ln w="64294" cap="flat">
            <a:noFill/>
            <a:prstDash val="solid"/>
            <a:miter/>
          </a:ln>
        </p:spPr>
        <p:txBody>
          <a:bodyPr rtlCol="0" anchor="ctr"/>
          <a:lstStyle/>
          <a:p>
            <a:endParaRPr lang="en-US" sz="1200">
              <a:latin typeface="IBM Plex Sans Light"/>
            </a:endParaRPr>
          </a:p>
        </p:txBody>
      </p:sp>
      <p:pic>
        <p:nvPicPr>
          <p:cNvPr id="117" name="Picture 116">
            <a:extLst>
              <a:ext uri="{FF2B5EF4-FFF2-40B4-BE49-F238E27FC236}">
                <a16:creationId xmlns:a16="http://schemas.microsoft.com/office/drawing/2014/main" id="{A109DCA5-715D-BD28-B031-746647B9837B}"/>
              </a:ext>
            </a:extLst>
          </p:cNvPr>
          <p:cNvPicPr>
            <a:picLocks noChangeAspect="1"/>
          </p:cNvPicPr>
          <p:nvPr/>
        </p:nvPicPr>
        <p:blipFill>
          <a:blip r:embed="rId28">
            <a:biLevel thresh="75000"/>
          </a:blip>
          <a:srcRect/>
          <a:stretch/>
        </p:blipFill>
        <p:spPr>
          <a:xfrm>
            <a:off x="4613896" y="896588"/>
            <a:ext cx="429768" cy="429768"/>
          </a:xfrm>
          <a:prstGeom prst="rect">
            <a:avLst/>
          </a:prstGeom>
        </p:spPr>
      </p:pic>
      <p:sp>
        <p:nvSpPr>
          <p:cNvPr id="119" name="TextBox 118">
            <a:extLst>
              <a:ext uri="{FF2B5EF4-FFF2-40B4-BE49-F238E27FC236}">
                <a16:creationId xmlns:a16="http://schemas.microsoft.com/office/drawing/2014/main" id="{CAEA6B91-BA4A-8FEE-2E31-8647CBD45442}"/>
              </a:ext>
            </a:extLst>
          </p:cNvPr>
          <p:cNvSpPr txBox="1"/>
          <p:nvPr/>
        </p:nvSpPr>
        <p:spPr>
          <a:xfrm>
            <a:off x="4380337" y="1459311"/>
            <a:ext cx="869440"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Inspect data</a:t>
            </a:r>
            <a:endParaRPr lang="en-US" sz="900" dirty="0">
              <a:latin typeface="IBM Plex Sans Light"/>
              <a:cs typeface="IBM Plex Sans Light" panose="020B0604020202020204" pitchFamily="34" charset="0"/>
            </a:endParaRPr>
          </a:p>
        </p:txBody>
      </p:sp>
      <p:sp>
        <p:nvSpPr>
          <p:cNvPr id="121" name="TextBox 120">
            <a:extLst>
              <a:ext uri="{FF2B5EF4-FFF2-40B4-BE49-F238E27FC236}">
                <a16:creationId xmlns:a16="http://schemas.microsoft.com/office/drawing/2014/main" id="{B42780DA-181B-982B-AB22-1059B7BC012B}"/>
              </a:ext>
            </a:extLst>
          </p:cNvPr>
          <p:cNvSpPr txBox="1"/>
          <p:nvPr/>
        </p:nvSpPr>
        <p:spPr>
          <a:xfrm>
            <a:off x="2263234" y="6461813"/>
            <a:ext cx="922387"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Robotics</a:t>
            </a:r>
          </a:p>
        </p:txBody>
      </p:sp>
      <p:sp>
        <p:nvSpPr>
          <p:cNvPr id="131" name="Freeform 189">
            <a:extLst>
              <a:ext uri="{FF2B5EF4-FFF2-40B4-BE49-F238E27FC236}">
                <a16:creationId xmlns:a16="http://schemas.microsoft.com/office/drawing/2014/main" id="{FAF40864-DB2F-893C-2AC4-E323D9DBAD4D}"/>
              </a:ext>
            </a:extLst>
          </p:cNvPr>
          <p:cNvSpPr>
            <a:spLocks noChangeAspect="1"/>
          </p:cNvSpPr>
          <p:nvPr/>
        </p:nvSpPr>
        <p:spPr>
          <a:xfrm>
            <a:off x="1476505" y="4653489"/>
            <a:ext cx="429768" cy="348181"/>
          </a:xfrm>
          <a:custGeom>
            <a:avLst/>
            <a:gdLst>
              <a:gd name="connsiteX0" fmla="*/ 602288 w 1775180"/>
              <a:gd name="connsiteY0" fmla="*/ 1038889 h 1437178"/>
              <a:gd name="connsiteX1" fmla="*/ 354978 w 1775180"/>
              <a:gd name="connsiteY1" fmla="*/ 791579 h 1437178"/>
              <a:gd name="connsiteX2" fmla="*/ 384569 w 1775180"/>
              <a:gd name="connsiteY2" fmla="*/ 761988 h 1437178"/>
              <a:gd name="connsiteX3" fmla="*/ 602288 w 1775180"/>
              <a:gd name="connsiteY3" fmla="*/ 979707 h 1437178"/>
              <a:gd name="connsiteX4" fmla="*/ 1052551 w 1775180"/>
              <a:gd name="connsiteY4" fmla="*/ 529386 h 1437178"/>
              <a:gd name="connsiteX5" fmla="*/ 1082200 w 1775180"/>
              <a:gd name="connsiteY5" fmla="*/ 558977 h 1437178"/>
              <a:gd name="connsiteX6" fmla="*/ 602288 w 1775180"/>
              <a:gd name="connsiteY6" fmla="*/ 1038889 h 1437178"/>
              <a:gd name="connsiteX7" fmla="*/ 1336138 w 1775180"/>
              <a:gd name="connsiteY7" fmla="*/ 1085631 h 1437178"/>
              <a:gd name="connsiteX8" fmla="*/ 1754833 w 1775180"/>
              <a:gd name="connsiteY8" fmla="*/ 1318232 h 1437178"/>
              <a:gd name="connsiteX9" fmla="*/ 1775181 w 1775180"/>
              <a:gd name="connsiteY9" fmla="*/ 1281665 h 1437178"/>
              <a:gd name="connsiteX10" fmla="*/ 1356544 w 1775180"/>
              <a:gd name="connsiteY10" fmla="*/ 1049063 h 1437178"/>
              <a:gd name="connsiteX11" fmla="*/ 1437179 w 1775180"/>
              <a:gd name="connsiteY11" fmla="*/ 718560 h 1437178"/>
              <a:gd name="connsiteX12" fmla="*/ 718618 w 1775180"/>
              <a:gd name="connsiteY12" fmla="*/ 0 h 1437178"/>
              <a:gd name="connsiteX13" fmla="*/ 0 w 1775180"/>
              <a:gd name="connsiteY13" fmla="*/ 718618 h 1437178"/>
              <a:gd name="connsiteX14" fmla="*/ 718560 w 1775180"/>
              <a:gd name="connsiteY14" fmla="*/ 1437179 h 1437178"/>
              <a:gd name="connsiteX15" fmla="*/ 1336138 w 1775180"/>
              <a:gd name="connsiteY15" fmla="*/ 1085631 h 1437178"/>
              <a:gd name="connsiteX16" fmla="*/ 1395263 w 1775180"/>
              <a:gd name="connsiteY16" fmla="*/ 718618 h 1437178"/>
              <a:gd name="connsiteX17" fmla="*/ 718560 w 1775180"/>
              <a:gd name="connsiteY17" fmla="*/ 1395321 h 1437178"/>
              <a:gd name="connsiteX18" fmla="*/ 41858 w 1775180"/>
              <a:gd name="connsiteY18" fmla="*/ 718618 h 1437178"/>
              <a:gd name="connsiteX19" fmla="*/ 718560 w 1775180"/>
              <a:gd name="connsiteY19" fmla="*/ 41916 h 1437178"/>
              <a:gd name="connsiteX20" fmla="*/ 1395263 w 1775180"/>
              <a:gd name="connsiteY20" fmla="*/ 718618 h 143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5180" h="1437178">
                <a:moveTo>
                  <a:pt x="602288" y="1038889"/>
                </a:moveTo>
                <a:lnTo>
                  <a:pt x="354978" y="791579"/>
                </a:lnTo>
                <a:lnTo>
                  <a:pt x="384569" y="761988"/>
                </a:lnTo>
                <a:lnTo>
                  <a:pt x="602288" y="979707"/>
                </a:lnTo>
                <a:lnTo>
                  <a:pt x="1052551" y="529386"/>
                </a:lnTo>
                <a:lnTo>
                  <a:pt x="1082200" y="558977"/>
                </a:lnTo>
                <a:lnTo>
                  <a:pt x="602288" y="1038889"/>
                </a:lnTo>
                <a:close/>
                <a:moveTo>
                  <a:pt x="1336138" y="1085631"/>
                </a:moveTo>
                <a:lnTo>
                  <a:pt x="1754833" y="1318232"/>
                </a:lnTo>
                <a:lnTo>
                  <a:pt x="1775181" y="1281665"/>
                </a:lnTo>
                <a:lnTo>
                  <a:pt x="1356544" y="1049063"/>
                </a:lnTo>
                <a:cubicBezTo>
                  <a:pt x="1408053" y="950116"/>
                  <a:pt x="1437179" y="837623"/>
                  <a:pt x="1437179" y="718560"/>
                </a:cubicBezTo>
                <a:cubicBezTo>
                  <a:pt x="1437179" y="322364"/>
                  <a:pt x="1114815" y="0"/>
                  <a:pt x="718618" y="0"/>
                </a:cubicBezTo>
                <a:cubicBezTo>
                  <a:pt x="322422" y="0"/>
                  <a:pt x="0" y="322422"/>
                  <a:pt x="0" y="718618"/>
                </a:cubicBezTo>
                <a:cubicBezTo>
                  <a:pt x="0" y="1114815"/>
                  <a:pt x="322364" y="1437179"/>
                  <a:pt x="718560" y="1437179"/>
                </a:cubicBezTo>
                <a:cubicBezTo>
                  <a:pt x="980811" y="1437179"/>
                  <a:pt x="1210623" y="1296024"/>
                  <a:pt x="1336138" y="1085631"/>
                </a:cubicBezTo>
                <a:close/>
                <a:moveTo>
                  <a:pt x="1395263" y="718618"/>
                </a:moveTo>
                <a:cubicBezTo>
                  <a:pt x="1395263" y="1091735"/>
                  <a:pt x="1091677" y="1395321"/>
                  <a:pt x="718560" y="1395321"/>
                </a:cubicBezTo>
                <a:cubicBezTo>
                  <a:pt x="345444" y="1395321"/>
                  <a:pt x="41858" y="1091735"/>
                  <a:pt x="41858" y="718618"/>
                </a:cubicBezTo>
                <a:cubicBezTo>
                  <a:pt x="41858" y="345502"/>
                  <a:pt x="345444" y="41916"/>
                  <a:pt x="718560" y="41916"/>
                </a:cubicBezTo>
                <a:cubicBezTo>
                  <a:pt x="1091677" y="41916"/>
                  <a:pt x="1395263" y="345502"/>
                  <a:pt x="1395263" y="718618"/>
                </a:cubicBezTo>
                <a:close/>
              </a:path>
            </a:pathLst>
          </a:custGeom>
          <a:solidFill>
            <a:schemeClr val="tx1"/>
          </a:solidFill>
          <a:ln w="58043" cap="flat">
            <a:noFill/>
            <a:prstDash val="solid"/>
            <a:miter/>
          </a:ln>
        </p:spPr>
        <p:txBody>
          <a:bodyPr rtlCol="0" anchor="ctr"/>
          <a:lstStyle/>
          <a:p>
            <a:endParaRPr lang="en-US" sz="1200">
              <a:latin typeface="IBM Plex Sans Light"/>
            </a:endParaRPr>
          </a:p>
        </p:txBody>
      </p:sp>
      <p:sp>
        <p:nvSpPr>
          <p:cNvPr id="133" name="TextBox 132">
            <a:extLst>
              <a:ext uri="{FF2B5EF4-FFF2-40B4-BE49-F238E27FC236}">
                <a16:creationId xmlns:a16="http://schemas.microsoft.com/office/drawing/2014/main" id="{E354545B-DE1D-FECC-D8FA-61641694096E}"/>
              </a:ext>
            </a:extLst>
          </p:cNvPr>
          <p:cNvSpPr txBox="1"/>
          <p:nvPr/>
        </p:nvSpPr>
        <p:spPr>
          <a:xfrm>
            <a:off x="1176733" y="5197472"/>
            <a:ext cx="959587" cy="377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Secure search</a:t>
            </a:r>
            <a:endParaRPr lang="en-US" sz="900" dirty="0">
              <a:latin typeface="IBM Plex Sans Light"/>
              <a:cs typeface="IBM Plex Sans Light" panose="020B0604020202020204" pitchFamily="34" charset="0"/>
            </a:endParaRPr>
          </a:p>
        </p:txBody>
      </p:sp>
      <p:pic>
        <p:nvPicPr>
          <p:cNvPr id="143" name="Picture 142">
            <a:extLst>
              <a:ext uri="{FF2B5EF4-FFF2-40B4-BE49-F238E27FC236}">
                <a16:creationId xmlns:a16="http://schemas.microsoft.com/office/drawing/2014/main" id="{63B49C24-D821-A240-5DA5-E32283553D58}"/>
              </a:ext>
            </a:extLst>
          </p:cNvPr>
          <p:cNvPicPr>
            <a:picLocks noChangeAspect="1"/>
          </p:cNvPicPr>
          <p:nvPr/>
        </p:nvPicPr>
        <p:blipFill>
          <a:blip r:embed="rId29" cstate="email">
            <a:biLevel thresh="75000"/>
            <a:extLst>
              <a:ext uri="{28A0092B-C50C-407E-A947-70E740481C1C}">
                <a14:useLocalDpi xmlns:a14="http://schemas.microsoft.com/office/drawing/2010/main"/>
              </a:ext>
            </a:extLst>
          </a:blip>
          <a:srcRect/>
          <a:stretch/>
        </p:blipFill>
        <p:spPr>
          <a:xfrm>
            <a:off x="5660177" y="7199174"/>
            <a:ext cx="429768" cy="429768"/>
          </a:xfrm>
          <a:prstGeom prst="rect">
            <a:avLst/>
          </a:prstGeom>
        </p:spPr>
      </p:pic>
      <p:sp>
        <p:nvSpPr>
          <p:cNvPr id="145" name="TextBox 144">
            <a:extLst>
              <a:ext uri="{FF2B5EF4-FFF2-40B4-BE49-F238E27FC236}">
                <a16:creationId xmlns:a16="http://schemas.microsoft.com/office/drawing/2014/main" id="{087DB06F-F494-5147-C460-957DB6133AC3}"/>
              </a:ext>
            </a:extLst>
          </p:cNvPr>
          <p:cNvSpPr txBox="1"/>
          <p:nvPr/>
        </p:nvSpPr>
        <p:spPr>
          <a:xfrm>
            <a:off x="5502778" y="7809219"/>
            <a:ext cx="842862"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Machine learning 06</a:t>
            </a:r>
            <a:endParaRPr lang="en-US" sz="900" dirty="0">
              <a:latin typeface="IBM Plex Sans Light"/>
              <a:cs typeface="IBM Plex Sans Light" panose="020B0604020202020204" pitchFamily="34" charset="0"/>
            </a:endParaRPr>
          </a:p>
        </p:txBody>
      </p:sp>
      <p:sp>
        <p:nvSpPr>
          <p:cNvPr id="147" name="TextBox 146">
            <a:extLst>
              <a:ext uri="{FF2B5EF4-FFF2-40B4-BE49-F238E27FC236}">
                <a16:creationId xmlns:a16="http://schemas.microsoft.com/office/drawing/2014/main" id="{D98DAEC8-886B-A0CF-5EA3-AB80026C54C5}"/>
              </a:ext>
            </a:extLst>
          </p:cNvPr>
          <p:cNvSpPr txBox="1"/>
          <p:nvPr/>
        </p:nvSpPr>
        <p:spPr>
          <a:xfrm>
            <a:off x="5028182" y="2579815"/>
            <a:ext cx="429768" cy="2448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buSzPct val="100000"/>
            </a:pPr>
            <a:endParaRPr lang="en-US" sz="900" dirty="0">
              <a:latin typeface="IBM Plex Sans Light"/>
              <a:cs typeface="IBM Plex Sans Light" panose="020B0604020202020204" pitchFamily="34" charset="0"/>
            </a:endParaRPr>
          </a:p>
        </p:txBody>
      </p:sp>
      <p:sp>
        <p:nvSpPr>
          <p:cNvPr id="149" name="TextBox 148">
            <a:extLst>
              <a:ext uri="{FF2B5EF4-FFF2-40B4-BE49-F238E27FC236}">
                <a16:creationId xmlns:a16="http://schemas.microsoft.com/office/drawing/2014/main" id="{384A5BFB-B9B7-AA89-2D5F-766D76F30531}"/>
              </a:ext>
            </a:extLst>
          </p:cNvPr>
          <p:cNvSpPr txBox="1"/>
          <p:nvPr/>
        </p:nvSpPr>
        <p:spPr>
          <a:xfrm>
            <a:off x="4343667" y="2579815"/>
            <a:ext cx="874800"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SaaS Security</a:t>
            </a:r>
            <a:endParaRPr lang="en-US" sz="900" dirty="0">
              <a:latin typeface="IBM Plex Sans Light"/>
              <a:cs typeface="IBM Plex Sans Light" panose="020B0604020202020204" pitchFamily="34" charset="0"/>
            </a:endParaRPr>
          </a:p>
        </p:txBody>
      </p:sp>
      <p:sp>
        <p:nvSpPr>
          <p:cNvPr id="151" name="TextBox 150">
            <a:extLst>
              <a:ext uri="{FF2B5EF4-FFF2-40B4-BE49-F238E27FC236}">
                <a16:creationId xmlns:a16="http://schemas.microsoft.com/office/drawing/2014/main" id="{00F4FC2C-9566-CEDC-B2E8-600ADE3267C6}"/>
              </a:ext>
            </a:extLst>
          </p:cNvPr>
          <p:cNvSpPr txBox="1"/>
          <p:nvPr/>
        </p:nvSpPr>
        <p:spPr>
          <a:xfrm>
            <a:off x="5551681" y="2579815"/>
            <a:ext cx="843424"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SaaS Software</a:t>
            </a:r>
            <a:endParaRPr lang="en-US" sz="900" dirty="0">
              <a:latin typeface="IBM Plex Sans Light"/>
              <a:cs typeface="IBM Plex Sans Light" panose="020B0604020202020204" pitchFamily="34" charset="0"/>
            </a:endParaRPr>
          </a:p>
        </p:txBody>
      </p:sp>
      <p:sp>
        <p:nvSpPr>
          <p:cNvPr id="153" name="TextBox 152">
            <a:extLst>
              <a:ext uri="{FF2B5EF4-FFF2-40B4-BE49-F238E27FC236}">
                <a16:creationId xmlns:a16="http://schemas.microsoft.com/office/drawing/2014/main" id="{BB36047E-E84F-2601-FDE5-DCA72E023ACB}"/>
              </a:ext>
            </a:extLst>
          </p:cNvPr>
          <p:cNvSpPr txBox="1"/>
          <p:nvPr/>
        </p:nvSpPr>
        <p:spPr>
          <a:xfrm>
            <a:off x="6488836" y="2579815"/>
            <a:ext cx="867871"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appliance</a:t>
            </a:r>
            <a:endParaRPr lang="en-US" sz="900" dirty="0">
              <a:latin typeface="IBM Plex Sans Light"/>
              <a:cs typeface="IBM Plex Sans Light" panose="020B0604020202020204" pitchFamily="34" charset="0"/>
            </a:endParaRPr>
          </a:p>
        </p:txBody>
      </p:sp>
      <p:sp>
        <p:nvSpPr>
          <p:cNvPr id="155" name="TextBox 154">
            <a:extLst>
              <a:ext uri="{FF2B5EF4-FFF2-40B4-BE49-F238E27FC236}">
                <a16:creationId xmlns:a16="http://schemas.microsoft.com/office/drawing/2014/main" id="{DF79953D-8075-F936-FB5F-2DC9A8EC5173}"/>
              </a:ext>
            </a:extLst>
          </p:cNvPr>
          <p:cNvSpPr txBox="1"/>
          <p:nvPr/>
        </p:nvSpPr>
        <p:spPr>
          <a:xfrm>
            <a:off x="256141" y="3809833"/>
            <a:ext cx="792353"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Traffic encryption</a:t>
            </a:r>
            <a:endParaRPr lang="en-US" sz="900" dirty="0">
              <a:latin typeface="IBM Plex Sans Light"/>
              <a:cs typeface="IBM Plex Sans Light" panose="020B0604020202020204" pitchFamily="34" charset="0"/>
            </a:endParaRPr>
          </a:p>
        </p:txBody>
      </p:sp>
      <p:sp>
        <p:nvSpPr>
          <p:cNvPr id="157" name="TextBox 156">
            <a:extLst>
              <a:ext uri="{FF2B5EF4-FFF2-40B4-BE49-F238E27FC236}">
                <a16:creationId xmlns:a16="http://schemas.microsoft.com/office/drawing/2014/main" id="{51C3F756-BB81-B8DB-1266-3B465A690AA3}"/>
              </a:ext>
            </a:extLst>
          </p:cNvPr>
          <p:cNvSpPr txBox="1"/>
          <p:nvPr/>
        </p:nvSpPr>
        <p:spPr>
          <a:xfrm>
            <a:off x="3285081" y="2579815"/>
            <a:ext cx="874800"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err="1">
                <a:latin typeface="IBM Plex Sans Light"/>
                <a:cs typeface="IBM Plex Sans Light" panose="020B0604020202020204" pitchFamily="34" charset="0"/>
              </a:rPr>
              <a:t>Multicloud</a:t>
            </a:r>
            <a:endParaRPr lang="en-US" sz="900" dirty="0">
              <a:latin typeface="IBM Plex Sans Light"/>
              <a:cs typeface="IBM Plex Sans Light" panose="020B0604020202020204" pitchFamily="34" charset="0"/>
            </a:endParaRPr>
          </a:p>
        </p:txBody>
      </p:sp>
      <p:sp>
        <p:nvSpPr>
          <p:cNvPr id="159" name="TextBox 158">
            <a:extLst>
              <a:ext uri="{FF2B5EF4-FFF2-40B4-BE49-F238E27FC236}">
                <a16:creationId xmlns:a16="http://schemas.microsoft.com/office/drawing/2014/main" id="{FC03CFBA-6D76-51C5-5D74-48638E2DA9A9}"/>
              </a:ext>
            </a:extLst>
          </p:cNvPr>
          <p:cNvSpPr txBox="1"/>
          <p:nvPr/>
        </p:nvSpPr>
        <p:spPr>
          <a:xfrm>
            <a:off x="2291131" y="2579815"/>
            <a:ext cx="844801"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Hybrid </a:t>
            </a:r>
            <a:r>
              <a:rPr lang="en-CA" sz="900" dirty="0" err="1">
                <a:latin typeface="IBM Plex Sans Light"/>
                <a:cs typeface="IBM Plex Sans Light" panose="020B0604020202020204" pitchFamily="34" charset="0"/>
              </a:rPr>
              <a:t>multicloud</a:t>
            </a:r>
            <a:endParaRPr lang="en-US" sz="900" dirty="0">
              <a:latin typeface="IBM Plex Sans Light"/>
              <a:cs typeface="IBM Plex Sans Light" panose="020B0604020202020204" pitchFamily="34" charset="0"/>
            </a:endParaRPr>
          </a:p>
        </p:txBody>
      </p:sp>
      <p:sp>
        <p:nvSpPr>
          <p:cNvPr id="161" name="TextBox 160">
            <a:extLst>
              <a:ext uri="{FF2B5EF4-FFF2-40B4-BE49-F238E27FC236}">
                <a16:creationId xmlns:a16="http://schemas.microsoft.com/office/drawing/2014/main" id="{45CF8B35-7953-11F0-AE2A-38EEE58CB0FA}"/>
              </a:ext>
            </a:extLst>
          </p:cNvPr>
          <p:cNvSpPr txBox="1"/>
          <p:nvPr/>
        </p:nvSpPr>
        <p:spPr>
          <a:xfrm>
            <a:off x="1239473" y="2579815"/>
            <a:ext cx="874800"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Hybrid cloud security</a:t>
            </a:r>
            <a:endParaRPr lang="en-US" sz="900" dirty="0">
              <a:latin typeface="IBM Plex Sans Light"/>
              <a:cs typeface="IBM Plex Sans Light" panose="020B0604020202020204" pitchFamily="34" charset="0"/>
            </a:endParaRPr>
          </a:p>
        </p:txBody>
      </p:sp>
      <p:sp>
        <p:nvSpPr>
          <p:cNvPr id="163" name="TextBox 162">
            <a:extLst>
              <a:ext uri="{FF2B5EF4-FFF2-40B4-BE49-F238E27FC236}">
                <a16:creationId xmlns:a16="http://schemas.microsoft.com/office/drawing/2014/main" id="{0ECB7726-8286-9EA8-3E6D-98B6655F3997}"/>
              </a:ext>
            </a:extLst>
          </p:cNvPr>
          <p:cNvSpPr txBox="1"/>
          <p:nvPr/>
        </p:nvSpPr>
        <p:spPr>
          <a:xfrm>
            <a:off x="214308" y="2579815"/>
            <a:ext cx="876018" cy="344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Generic inspect</a:t>
            </a:r>
            <a:endParaRPr lang="en-US" sz="900" dirty="0">
              <a:latin typeface="IBM Plex Sans Light"/>
              <a:cs typeface="IBM Plex Sans Light" panose="020B0604020202020204" pitchFamily="34" charset="0"/>
            </a:endParaRPr>
          </a:p>
        </p:txBody>
      </p:sp>
      <p:sp>
        <p:nvSpPr>
          <p:cNvPr id="165" name="TextBox 164">
            <a:extLst>
              <a:ext uri="{FF2B5EF4-FFF2-40B4-BE49-F238E27FC236}">
                <a16:creationId xmlns:a16="http://schemas.microsoft.com/office/drawing/2014/main" id="{8D747C63-A75A-B9A2-2C3C-1EBAF0E76616}"/>
              </a:ext>
            </a:extLst>
          </p:cNvPr>
          <p:cNvSpPr txBox="1"/>
          <p:nvPr/>
        </p:nvSpPr>
        <p:spPr>
          <a:xfrm>
            <a:off x="6437507" y="1459311"/>
            <a:ext cx="970528"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Email security</a:t>
            </a:r>
            <a:endParaRPr lang="en-US" sz="900" dirty="0">
              <a:latin typeface="IBM Plex Sans Light"/>
              <a:cs typeface="IBM Plex Sans Light" panose="020B0604020202020204" pitchFamily="34" charset="0"/>
            </a:endParaRPr>
          </a:p>
        </p:txBody>
      </p:sp>
      <p:sp>
        <p:nvSpPr>
          <p:cNvPr id="167" name="TextBox 166">
            <a:extLst>
              <a:ext uri="{FF2B5EF4-FFF2-40B4-BE49-F238E27FC236}">
                <a16:creationId xmlns:a16="http://schemas.microsoft.com/office/drawing/2014/main" id="{CF5B0B44-7A5C-4B04-5A1A-DC301A362A16}"/>
              </a:ext>
            </a:extLst>
          </p:cNvPr>
          <p:cNvSpPr txBox="1"/>
          <p:nvPr/>
        </p:nvSpPr>
        <p:spPr>
          <a:xfrm>
            <a:off x="5425721" y="1459311"/>
            <a:ext cx="837984" cy="1837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security</a:t>
            </a:r>
            <a:endParaRPr lang="en-US" sz="900" dirty="0">
              <a:latin typeface="IBM Plex Sans Light"/>
              <a:cs typeface="IBM Plex Sans Light" panose="020B0604020202020204" pitchFamily="34" charset="0"/>
            </a:endParaRPr>
          </a:p>
        </p:txBody>
      </p:sp>
      <p:sp>
        <p:nvSpPr>
          <p:cNvPr id="171" name="Freeform 57">
            <a:extLst>
              <a:ext uri="{FF2B5EF4-FFF2-40B4-BE49-F238E27FC236}">
                <a16:creationId xmlns:a16="http://schemas.microsoft.com/office/drawing/2014/main" id="{4FFBE82E-3B01-B691-BC62-2740FDE6DAAD}"/>
              </a:ext>
            </a:extLst>
          </p:cNvPr>
          <p:cNvSpPr>
            <a:spLocks noChangeAspect="1"/>
          </p:cNvSpPr>
          <p:nvPr/>
        </p:nvSpPr>
        <p:spPr>
          <a:xfrm>
            <a:off x="3568341" y="4609000"/>
            <a:ext cx="429768" cy="437159"/>
          </a:xfrm>
          <a:custGeom>
            <a:avLst/>
            <a:gdLst>
              <a:gd name="connsiteX0" fmla="*/ 93340 w 1091572"/>
              <a:gd name="connsiteY0" fmla="*/ 293397 h 1110346"/>
              <a:gd name="connsiteX1" fmla="*/ 297995 w 1091572"/>
              <a:gd name="connsiteY1" fmla="*/ 293397 h 1110346"/>
              <a:gd name="connsiteX2" fmla="*/ 266033 w 1091572"/>
              <a:gd name="connsiteY2" fmla="*/ 545748 h 1110346"/>
              <a:gd name="connsiteX3" fmla="*/ 293397 w 1091572"/>
              <a:gd name="connsiteY3" fmla="*/ 545748 h 1110346"/>
              <a:gd name="connsiteX4" fmla="*/ 325511 w 1091572"/>
              <a:gd name="connsiteY4" fmla="*/ 293397 h 1110346"/>
              <a:gd name="connsiteX5" fmla="*/ 532067 w 1091572"/>
              <a:gd name="connsiteY5" fmla="*/ 293397 h 1110346"/>
              <a:gd name="connsiteX6" fmla="*/ 532067 w 1091572"/>
              <a:gd name="connsiteY6" fmla="*/ 545748 h 1110346"/>
              <a:gd name="connsiteX7" fmla="*/ 559430 w 1091572"/>
              <a:gd name="connsiteY7" fmla="*/ 545748 h 1110346"/>
              <a:gd name="connsiteX8" fmla="*/ 559430 w 1091572"/>
              <a:gd name="connsiteY8" fmla="*/ 293397 h 1110346"/>
              <a:gd name="connsiteX9" fmla="*/ 765986 w 1091572"/>
              <a:gd name="connsiteY9" fmla="*/ 293397 h 1110346"/>
              <a:gd name="connsiteX10" fmla="*/ 798100 w 1091572"/>
              <a:gd name="connsiteY10" fmla="*/ 545748 h 1110346"/>
              <a:gd name="connsiteX11" fmla="*/ 825501 w 1091572"/>
              <a:gd name="connsiteY11" fmla="*/ 545748 h 1110346"/>
              <a:gd name="connsiteX12" fmla="*/ 793577 w 1091572"/>
              <a:gd name="connsiteY12" fmla="*/ 293397 h 1110346"/>
              <a:gd name="connsiteX13" fmla="*/ 998195 w 1091572"/>
              <a:gd name="connsiteY13" fmla="*/ 293397 h 1110346"/>
              <a:gd name="connsiteX14" fmla="*/ 1064171 w 1091572"/>
              <a:gd name="connsiteY14" fmla="*/ 545748 h 1110346"/>
              <a:gd name="connsiteX15" fmla="*/ 1091572 w 1091572"/>
              <a:gd name="connsiteY15" fmla="*/ 545748 h 1110346"/>
              <a:gd name="connsiteX16" fmla="*/ 545824 w 1091572"/>
              <a:gd name="connsiteY16" fmla="*/ 0 h 1110346"/>
              <a:gd name="connsiteX17" fmla="*/ 0 w 1091572"/>
              <a:gd name="connsiteY17" fmla="*/ 545748 h 1110346"/>
              <a:gd name="connsiteX18" fmla="*/ 27363 w 1091572"/>
              <a:gd name="connsiteY18" fmla="*/ 545748 h 1110346"/>
              <a:gd name="connsiteX19" fmla="*/ 93340 w 1091572"/>
              <a:gd name="connsiteY19" fmla="*/ 293397 h 1110346"/>
              <a:gd name="connsiteX20" fmla="*/ 333606 w 1091572"/>
              <a:gd name="connsiteY20" fmla="*/ 266033 h 1110346"/>
              <a:gd name="connsiteX21" fmla="*/ 532067 w 1091572"/>
              <a:gd name="connsiteY21" fmla="*/ 28770 h 1110346"/>
              <a:gd name="connsiteX22" fmla="*/ 532067 w 1091572"/>
              <a:gd name="connsiteY22" fmla="*/ 266033 h 1110346"/>
              <a:gd name="connsiteX23" fmla="*/ 333606 w 1091572"/>
              <a:gd name="connsiteY23" fmla="*/ 266033 h 1110346"/>
              <a:gd name="connsiteX24" fmla="*/ 559430 w 1091572"/>
              <a:gd name="connsiteY24" fmla="*/ 266033 h 1110346"/>
              <a:gd name="connsiteX25" fmla="*/ 559430 w 1091572"/>
              <a:gd name="connsiteY25" fmla="*/ 28770 h 1110346"/>
              <a:gd name="connsiteX26" fmla="*/ 757891 w 1091572"/>
              <a:gd name="connsiteY26" fmla="*/ 266033 h 1110346"/>
              <a:gd name="connsiteX27" fmla="*/ 559430 w 1091572"/>
              <a:gd name="connsiteY27" fmla="*/ 266033 h 1110346"/>
              <a:gd name="connsiteX28" fmla="*/ 981511 w 1091572"/>
              <a:gd name="connsiteY28" fmla="*/ 266033 h 1110346"/>
              <a:gd name="connsiteX29" fmla="*/ 785482 w 1091572"/>
              <a:gd name="connsiteY29" fmla="*/ 266033 h 1110346"/>
              <a:gd name="connsiteX30" fmla="*/ 646727 w 1091572"/>
              <a:gd name="connsiteY30" fmla="*/ 37397 h 1110346"/>
              <a:gd name="connsiteX31" fmla="*/ 981511 w 1091572"/>
              <a:gd name="connsiteY31" fmla="*/ 266033 h 1110346"/>
              <a:gd name="connsiteX32" fmla="*/ 444770 w 1091572"/>
              <a:gd name="connsiteY32" fmla="*/ 37397 h 1110346"/>
              <a:gd name="connsiteX33" fmla="*/ 306052 w 1091572"/>
              <a:gd name="connsiteY33" fmla="*/ 266033 h 1110346"/>
              <a:gd name="connsiteX34" fmla="*/ 109986 w 1091572"/>
              <a:gd name="connsiteY34" fmla="*/ 266033 h 1110346"/>
              <a:gd name="connsiteX35" fmla="*/ 444770 w 1091572"/>
              <a:gd name="connsiteY35" fmla="*/ 37397 h 1110346"/>
              <a:gd name="connsiteX36" fmla="*/ 798100 w 1091572"/>
              <a:gd name="connsiteY36" fmla="*/ 659762 h 1110346"/>
              <a:gd name="connsiteX37" fmla="*/ 798100 w 1091572"/>
              <a:gd name="connsiteY37" fmla="*/ 680285 h 1110346"/>
              <a:gd name="connsiteX38" fmla="*/ 659762 w 1091572"/>
              <a:gd name="connsiteY38" fmla="*/ 646081 h 1110346"/>
              <a:gd name="connsiteX39" fmla="*/ 555287 w 1091572"/>
              <a:gd name="connsiteY39" fmla="*/ 646081 h 1110346"/>
              <a:gd name="connsiteX40" fmla="*/ 496266 w 1091572"/>
              <a:gd name="connsiteY40" fmla="*/ 668314 h 1110346"/>
              <a:gd name="connsiteX41" fmla="*/ 478252 w 1091572"/>
              <a:gd name="connsiteY41" fmla="*/ 684086 h 1110346"/>
              <a:gd name="connsiteX42" fmla="*/ 293397 w 1091572"/>
              <a:gd name="connsiteY42" fmla="*/ 684086 h 1110346"/>
              <a:gd name="connsiteX43" fmla="*/ 293397 w 1091572"/>
              <a:gd name="connsiteY43" fmla="*/ 659762 h 1110346"/>
              <a:gd name="connsiteX44" fmla="*/ 279715 w 1091572"/>
              <a:gd name="connsiteY44" fmla="*/ 646081 h 1110346"/>
              <a:gd name="connsiteX45" fmla="*/ 13682 w 1091572"/>
              <a:gd name="connsiteY45" fmla="*/ 646081 h 1110346"/>
              <a:gd name="connsiteX46" fmla="*/ 13682 w 1091572"/>
              <a:gd name="connsiteY46" fmla="*/ 673482 h 1110346"/>
              <a:gd name="connsiteX47" fmla="*/ 266033 w 1091572"/>
              <a:gd name="connsiteY47" fmla="*/ 673482 h 1110346"/>
              <a:gd name="connsiteX48" fmla="*/ 266033 w 1091572"/>
              <a:gd name="connsiteY48" fmla="*/ 988124 h 1110346"/>
              <a:gd name="connsiteX49" fmla="*/ 13682 w 1091572"/>
              <a:gd name="connsiteY49" fmla="*/ 988124 h 1110346"/>
              <a:gd name="connsiteX50" fmla="*/ 13682 w 1091572"/>
              <a:gd name="connsiteY50" fmla="*/ 1015525 h 1110346"/>
              <a:gd name="connsiteX51" fmla="*/ 279715 w 1091572"/>
              <a:gd name="connsiteY51" fmla="*/ 1015525 h 1110346"/>
              <a:gd name="connsiteX52" fmla="*/ 293397 w 1091572"/>
              <a:gd name="connsiteY52" fmla="*/ 1001843 h 1110346"/>
              <a:gd name="connsiteX53" fmla="*/ 293397 w 1091572"/>
              <a:gd name="connsiteY53" fmla="*/ 977520 h 1110346"/>
              <a:gd name="connsiteX54" fmla="*/ 329653 w 1091572"/>
              <a:gd name="connsiteY54" fmla="*/ 977520 h 1110346"/>
              <a:gd name="connsiteX55" fmla="*/ 411287 w 1091572"/>
              <a:gd name="connsiteY55" fmla="*/ 1093131 h 1110346"/>
              <a:gd name="connsiteX56" fmla="*/ 449862 w 1091572"/>
              <a:gd name="connsiteY56" fmla="*/ 1110347 h 1110346"/>
              <a:gd name="connsiteX57" fmla="*/ 479582 w 1091572"/>
              <a:gd name="connsiteY57" fmla="*/ 1100922 h 1110346"/>
              <a:gd name="connsiteX58" fmla="*/ 504019 w 1091572"/>
              <a:gd name="connsiteY58" fmla="*/ 1083744 h 1110346"/>
              <a:gd name="connsiteX59" fmla="*/ 508124 w 1091572"/>
              <a:gd name="connsiteY59" fmla="*/ 1085758 h 1110346"/>
              <a:gd name="connsiteX60" fmla="*/ 521501 w 1091572"/>
              <a:gd name="connsiteY60" fmla="*/ 1087506 h 1110346"/>
              <a:gd name="connsiteX61" fmla="*/ 547268 w 1091572"/>
              <a:gd name="connsiteY61" fmla="*/ 1080513 h 1110346"/>
              <a:gd name="connsiteX62" fmla="*/ 578888 w 1091572"/>
              <a:gd name="connsiteY62" fmla="*/ 1062271 h 1110346"/>
              <a:gd name="connsiteX63" fmla="*/ 596827 w 1091572"/>
              <a:gd name="connsiteY63" fmla="*/ 1065881 h 1110346"/>
              <a:gd name="connsiteX64" fmla="*/ 622594 w 1091572"/>
              <a:gd name="connsiteY64" fmla="*/ 1058964 h 1110346"/>
              <a:gd name="connsiteX65" fmla="*/ 654252 w 1091572"/>
              <a:gd name="connsiteY65" fmla="*/ 1040684 h 1110346"/>
              <a:gd name="connsiteX66" fmla="*/ 672190 w 1091572"/>
              <a:gd name="connsiteY66" fmla="*/ 1044295 h 1110346"/>
              <a:gd name="connsiteX67" fmla="*/ 697995 w 1091572"/>
              <a:gd name="connsiteY67" fmla="*/ 1037378 h 1110346"/>
              <a:gd name="connsiteX68" fmla="*/ 720532 w 1091572"/>
              <a:gd name="connsiteY68" fmla="*/ 977482 h 1110346"/>
              <a:gd name="connsiteX69" fmla="*/ 798138 w 1091572"/>
              <a:gd name="connsiteY69" fmla="*/ 977482 h 1110346"/>
              <a:gd name="connsiteX70" fmla="*/ 798138 w 1091572"/>
              <a:gd name="connsiteY70" fmla="*/ 1001805 h 1110346"/>
              <a:gd name="connsiteX71" fmla="*/ 811819 w 1091572"/>
              <a:gd name="connsiteY71" fmla="*/ 1015487 h 1110346"/>
              <a:gd name="connsiteX72" fmla="*/ 1077853 w 1091572"/>
              <a:gd name="connsiteY72" fmla="*/ 1015487 h 1110346"/>
              <a:gd name="connsiteX73" fmla="*/ 1077853 w 1091572"/>
              <a:gd name="connsiteY73" fmla="*/ 988124 h 1110346"/>
              <a:gd name="connsiteX74" fmla="*/ 825501 w 1091572"/>
              <a:gd name="connsiteY74" fmla="*/ 988124 h 1110346"/>
              <a:gd name="connsiteX75" fmla="*/ 825501 w 1091572"/>
              <a:gd name="connsiteY75" fmla="*/ 673444 h 1110346"/>
              <a:gd name="connsiteX76" fmla="*/ 1077815 w 1091572"/>
              <a:gd name="connsiteY76" fmla="*/ 673444 h 1110346"/>
              <a:gd name="connsiteX77" fmla="*/ 1077815 w 1091572"/>
              <a:gd name="connsiteY77" fmla="*/ 646081 h 1110346"/>
              <a:gd name="connsiteX78" fmla="*/ 811781 w 1091572"/>
              <a:gd name="connsiteY78" fmla="*/ 646081 h 1110346"/>
              <a:gd name="connsiteX79" fmla="*/ 798100 w 1091572"/>
              <a:gd name="connsiteY79" fmla="*/ 659762 h 1110346"/>
              <a:gd name="connsiteX80" fmla="*/ 684276 w 1091572"/>
              <a:gd name="connsiteY80" fmla="*/ 1013701 h 1110346"/>
              <a:gd name="connsiteX81" fmla="*/ 651021 w 1091572"/>
              <a:gd name="connsiteY81" fmla="*/ 1004808 h 1110346"/>
              <a:gd name="connsiteX82" fmla="*/ 594014 w 1091572"/>
              <a:gd name="connsiteY82" fmla="*/ 906071 h 1110346"/>
              <a:gd name="connsiteX83" fmla="*/ 570299 w 1091572"/>
              <a:gd name="connsiteY83" fmla="*/ 919715 h 1110346"/>
              <a:gd name="connsiteX84" fmla="*/ 629967 w 1091572"/>
              <a:gd name="connsiteY84" fmla="*/ 1023088 h 1110346"/>
              <a:gd name="connsiteX85" fmla="*/ 608912 w 1091572"/>
              <a:gd name="connsiteY85" fmla="*/ 1035211 h 1110346"/>
              <a:gd name="connsiteX86" fmla="*/ 575658 w 1091572"/>
              <a:gd name="connsiteY86" fmla="*/ 1026356 h 1110346"/>
              <a:gd name="connsiteX87" fmla="*/ 537653 w 1091572"/>
              <a:gd name="connsiteY87" fmla="*/ 960532 h 1110346"/>
              <a:gd name="connsiteX88" fmla="*/ 537653 w 1091572"/>
              <a:gd name="connsiteY88" fmla="*/ 960532 h 1110346"/>
              <a:gd name="connsiteX89" fmla="*/ 528152 w 1091572"/>
              <a:gd name="connsiteY89" fmla="*/ 944076 h 1110346"/>
              <a:gd name="connsiteX90" fmla="*/ 504475 w 1091572"/>
              <a:gd name="connsiteY90" fmla="*/ 957720 h 1110346"/>
              <a:gd name="connsiteX91" fmla="*/ 513976 w 1091572"/>
              <a:gd name="connsiteY91" fmla="*/ 974138 h 1110346"/>
              <a:gd name="connsiteX92" fmla="*/ 513976 w 1091572"/>
              <a:gd name="connsiteY92" fmla="*/ 974138 h 1110346"/>
              <a:gd name="connsiteX93" fmla="*/ 551981 w 1091572"/>
              <a:gd name="connsiteY93" fmla="*/ 1039962 h 1110346"/>
              <a:gd name="connsiteX94" fmla="*/ 552057 w 1091572"/>
              <a:gd name="connsiteY94" fmla="*/ 1040038 h 1110346"/>
              <a:gd name="connsiteX95" fmla="*/ 554679 w 1091572"/>
              <a:gd name="connsiteY95" fmla="*/ 1044561 h 1110346"/>
              <a:gd name="connsiteX96" fmla="*/ 533587 w 1091572"/>
              <a:gd name="connsiteY96" fmla="*/ 1056722 h 1110346"/>
              <a:gd name="connsiteX97" fmla="*/ 515230 w 1091572"/>
              <a:gd name="connsiteY97" fmla="*/ 1059154 h 1110346"/>
              <a:gd name="connsiteX98" fmla="*/ 500485 w 1091572"/>
              <a:gd name="connsiteY98" fmla="*/ 1047943 h 1110346"/>
              <a:gd name="connsiteX99" fmla="*/ 462404 w 1091572"/>
              <a:gd name="connsiteY99" fmla="*/ 982005 h 1110346"/>
              <a:gd name="connsiteX100" fmla="*/ 462404 w 1091572"/>
              <a:gd name="connsiteY100" fmla="*/ 982005 h 1110346"/>
              <a:gd name="connsiteX101" fmla="*/ 462404 w 1091572"/>
              <a:gd name="connsiteY101" fmla="*/ 982005 h 1110346"/>
              <a:gd name="connsiteX102" fmla="*/ 438689 w 1091572"/>
              <a:gd name="connsiteY102" fmla="*/ 995648 h 1110346"/>
              <a:gd name="connsiteX103" fmla="*/ 476694 w 1091572"/>
              <a:gd name="connsiteY103" fmla="*/ 1061473 h 1110346"/>
              <a:gd name="connsiteX104" fmla="*/ 476770 w 1091572"/>
              <a:gd name="connsiteY104" fmla="*/ 1061587 h 1110346"/>
              <a:gd name="connsiteX105" fmla="*/ 479962 w 1091572"/>
              <a:gd name="connsiteY105" fmla="*/ 1067097 h 1110346"/>
              <a:gd name="connsiteX106" fmla="*/ 463848 w 1091572"/>
              <a:gd name="connsiteY106" fmla="*/ 1078461 h 1110346"/>
              <a:gd name="connsiteX107" fmla="*/ 432684 w 1091572"/>
              <a:gd name="connsiteY107" fmla="*/ 1076029 h 1110346"/>
              <a:gd name="connsiteX108" fmla="*/ 347934 w 1091572"/>
              <a:gd name="connsiteY108" fmla="*/ 955858 h 1110346"/>
              <a:gd name="connsiteX109" fmla="*/ 336760 w 1091572"/>
              <a:gd name="connsiteY109" fmla="*/ 950043 h 1110346"/>
              <a:gd name="connsiteX110" fmla="*/ 293397 w 1091572"/>
              <a:gd name="connsiteY110" fmla="*/ 950043 h 1110346"/>
              <a:gd name="connsiteX111" fmla="*/ 293397 w 1091572"/>
              <a:gd name="connsiteY111" fmla="*/ 711449 h 1110346"/>
              <a:gd name="connsiteX112" fmla="*/ 446936 w 1091572"/>
              <a:gd name="connsiteY112" fmla="*/ 711449 h 1110346"/>
              <a:gd name="connsiteX113" fmla="*/ 375259 w 1091572"/>
              <a:gd name="connsiteY113" fmla="*/ 774157 h 1110346"/>
              <a:gd name="connsiteX114" fmla="*/ 366518 w 1091572"/>
              <a:gd name="connsiteY114" fmla="*/ 792437 h 1110346"/>
              <a:gd name="connsiteX115" fmla="*/ 373967 w 1091572"/>
              <a:gd name="connsiteY115" fmla="*/ 811325 h 1110346"/>
              <a:gd name="connsiteX116" fmla="*/ 493454 w 1091572"/>
              <a:gd name="connsiteY116" fmla="*/ 817938 h 1110346"/>
              <a:gd name="connsiteX117" fmla="*/ 531572 w 1091572"/>
              <a:gd name="connsiteY117" fmla="*/ 787420 h 1110346"/>
              <a:gd name="connsiteX118" fmla="*/ 594394 w 1091572"/>
              <a:gd name="connsiteY118" fmla="*/ 787420 h 1110346"/>
              <a:gd name="connsiteX119" fmla="*/ 693169 w 1091572"/>
              <a:gd name="connsiteY119" fmla="*/ 980409 h 1110346"/>
              <a:gd name="connsiteX120" fmla="*/ 684276 w 1091572"/>
              <a:gd name="connsiteY120" fmla="*/ 1013701 h 1110346"/>
              <a:gd name="connsiteX121" fmla="*/ 708295 w 1091572"/>
              <a:gd name="connsiteY121" fmla="*/ 950119 h 1110346"/>
              <a:gd name="connsiteX122" fmla="*/ 614917 w 1091572"/>
              <a:gd name="connsiteY122" fmla="*/ 767544 h 1110346"/>
              <a:gd name="connsiteX123" fmla="*/ 602755 w 1091572"/>
              <a:gd name="connsiteY123" fmla="*/ 760095 h 1110346"/>
              <a:gd name="connsiteX124" fmla="*/ 526746 w 1091572"/>
              <a:gd name="connsiteY124" fmla="*/ 760095 h 1110346"/>
              <a:gd name="connsiteX125" fmla="*/ 518195 w 1091572"/>
              <a:gd name="connsiteY125" fmla="*/ 763097 h 1110346"/>
              <a:gd name="connsiteX126" fmla="*/ 476314 w 1091572"/>
              <a:gd name="connsiteY126" fmla="*/ 796618 h 1110346"/>
              <a:gd name="connsiteX127" fmla="*/ 393235 w 1091572"/>
              <a:gd name="connsiteY127" fmla="*/ 794793 h 1110346"/>
              <a:gd name="connsiteX128" fmla="*/ 514280 w 1091572"/>
              <a:gd name="connsiteY128" fmla="*/ 688874 h 1110346"/>
              <a:gd name="connsiteX129" fmla="*/ 555287 w 1091572"/>
              <a:gd name="connsiteY129" fmla="*/ 673482 h 1110346"/>
              <a:gd name="connsiteX130" fmla="*/ 656456 w 1091572"/>
              <a:gd name="connsiteY130" fmla="*/ 673064 h 1110346"/>
              <a:gd name="connsiteX131" fmla="*/ 798100 w 1091572"/>
              <a:gd name="connsiteY131" fmla="*/ 708485 h 1110346"/>
              <a:gd name="connsiteX132" fmla="*/ 798100 w 1091572"/>
              <a:gd name="connsiteY132" fmla="*/ 950119 h 1110346"/>
              <a:gd name="connsiteX133" fmla="*/ 708295 w 1091572"/>
              <a:gd name="connsiteY133" fmla="*/ 950119 h 111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091572" h="1110346">
                <a:moveTo>
                  <a:pt x="93340" y="293397"/>
                </a:moveTo>
                <a:lnTo>
                  <a:pt x="297995" y="293397"/>
                </a:lnTo>
                <a:cubicBezTo>
                  <a:pt x="277663" y="368950"/>
                  <a:pt x="266033" y="454689"/>
                  <a:pt x="266033" y="545748"/>
                </a:cubicBezTo>
                <a:lnTo>
                  <a:pt x="293397" y="545748"/>
                </a:lnTo>
                <a:cubicBezTo>
                  <a:pt x="293397" y="454157"/>
                  <a:pt x="305140" y="368152"/>
                  <a:pt x="325511" y="293397"/>
                </a:cubicBezTo>
                <a:lnTo>
                  <a:pt x="532067" y="293397"/>
                </a:lnTo>
                <a:lnTo>
                  <a:pt x="532067" y="545748"/>
                </a:lnTo>
                <a:lnTo>
                  <a:pt x="559430" y="545748"/>
                </a:lnTo>
                <a:lnTo>
                  <a:pt x="559430" y="293397"/>
                </a:lnTo>
                <a:lnTo>
                  <a:pt x="765986" y="293397"/>
                </a:lnTo>
                <a:cubicBezTo>
                  <a:pt x="786356" y="368152"/>
                  <a:pt x="798100" y="454157"/>
                  <a:pt x="798100" y="545748"/>
                </a:cubicBezTo>
                <a:lnTo>
                  <a:pt x="825501" y="545748"/>
                </a:lnTo>
                <a:cubicBezTo>
                  <a:pt x="825501" y="454689"/>
                  <a:pt x="813872" y="368950"/>
                  <a:pt x="793577" y="293397"/>
                </a:cubicBezTo>
                <a:lnTo>
                  <a:pt x="998195" y="293397"/>
                </a:lnTo>
                <a:cubicBezTo>
                  <a:pt x="1040076" y="368152"/>
                  <a:pt x="1064171" y="454157"/>
                  <a:pt x="1064171" y="545748"/>
                </a:cubicBezTo>
                <a:lnTo>
                  <a:pt x="1091572" y="545748"/>
                </a:lnTo>
                <a:cubicBezTo>
                  <a:pt x="1091572" y="244827"/>
                  <a:pt x="846746" y="0"/>
                  <a:pt x="545824" y="0"/>
                </a:cubicBezTo>
                <a:cubicBezTo>
                  <a:pt x="244903" y="0"/>
                  <a:pt x="0" y="244827"/>
                  <a:pt x="0" y="545748"/>
                </a:cubicBezTo>
                <a:lnTo>
                  <a:pt x="27363" y="545748"/>
                </a:lnTo>
                <a:cubicBezTo>
                  <a:pt x="27363" y="454157"/>
                  <a:pt x="51458" y="368152"/>
                  <a:pt x="93340" y="293397"/>
                </a:cubicBezTo>
                <a:close/>
                <a:moveTo>
                  <a:pt x="333606" y="266033"/>
                </a:moveTo>
                <a:cubicBezTo>
                  <a:pt x="376209" y="130128"/>
                  <a:pt x="448798" y="38005"/>
                  <a:pt x="532067" y="28770"/>
                </a:cubicBezTo>
                <a:lnTo>
                  <a:pt x="532067" y="266033"/>
                </a:lnTo>
                <a:lnTo>
                  <a:pt x="333606" y="266033"/>
                </a:lnTo>
                <a:close/>
                <a:moveTo>
                  <a:pt x="559430" y="266033"/>
                </a:moveTo>
                <a:lnTo>
                  <a:pt x="559430" y="28770"/>
                </a:lnTo>
                <a:cubicBezTo>
                  <a:pt x="642698" y="38005"/>
                  <a:pt x="715249" y="130128"/>
                  <a:pt x="757891" y="266033"/>
                </a:cubicBezTo>
                <a:lnTo>
                  <a:pt x="559430" y="266033"/>
                </a:lnTo>
                <a:close/>
                <a:moveTo>
                  <a:pt x="981511" y="266033"/>
                </a:moveTo>
                <a:lnTo>
                  <a:pt x="785482" y="266033"/>
                </a:lnTo>
                <a:cubicBezTo>
                  <a:pt x="753672" y="162698"/>
                  <a:pt x="704988" y="81596"/>
                  <a:pt x="646727" y="37397"/>
                </a:cubicBezTo>
                <a:cubicBezTo>
                  <a:pt x="786926" y="65216"/>
                  <a:pt x="906641" y="149815"/>
                  <a:pt x="981511" y="266033"/>
                </a:cubicBezTo>
                <a:close/>
                <a:moveTo>
                  <a:pt x="444770" y="37397"/>
                </a:moveTo>
                <a:cubicBezTo>
                  <a:pt x="386546" y="81596"/>
                  <a:pt x="337824" y="162698"/>
                  <a:pt x="306052" y="266033"/>
                </a:cubicBezTo>
                <a:lnTo>
                  <a:pt x="109986" y="266033"/>
                </a:lnTo>
                <a:cubicBezTo>
                  <a:pt x="184855" y="149815"/>
                  <a:pt x="304570" y="65216"/>
                  <a:pt x="444770" y="37397"/>
                </a:cubicBezTo>
                <a:close/>
                <a:moveTo>
                  <a:pt x="798100" y="659762"/>
                </a:moveTo>
                <a:lnTo>
                  <a:pt x="798100" y="680285"/>
                </a:lnTo>
                <a:lnTo>
                  <a:pt x="659762" y="646081"/>
                </a:lnTo>
                <a:lnTo>
                  <a:pt x="555287" y="646081"/>
                </a:lnTo>
                <a:cubicBezTo>
                  <a:pt x="533549" y="646081"/>
                  <a:pt x="512570" y="653986"/>
                  <a:pt x="496266" y="668314"/>
                </a:cubicBezTo>
                <a:lnTo>
                  <a:pt x="478252" y="684086"/>
                </a:lnTo>
                <a:lnTo>
                  <a:pt x="293397" y="684086"/>
                </a:lnTo>
                <a:lnTo>
                  <a:pt x="293397" y="659762"/>
                </a:lnTo>
                <a:cubicBezTo>
                  <a:pt x="293397" y="652200"/>
                  <a:pt x="287278" y="646081"/>
                  <a:pt x="279715" y="646081"/>
                </a:cubicBezTo>
                <a:lnTo>
                  <a:pt x="13682" y="646081"/>
                </a:lnTo>
                <a:lnTo>
                  <a:pt x="13682" y="673482"/>
                </a:lnTo>
                <a:lnTo>
                  <a:pt x="266033" y="673482"/>
                </a:lnTo>
                <a:lnTo>
                  <a:pt x="266033" y="988124"/>
                </a:lnTo>
                <a:lnTo>
                  <a:pt x="13682" y="988124"/>
                </a:lnTo>
                <a:lnTo>
                  <a:pt x="13682" y="1015525"/>
                </a:lnTo>
                <a:lnTo>
                  <a:pt x="279715" y="1015525"/>
                </a:lnTo>
                <a:cubicBezTo>
                  <a:pt x="287278" y="1015525"/>
                  <a:pt x="293397" y="1009406"/>
                  <a:pt x="293397" y="1001843"/>
                </a:cubicBezTo>
                <a:lnTo>
                  <a:pt x="293397" y="977520"/>
                </a:lnTo>
                <a:lnTo>
                  <a:pt x="329653" y="977520"/>
                </a:lnTo>
                <a:lnTo>
                  <a:pt x="411287" y="1093131"/>
                </a:lnTo>
                <a:cubicBezTo>
                  <a:pt x="421473" y="1104494"/>
                  <a:pt x="435610" y="1110347"/>
                  <a:pt x="449862" y="1110347"/>
                </a:cubicBezTo>
                <a:cubicBezTo>
                  <a:pt x="460200" y="1110347"/>
                  <a:pt x="470575" y="1107268"/>
                  <a:pt x="479582" y="1100922"/>
                </a:cubicBezTo>
                <a:lnTo>
                  <a:pt x="504019" y="1083744"/>
                </a:lnTo>
                <a:cubicBezTo>
                  <a:pt x="505463" y="1084276"/>
                  <a:pt x="506603" y="1085340"/>
                  <a:pt x="508124" y="1085758"/>
                </a:cubicBezTo>
                <a:cubicBezTo>
                  <a:pt x="512570" y="1086898"/>
                  <a:pt x="517055" y="1087506"/>
                  <a:pt x="521501" y="1087506"/>
                </a:cubicBezTo>
                <a:cubicBezTo>
                  <a:pt x="530470" y="1087506"/>
                  <a:pt x="539325" y="1085150"/>
                  <a:pt x="547268" y="1080513"/>
                </a:cubicBezTo>
                <a:lnTo>
                  <a:pt x="578888" y="1062271"/>
                </a:lnTo>
                <a:cubicBezTo>
                  <a:pt x="584665" y="1064399"/>
                  <a:pt x="590632" y="1065881"/>
                  <a:pt x="596827" y="1065881"/>
                </a:cubicBezTo>
                <a:cubicBezTo>
                  <a:pt x="605568" y="1065881"/>
                  <a:pt x="614461" y="1063639"/>
                  <a:pt x="622594" y="1058964"/>
                </a:cubicBezTo>
                <a:lnTo>
                  <a:pt x="654252" y="1040684"/>
                </a:lnTo>
                <a:cubicBezTo>
                  <a:pt x="660029" y="1042812"/>
                  <a:pt x="665995" y="1044295"/>
                  <a:pt x="672190" y="1044295"/>
                </a:cubicBezTo>
                <a:cubicBezTo>
                  <a:pt x="680931" y="1044295"/>
                  <a:pt x="689862" y="1042052"/>
                  <a:pt x="697995" y="1037378"/>
                </a:cubicBezTo>
                <a:cubicBezTo>
                  <a:pt x="719354" y="1025026"/>
                  <a:pt x="727563" y="999753"/>
                  <a:pt x="720532" y="977482"/>
                </a:cubicBezTo>
                <a:lnTo>
                  <a:pt x="798138" y="977482"/>
                </a:lnTo>
                <a:lnTo>
                  <a:pt x="798138" y="1001805"/>
                </a:lnTo>
                <a:cubicBezTo>
                  <a:pt x="798138" y="1009368"/>
                  <a:pt x="804257" y="1015487"/>
                  <a:pt x="811819" y="1015487"/>
                </a:cubicBezTo>
                <a:lnTo>
                  <a:pt x="1077853" y="1015487"/>
                </a:lnTo>
                <a:lnTo>
                  <a:pt x="1077853" y="988124"/>
                </a:lnTo>
                <a:lnTo>
                  <a:pt x="825501" y="988124"/>
                </a:lnTo>
                <a:lnTo>
                  <a:pt x="825501" y="673444"/>
                </a:lnTo>
                <a:lnTo>
                  <a:pt x="1077815" y="673444"/>
                </a:lnTo>
                <a:lnTo>
                  <a:pt x="1077815" y="646081"/>
                </a:lnTo>
                <a:lnTo>
                  <a:pt x="811781" y="646081"/>
                </a:lnTo>
                <a:cubicBezTo>
                  <a:pt x="804219" y="646081"/>
                  <a:pt x="798100" y="652200"/>
                  <a:pt x="798100" y="659762"/>
                </a:cubicBezTo>
                <a:close/>
                <a:moveTo>
                  <a:pt x="684276" y="1013701"/>
                </a:moveTo>
                <a:cubicBezTo>
                  <a:pt x="672684" y="1020390"/>
                  <a:pt x="657710" y="1016399"/>
                  <a:pt x="651021" y="1004808"/>
                </a:cubicBezTo>
                <a:lnTo>
                  <a:pt x="594014" y="906071"/>
                </a:lnTo>
                <a:lnTo>
                  <a:pt x="570299" y="919715"/>
                </a:lnTo>
                <a:lnTo>
                  <a:pt x="629967" y="1023088"/>
                </a:lnTo>
                <a:lnTo>
                  <a:pt x="608912" y="1035211"/>
                </a:lnTo>
                <a:cubicBezTo>
                  <a:pt x="597283" y="1042014"/>
                  <a:pt x="582385" y="1037948"/>
                  <a:pt x="575658" y="1026356"/>
                </a:cubicBezTo>
                <a:lnTo>
                  <a:pt x="537653" y="960532"/>
                </a:lnTo>
                <a:lnTo>
                  <a:pt x="537653" y="960532"/>
                </a:lnTo>
                <a:lnTo>
                  <a:pt x="528152" y="944076"/>
                </a:lnTo>
                <a:lnTo>
                  <a:pt x="504475" y="957720"/>
                </a:lnTo>
                <a:lnTo>
                  <a:pt x="513976" y="974138"/>
                </a:lnTo>
                <a:lnTo>
                  <a:pt x="513976" y="974138"/>
                </a:lnTo>
                <a:lnTo>
                  <a:pt x="551981" y="1039962"/>
                </a:lnTo>
                <a:cubicBezTo>
                  <a:pt x="551981" y="1040000"/>
                  <a:pt x="552019" y="1040000"/>
                  <a:pt x="552057" y="1040038"/>
                </a:cubicBezTo>
                <a:lnTo>
                  <a:pt x="554679" y="1044561"/>
                </a:lnTo>
                <a:lnTo>
                  <a:pt x="533587" y="1056722"/>
                </a:lnTo>
                <a:cubicBezTo>
                  <a:pt x="528038" y="1059991"/>
                  <a:pt x="521501" y="1060827"/>
                  <a:pt x="515230" y="1059154"/>
                </a:cubicBezTo>
                <a:cubicBezTo>
                  <a:pt x="508960" y="1057482"/>
                  <a:pt x="503753" y="1053492"/>
                  <a:pt x="500485" y="1047943"/>
                </a:cubicBezTo>
                <a:lnTo>
                  <a:pt x="462404" y="982005"/>
                </a:lnTo>
                <a:lnTo>
                  <a:pt x="462404" y="982005"/>
                </a:lnTo>
                <a:lnTo>
                  <a:pt x="462404" y="982005"/>
                </a:lnTo>
                <a:lnTo>
                  <a:pt x="438689" y="995648"/>
                </a:lnTo>
                <a:lnTo>
                  <a:pt x="476694" y="1061473"/>
                </a:lnTo>
                <a:cubicBezTo>
                  <a:pt x="476732" y="1061511"/>
                  <a:pt x="476770" y="1061549"/>
                  <a:pt x="476770" y="1061587"/>
                </a:cubicBezTo>
                <a:lnTo>
                  <a:pt x="479962" y="1067097"/>
                </a:lnTo>
                <a:lnTo>
                  <a:pt x="463848" y="1078461"/>
                </a:lnTo>
                <a:cubicBezTo>
                  <a:pt x="453777" y="1085568"/>
                  <a:pt x="439981" y="1083972"/>
                  <a:pt x="432684" y="1076029"/>
                </a:cubicBezTo>
                <a:lnTo>
                  <a:pt x="347934" y="955858"/>
                </a:lnTo>
                <a:cubicBezTo>
                  <a:pt x="345349" y="952209"/>
                  <a:pt x="341207" y="950043"/>
                  <a:pt x="336760" y="950043"/>
                </a:cubicBezTo>
                <a:lnTo>
                  <a:pt x="293397" y="950043"/>
                </a:lnTo>
                <a:lnTo>
                  <a:pt x="293397" y="711449"/>
                </a:lnTo>
                <a:lnTo>
                  <a:pt x="446936" y="711449"/>
                </a:lnTo>
                <a:lnTo>
                  <a:pt x="375259" y="774157"/>
                </a:lnTo>
                <a:cubicBezTo>
                  <a:pt x="369938" y="778755"/>
                  <a:pt x="366746" y="785444"/>
                  <a:pt x="366518" y="792437"/>
                </a:cubicBezTo>
                <a:cubicBezTo>
                  <a:pt x="366252" y="799468"/>
                  <a:pt x="368950" y="806347"/>
                  <a:pt x="373967" y="811325"/>
                </a:cubicBezTo>
                <a:cubicBezTo>
                  <a:pt x="406347" y="843705"/>
                  <a:pt x="457729" y="846518"/>
                  <a:pt x="493454" y="817938"/>
                </a:cubicBezTo>
                <a:lnTo>
                  <a:pt x="531572" y="787420"/>
                </a:lnTo>
                <a:lnTo>
                  <a:pt x="594394" y="787420"/>
                </a:lnTo>
                <a:lnTo>
                  <a:pt x="693169" y="980409"/>
                </a:lnTo>
                <a:cubicBezTo>
                  <a:pt x="699820" y="992076"/>
                  <a:pt x="695829" y="1007012"/>
                  <a:pt x="684276" y="1013701"/>
                </a:cubicBezTo>
                <a:close/>
                <a:moveTo>
                  <a:pt x="708295" y="950119"/>
                </a:moveTo>
                <a:lnTo>
                  <a:pt x="614917" y="767544"/>
                </a:lnTo>
                <a:cubicBezTo>
                  <a:pt x="612561" y="762983"/>
                  <a:pt x="607848" y="760095"/>
                  <a:pt x="602755" y="760095"/>
                </a:cubicBezTo>
                <a:lnTo>
                  <a:pt x="526746" y="760095"/>
                </a:lnTo>
                <a:cubicBezTo>
                  <a:pt x="523629" y="760095"/>
                  <a:pt x="520627" y="761159"/>
                  <a:pt x="518195" y="763097"/>
                </a:cubicBezTo>
                <a:lnTo>
                  <a:pt x="476314" y="796618"/>
                </a:lnTo>
                <a:cubicBezTo>
                  <a:pt x="451496" y="816456"/>
                  <a:pt x="415848" y="814556"/>
                  <a:pt x="393235" y="794793"/>
                </a:cubicBezTo>
                <a:lnTo>
                  <a:pt x="514280" y="688874"/>
                </a:lnTo>
                <a:cubicBezTo>
                  <a:pt x="525606" y="678917"/>
                  <a:pt x="540162" y="673482"/>
                  <a:pt x="555287" y="673482"/>
                </a:cubicBezTo>
                <a:lnTo>
                  <a:pt x="656456" y="673064"/>
                </a:lnTo>
                <a:lnTo>
                  <a:pt x="798100" y="708485"/>
                </a:lnTo>
                <a:lnTo>
                  <a:pt x="798100" y="950119"/>
                </a:lnTo>
                <a:cubicBezTo>
                  <a:pt x="798100" y="950119"/>
                  <a:pt x="708295" y="950119"/>
                  <a:pt x="708295" y="950119"/>
                </a:cubicBezTo>
                <a:close/>
              </a:path>
            </a:pathLst>
          </a:custGeom>
          <a:solidFill>
            <a:schemeClr val="tx1"/>
          </a:solidFill>
          <a:ln w="37802" cap="flat">
            <a:noFill/>
            <a:prstDash val="solid"/>
            <a:miter/>
          </a:ln>
        </p:spPr>
        <p:txBody>
          <a:bodyPr rtlCol="0" anchor="ctr"/>
          <a:lstStyle/>
          <a:p>
            <a:endParaRPr lang="en-US" sz="1200" dirty="0">
              <a:latin typeface="IBM Plex Sans Light"/>
            </a:endParaRPr>
          </a:p>
        </p:txBody>
      </p:sp>
      <p:sp>
        <p:nvSpPr>
          <p:cNvPr id="173" name="TextBox 172">
            <a:extLst>
              <a:ext uri="{FF2B5EF4-FFF2-40B4-BE49-F238E27FC236}">
                <a16:creationId xmlns:a16="http://schemas.microsoft.com/office/drawing/2014/main" id="{F07E1F4C-2B6F-7C50-07BD-EEE2C6FAF6DD}"/>
              </a:ext>
            </a:extLst>
          </p:cNvPr>
          <p:cNvSpPr txBox="1"/>
          <p:nvPr/>
        </p:nvSpPr>
        <p:spPr>
          <a:xfrm>
            <a:off x="3252517" y="5197472"/>
            <a:ext cx="1027535" cy="3775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Global partner</a:t>
            </a:r>
            <a:endParaRPr lang="en-US" sz="900" dirty="0">
              <a:latin typeface="IBM Plex Sans Light"/>
              <a:cs typeface="IBM Plex Sans Light" panose="020B0604020202020204" pitchFamily="34" charset="0"/>
            </a:endParaRPr>
          </a:p>
        </p:txBody>
      </p:sp>
      <p:sp>
        <p:nvSpPr>
          <p:cNvPr id="175" name="Freeform 36">
            <a:extLst>
              <a:ext uri="{FF2B5EF4-FFF2-40B4-BE49-F238E27FC236}">
                <a16:creationId xmlns:a16="http://schemas.microsoft.com/office/drawing/2014/main" id="{DE2B72AD-4B19-0283-83F0-615EC7710381}"/>
              </a:ext>
            </a:extLst>
          </p:cNvPr>
          <p:cNvSpPr>
            <a:spLocks noChangeAspect="1"/>
          </p:cNvSpPr>
          <p:nvPr/>
        </p:nvSpPr>
        <p:spPr>
          <a:xfrm>
            <a:off x="1476505" y="5866582"/>
            <a:ext cx="429768" cy="429794"/>
          </a:xfrm>
          <a:custGeom>
            <a:avLst/>
            <a:gdLst>
              <a:gd name="connsiteX0" fmla="*/ 1295943 w 1630387"/>
              <a:gd name="connsiteY0" fmla="*/ 1630482 h 1630482"/>
              <a:gd name="connsiteX1" fmla="*/ 1058697 w 1630387"/>
              <a:gd name="connsiteY1" fmla="*/ 1532424 h 1630482"/>
              <a:gd name="connsiteX2" fmla="*/ 977491 w 1630387"/>
              <a:gd name="connsiteY2" fmla="*/ 1190485 h 1630482"/>
              <a:gd name="connsiteX3" fmla="*/ 439962 w 1630387"/>
              <a:gd name="connsiteY3" fmla="*/ 653062 h 1630482"/>
              <a:gd name="connsiteX4" fmla="*/ 98128 w 1630387"/>
              <a:gd name="connsiteY4" fmla="*/ 571803 h 1630482"/>
              <a:gd name="connsiteX5" fmla="*/ 32616 w 1630387"/>
              <a:gd name="connsiteY5" fmla="*/ 190525 h 1630482"/>
              <a:gd name="connsiteX6" fmla="*/ 46519 w 1630387"/>
              <a:gd name="connsiteY6" fmla="*/ 179992 h 1630482"/>
              <a:gd name="connsiteX7" fmla="*/ 63108 w 1630387"/>
              <a:gd name="connsiteY7" fmla="*/ 185311 h 1630482"/>
              <a:gd name="connsiteX8" fmla="*/ 273864 w 1630387"/>
              <a:gd name="connsiteY8" fmla="*/ 396067 h 1630482"/>
              <a:gd name="connsiteX9" fmla="*/ 396042 w 1630387"/>
              <a:gd name="connsiteY9" fmla="*/ 396067 h 1630482"/>
              <a:gd name="connsiteX10" fmla="*/ 396042 w 1630387"/>
              <a:gd name="connsiteY10" fmla="*/ 273890 h 1630482"/>
              <a:gd name="connsiteX11" fmla="*/ 185285 w 1630387"/>
              <a:gd name="connsiteY11" fmla="*/ 63134 h 1630482"/>
              <a:gd name="connsiteX12" fmla="*/ 179966 w 1630387"/>
              <a:gd name="connsiteY12" fmla="*/ 46545 h 1630482"/>
              <a:gd name="connsiteX13" fmla="*/ 190499 w 1630387"/>
              <a:gd name="connsiteY13" fmla="*/ 32642 h 1630482"/>
              <a:gd name="connsiteX14" fmla="*/ 571725 w 1630387"/>
              <a:gd name="connsiteY14" fmla="*/ 98102 h 1630482"/>
              <a:gd name="connsiteX15" fmla="*/ 652931 w 1630387"/>
              <a:gd name="connsiteY15" fmla="*/ 440094 h 1630482"/>
              <a:gd name="connsiteX16" fmla="*/ 1190407 w 1630387"/>
              <a:gd name="connsiteY16" fmla="*/ 977517 h 1630482"/>
              <a:gd name="connsiteX17" fmla="*/ 1532346 w 1630387"/>
              <a:gd name="connsiteY17" fmla="*/ 1058723 h 1630482"/>
              <a:gd name="connsiteX18" fmla="*/ 1597806 w 1630387"/>
              <a:gd name="connsiteY18" fmla="*/ 1440001 h 1630482"/>
              <a:gd name="connsiteX19" fmla="*/ 1583850 w 1630387"/>
              <a:gd name="connsiteY19" fmla="*/ 1450481 h 1630482"/>
              <a:gd name="connsiteX20" fmla="*/ 1567261 w 1630387"/>
              <a:gd name="connsiteY20" fmla="*/ 1445215 h 1630482"/>
              <a:gd name="connsiteX21" fmla="*/ 1356505 w 1630387"/>
              <a:gd name="connsiteY21" fmla="*/ 1234458 h 1630482"/>
              <a:gd name="connsiteX22" fmla="*/ 1234433 w 1630387"/>
              <a:gd name="connsiteY22" fmla="*/ 1234458 h 1630482"/>
              <a:gd name="connsiteX23" fmla="*/ 1234433 w 1630387"/>
              <a:gd name="connsiteY23" fmla="*/ 1356531 h 1630482"/>
              <a:gd name="connsiteX24" fmla="*/ 1445189 w 1630387"/>
              <a:gd name="connsiteY24" fmla="*/ 1567287 h 1630482"/>
              <a:gd name="connsiteX25" fmla="*/ 1450455 w 1630387"/>
              <a:gd name="connsiteY25" fmla="*/ 1583876 h 1630482"/>
              <a:gd name="connsiteX26" fmla="*/ 1439975 w 1630387"/>
              <a:gd name="connsiteY26" fmla="*/ 1597831 h 1630482"/>
              <a:gd name="connsiteX27" fmla="*/ 1295943 w 1630387"/>
              <a:gd name="connsiteY27" fmla="*/ 1630482 h 1630482"/>
              <a:gd name="connsiteX28" fmla="*/ 444913 w 1630387"/>
              <a:gd name="connsiteY28" fmla="*/ 612301 h 1630482"/>
              <a:gd name="connsiteX29" fmla="*/ 458289 w 1630387"/>
              <a:gd name="connsiteY29" fmla="*/ 617830 h 1630482"/>
              <a:gd name="connsiteX30" fmla="*/ 1012723 w 1630387"/>
              <a:gd name="connsiteY30" fmla="*/ 1172053 h 1630482"/>
              <a:gd name="connsiteX31" fmla="*/ 1017094 w 1630387"/>
              <a:gd name="connsiteY31" fmla="*/ 1192065 h 1630482"/>
              <a:gd name="connsiteX32" fmla="*/ 1085555 w 1630387"/>
              <a:gd name="connsiteY32" fmla="*/ 1505566 h 1630482"/>
              <a:gd name="connsiteX33" fmla="*/ 1398477 w 1630387"/>
              <a:gd name="connsiteY33" fmla="*/ 1574291 h 1630482"/>
              <a:gd name="connsiteX34" fmla="*/ 1207627 w 1630387"/>
              <a:gd name="connsiteY34" fmla="*/ 1383441 h 1630482"/>
              <a:gd name="connsiteX35" fmla="*/ 1207627 w 1630387"/>
              <a:gd name="connsiteY35" fmla="*/ 1207653 h 1630482"/>
              <a:gd name="connsiteX36" fmla="*/ 1383416 w 1630387"/>
              <a:gd name="connsiteY36" fmla="*/ 1207653 h 1630482"/>
              <a:gd name="connsiteX37" fmla="*/ 1574265 w 1630387"/>
              <a:gd name="connsiteY37" fmla="*/ 1398503 h 1630482"/>
              <a:gd name="connsiteX38" fmla="*/ 1505541 w 1630387"/>
              <a:gd name="connsiteY38" fmla="*/ 1085581 h 1630482"/>
              <a:gd name="connsiteX39" fmla="*/ 1192039 w 1630387"/>
              <a:gd name="connsiteY39" fmla="*/ 1017119 h 1630482"/>
              <a:gd name="connsiteX40" fmla="*/ 1172027 w 1630387"/>
              <a:gd name="connsiteY40" fmla="*/ 1012748 h 1630482"/>
              <a:gd name="connsiteX41" fmla="*/ 617752 w 1630387"/>
              <a:gd name="connsiteY41" fmla="*/ 458473 h 1630482"/>
              <a:gd name="connsiteX42" fmla="*/ 613381 w 1630387"/>
              <a:gd name="connsiteY42" fmla="*/ 438461 h 1630482"/>
              <a:gd name="connsiteX43" fmla="*/ 544972 w 1630387"/>
              <a:gd name="connsiteY43" fmla="*/ 124907 h 1630482"/>
              <a:gd name="connsiteX44" fmla="*/ 231997 w 1630387"/>
              <a:gd name="connsiteY44" fmla="*/ 56235 h 1630482"/>
              <a:gd name="connsiteX45" fmla="*/ 422847 w 1630387"/>
              <a:gd name="connsiteY45" fmla="*/ 247085 h 1630482"/>
              <a:gd name="connsiteX46" fmla="*/ 459079 w 1630387"/>
              <a:gd name="connsiteY46" fmla="*/ 334979 h 1630482"/>
              <a:gd name="connsiteX47" fmla="*/ 422794 w 1630387"/>
              <a:gd name="connsiteY47" fmla="*/ 422820 h 1630482"/>
              <a:gd name="connsiteX48" fmla="*/ 247059 w 1630387"/>
              <a:gd name="connsiteY48" fmla="*/ 422820 h 1630482"/>
              <a:gd name="connsiteX49" fmla="*/ 56209 w 1630387"/>
              <a:gd name="connsiteY49" fmla="*/ 232023 h 1630482"/>
              <a:gd name="connsiteX50" fmla="*/ 124881 w 1630387"/>
              <a:gd name="connsiteY50" fmla="*/ 544998 h 1630482"/>
              <a:gd name="connsiteX51" fmla="*/ 438330 w 1630387"/>
              <a:gd name="connsiteY51" fmla="*/ 613459 h 1630482"/>
              <a:gd name="connsiteX52" fmla="*/ 444913 w 1630387"/>
              <a:gd name="connsiteY52" fmla="*/ 612301 h 1630482"/>
              <a:gd name="connsiteX53" fmla="*/ 123143 w 1630387"/>
              <a:gd name="connsiteY53" fmla="*/ 1617843 h 1630482"/>
              <a:gd name="connsiteX54" fmla="*/ 109767 w 1630387"/>
              <a:gd name="connsiteY54" fmla="*/ 1612314 h 1630482"/>
              <a:gd name="connsiteX55" fmla="*/ 17976 w 1630387"/>
              <a:gd name="connsiteY55" fmla="*/ 1520523 h 1630482"/>
              <a:gd name="connsiteX56" fmla="*/ 17344 w 1630387"/>
              <a:gd name="connsiteY56" fmla="*/ 1494349 h 1630482"/>
              <a:gd name="connsiteX57" fmla="*/ 171962 w 1630387"/>
              <a:gd name="connsiteY57" fmla="*/ 1324301 h 1630482"/>
              <a:gd name="connsiteX58" fmla="*/ 185549 w 1630387"/>
              <a:gd name="connsiteY58" fmla="*/ 1318087 h 1630482"/>
              <a:gd name="connsiteX59" fmla="*/ 199399 w 1630387"/>
              <a:gd name="connsiteY59" fmla="*/ 1323616 h 1630482"/>
              <a:gd name="connsiteX60" fmla="*/ 239633 w 1630387"/>
              <a:gd name="connsiteY60" fmla="*/ 1363851 h 1630482"/>
              <a:gd name="connsiteX61" fmla="*/ 633340 w 1630387"/>
              <a:gd name="connsiteY61" fmla="*/ 970091 h 1630482"/>
              <a:gd name="connsiteX62" fmla="*/ 660145 w 1630387"/>
              <a:gd name="connsiteY62" fmla="*/ 996949 h 1630482"/>
              <a:gd name="connsiteX63" fmla="*/ 266439 w 1630387"/>
              <a:gd name="connsiteY63" fmla="*/ 1390709 h 1630482"/>
              <a:gd name="connsiteX64" fmla="*/ 306620 w 1630387"/>
              <a:gd name="connsiteY64" fmla="*/ 1430891 h 1630482"/>
              <a:gd name="connsiteX65" fmla="*/ 312150 w 1630387"/>
              <a:gd name="connsiteY65" fmla="*/ 1444794 h 1630482"/>
              <a:gd name="connsiteX66" fmla="*/ 305936 w 1630387"/>
              <a:gd name="connsiteY66" fmla="*/ 1458380 h 1630482"/>
              <a:gd name="connsiteX67" fmla="*/ 135888 w 1630387"/>
              <a:gd name="connsiteY67" fmla="*/ 1612998 h 1630482"/>
              <a:gd name="connsiteX68" fmla="*/ 123143 w 1630387"/>
              <a:gd name="connsiteY68" fmla="*/ 1617843 h 1630482"/>
              <a:gd name="connsiteX69" fmla="*/ 57578 w 1630387"/>
              <a:gd name="connsiteY69" fmla="*/ 1506462 h 1630482"/>
              <a:gd name="connsiteX70" fmla="*/ 123775 w 1630387"/>
              <a:gd name="connsiteY70" fmla="*/ 1572711 h 1630482"/>
              <a:gd name="connsiteX71" fmla="*/ 265701 w 1630387"/>
              <a:gd name="connsiteY71" fmla="*/ 1443635 h 1630482"/>
              <a:gd name="connsiteX72" fmla="*/ 186602 w 1630387"/>
              <a:gd name="connsiteY72" fmla="*/ 1364535 h 1630482"/>
              <a:gd name="connsiteX73" fmla="*/ 57578 w 1630387"/>
              <a:gd name="connsiteY73" fmla="*/ 1506462 h 1630482"/>
              <a:gd name="connsiteX74" fmla="*/ 1097562 w 1630387"/>
              <a:gd name="connsiteY74" fmla="*/ 737217 h 1630482"/>
              <a:gd name="connsiteX75" fmla="*/ 1070704 w 1630387"/>
              <a:gd name="connsiteY75" fmla="*/ 710411 h 1630482"/>
              <a:gd name="connsiteX76" fmla="*/ 1561047 w 1630387"/>
              <a:gd name="connsiteY76" fmla="*/ 220069 h 1630482"/>
              <a:gd name="connsiteX77" fmla="*/ 1592381 w 1630387"/>
              <a:gd name="connsiteY77" fmla="*/ 144603 h 1630482"/>
              <a:gd name="connsiteX78" fmla="*/ 1561047 w 1630387"/>
              <a:gd name="connsiteY78" fmla="*/ 69137 h 1630482"/>
              <a:gd name="connsiteX79" fmla="*/ 1410221 w 1630387"/>
              <a:gd name="connsiteY79" fmla="*/ 69137 h 1630482"/>
              <a:gd name="connsiteX80" fmla="*/ 919878 w 1630387"/>
              <a:gd name="connsiteY80" fmla="*/ 559480 h 1630482"/>
              <a:gd name="connsiteX81" fmla="*/ 893020 w 1630387"/>
              <a:gd name="connsiteY81" fmla="*/ 532675 h 1630482"/>
              <a:gd name="connsiteX82" fmla="*/ 1383363 w 1630387"/>
              <a:gd name="connsiteY82" fmla="*/ 42332 h 1630482"/>
              <a:gd name="connsiteX83" fmla="*/ 1587905 w 1630387"/>
              <a:gd name="connsiteY83" fmla="*/ 42332 h 1630482"/>
              <a:gd name="connsiteX84" fmla="*/ 1630299 w 1630387"/>
              <a:gd name="connsiteY84" fmla="*/ 144603 h 1630482"/>
              <a:gd name="connsiteX85" fmla="*/ 1587905 w 1630387"/>
              <a:gd name="connsiteY85" fmla="*/ 246874 h 1630482"/>
              <a:gd name="connsiteX86" fmla="*/ 1097562 w 1630387"/>
              <a:gd name="connsiteY86" fmla="*/ 737217 h 1630482"/>
              <a:gd name="connsiteX87" fmla="*/ 1008720 w 1630387"/>
              <a:gd name="connsiteY87" fmla="*/ 648375 h 1630482"/>
              <a:gd name="connsiteX88" fmla="*/ 981862 w 1630387"/>
              <a:gd name="connsiteY88" fmla="*/ 621569 h 1630482"/>
              <a:gd name="connsiteX89" fmla="*/ 1470678 w 1630387"/>
              <a:gd name="connsiteY89" fmla="*/ 132754 h 1630482"/>
              <a:gd name="connsiteX90" fmla="*/ 1497536 w 1630387"/>
              <a:gd name="connsiteY90" fmla="*/ 159559 h 1630482"/>
              <a:gd name="connsiteX91" fmla="*/ 1008720 w 1630387"/>
              <a:gd name="connsiteY91" fmla="*/ 648375 h 163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30387" h="1630482">
                <a:moveTo>
                  <a:pt x="1295943" y="1630482"/>
                </a:moveTo>
                <a:cubicBezTo>
                  <a:pt x="1208891" y="1630482"/>
                  <a:pt x="1122946" y="1596568"/>
                  <a:pt x="1058697" y="1532424"/>
                </a:cubicBezTo>
                <a:cubicBezTo>
                  <a:pt x="969328" y="1443003"/>
                  <a:pt x="938099" y="1309977"/>
                  <a:pt x="977491" y="1190485"/>
                </a:cubicBezTo>
                <a:lnTo>
                  <a:pt x="439962" y="653062"/>
                </a:lnTo>
                <a:cubicBezTo>
                  <a:pt x="320365" y="692401"/>
                  <a:pt x="187497" y="661119"/>
                  <a:pt x="98128" y="571803"/>
                </a:cubicBezTo>
                <a:cubicBezTo>
                  <a:pt x="-2141" y="471586"/>
                  <a:pt x="-28473" y="318337"/>
                  <a:pt x="32616" y="190525"/>
                </a:cubicBezTo>
                <a:cubicBezTo>
                  <a:pt x="35249" y="184995"/>
                  <a:pt x="40410" y="181045"/>
                  <a:pt x="46519" y="179992"/>
                </a:cubicBezTo>
                <a:cubicBezTo>
                  <a:pt x="52733" y="179044"/>
                  <a:pt x="58789" y="180940"/>
                  <a:pt x="63108" y="185311"/>
                </a:cubicBezTo>
                <a:lnTo>
                  <a:pt x="273864" y="396067"/>
                </a:lnTo>
                <a:cubicBezTo>
                  <a:pt x="307568" y="429666"/>
                  <a:pt x="362338" y="429719"/>
                  <a:pt x="396042" y="396067"/>
                </a:cubicBezTo>
                <a:cubicBezTo>
                  <a:pt x="429693" y="362363"/>
                  <a:pt x="429693" y="307594"/>
                  <a:pt x="396042" y="273890"/>
                </a:cubicBezTo>
                <a:lnTo>
                  <a:pt x="185285" y="63134"/>
                </a:lnTo>
                <a:cubicBezTo>
                  <a:pt x="180914" y="58763"/>
                  <a:pt x="178966" y="52601"/>
                  <a:pt x="179966" y="46545"/>
                </a:cubicBezTo>
                <a:cubicBezTo>
                  <a:pt x="181020" y="40489"/>
                  <a:pt x="184917" y="35328"/>
                  <a:pt x="190499" y="32642"/>
                </a:cubicBezTo>
                <a:cubicBezTo>
                  <a:pt x="318311" y="-28500"/>
                  <a:pt x="471507" y="-2116"/>
                  <a:pt x="571725" y="98102"/>
                </a:cubicBezTo>
                <a:cubicBezTo>
                  <a:pt x="661146" y="187523"/>
                  <a:pt x="692428" y="320549"/>
                  <a:pt x="652931" y="440094"/>
                </a:cubicBezTo>
                <a:lnTo>
                  <a:pt x="1190407" y="977517"/>
                </a:lnTo>
                <a:cubicBezTo>
                  <a:pt x="1310004" y="937915"/>
                  <a:pt x="1442977" y="969301"/>
                  <a:pt x="1532346" y="1058723"/>
                </a:cubicBezTo>
                <a:cubicBezTo>
                  <a:pt x="1632510" y="1158940"/>
                  <a:pt x="1658842" y="1312136"/>
                  <a:pt x="1597806" y="1440001"/>
                </a:cubicBezTo>
                <a:cubicBezTo>
                  <a:pt x="1595120" y="1445531"/>
                  <a:pt x="1589959" y="1449480"/>
                  <a:pt x="1583850" y="1450481"/>
                </a:cubicBezTo>
                <a:cubicBezTo>
                  <a:pt x="1578162" y="1451640"/>
                  <a:pt x="1571685" y="1449533"/>
                  <a:pt x="1567261" y="1445215"/>
                </a:cubicBezTo>
                <a:lnTo>
                  <a:pt x="1356505" y="1234458"/>
                </a:lnTo>
                <a:cubicBezTo>
                  <a:pt x="1322853" y="1200807"/>
                  <a:pt x="1268032" y="1200807"/>
                  <a:pt x="1234433" y="1234458"/>
                </a:cubicBezTo>
                <a:cubicBezTo>
                  <a:pt x="1200729" y="1268163"/>
                  <a:pt x="1200729" y="1322932"/>
                  <a:pt x="1234433" y="1356531"/>
                </a:cubicBezTo>
                <a:lnTo>
                  <a:pt x="1445189" y="1567287"/>
                </a:lnTo>
                <a:cubicBezTo>
                  <a:pt x="1449507" y="1571658"/>
                  <a:pt x="1451509" y="1577820"/>
                  <a:pt x="1450455" y="1583876"/>
                </a:cubicBezTo>
                <a:cubicBezTo>
                  <a:pt x="1449402" y="1589932"/>
                  <a:pt x="1445505" y="1595146"/>
                  <a:pt x="1439975" y="1597831"/>
                </a:cubicBezTo>
                <a:cubicBezTo>
                  <a:pt x="1394053" y="1619792"/>
                  <a:pt x="1344866" y="1630482"/>
                  <a:pt x="1295943" y="1630482"/>
                </a:cubicBezTo>
                <a:close/>
                <a:moveTo>
                  <a:pt x="444913" y="612301"/>
                </a:moveTo>
                <a:cubicBezTo>
                  <a:pt x="449863" y="612301"/>
                  <a:pt x="454708" y="614249"/>
                  <a:pt x="458289" y="617830"/>
                </a:cubicBezTo>
                <a:lnTo>
                  <a:pt x="1012723" y="1172053"/>
                </a:lnTo>
                <a:cubicBezTo>
                  <a:pt x="1017989" y="1177319"/>
                  <a:pt x="1019674" y="1185114"/>
                  <a:pt x="1017094" y="1192065"/>
                </a:cubicBezTo>
                <a:cubicBezTo>
                  <a:pt x="976807" y="1300655"/>
                  <a:pt x="1003664" y="1423728"/>
                  <a:pt x="1085555" y="1505566"/>
                </a:cubicBezTo>
                <a:cubicBezTo>
                  <a:pt x="1167920" y="1587931"/>
                  <a:pt x="1290729" y="1614052"/>
                  <a:pt x="1398477" y="1574291"/>
                </a:cubicBezTo>
                <a:lnTo>
                  <a:pt x="1207627" y="1383441"/>
                </a:lnTo>
                <a:cubicBezTo>
                  <a:pt x="1159230" y="1334992"/>
                  <a:pt x="1159230" y="1256156"/>
                  <a:pt x="1207627" y="1207653"/>
                </a:cubicBezTo>
                <a:cubicBezTo>
                  <a:pt x="1256288" y="1159309"/>
                  <a:pt x="1335071" y="1159361"/>
                  <a:pt x="1383416" y="1207653"/>
                </a:cubicBezTo>
                <a:lnTo>
                  <a:pt x="1574265" y="1398503"/>
                </a:lnTo>
                <a:cubicBezTo>
                  <a:pt x="1614026" y="1290702"/>
                  <a:pt x="1587958" y="1167945"/>
                  <a:pt x="1505541" y="1085581"/>
                </a:cubicBezTo>
                <a:cubicBezTo>
                  <a:pt x="1423703" y="1003690"/>
                  <a:pt x="1300735" y="976832"/>
                  <a:pt x="1192039" y="1017119"/>
                </a:cubicBezTo>
                <a:cubicBezTo>
                  <a:pt x="1185088" y="1019647"/>
                  <a:pt x="1177346" y="1018015"/>
                  <a:pt x="1172027" y="1012748"/>
                </a:cubicBezTo>
                <a:lnTo>
                  <a:pt x="617752" y="458473"/>
                </a:lnTo>
                <a:cubicBezTo>
                  <a:pt x="612486" y="453259"/>
                  <a:pt x="610800" y="445412"/>
                  <a:pt x="613381" y="438461"/>
                </a:cubicBezTo>
                <a:cubicBezTo>
                  <a:pt x="653721" y="329870"/>
                  <a:pt x="626810" y="206798"/>
                  <a:pt x="544972" y="124907"/>
                </a:cubicBezTo>
                <a:cubicBezTo>
                  <a:pt x="462607" y="42542"/>
                  <a:pt x="339798" y="16422"/>
                  <a:pt x="231997" y="56235"/>
                </a:cubicBezTo>
                <a:lnTo>
                  <a:pt x="422847" y="247085"/>
                </a:lnTo>
                <a:cubicBezTo>
                  <a:pt x="446229" y="270467"/>
                  <a:pt x="459079" y="301696"/>
                  <a:pt x="459079" y="334979"/>
                </a:cubicBezTo>
                <a:cubicBezTo>
                  <a:pt x="459079" y="368262"/>
                  <a:pt x="446177" y="399490"/>
                  <a:pt x="422794" y="422820"/>
                </a:cubicBezTo>
                <a:cubicBezTo>
                  <a:pt x="376030" y="469637"/>
                  <a:pt x="293771" y="469585"/>
                  <a:pt x="247059" y="422820"/>
                </a:cubicBezTo>
                <a:lnTo>
                  <a:pt x="56209" y="232023"/>
                </a:lnTo>
                <a:cubicBezTo>
                  <a:pt x="16449" y="339771"/>
                  <a:pt x="42517" y="462581"/>
                  <a:pt x="124881" y="544998"/>
                </a:cubicBezTo>
                <a:cubicBezTo>
                  <a:pt x="206719" y="626836"/>
                  <a:pt x="329845" y="653694"/>
                  <a:pt x="438330" y="613459"/>
                </a:cubicBezTo>
                <a:cubicBezTo>
                  <a:pt x="440489" y="612669"/>
                  <a:pt x="442701" y="612301"/>
                  <a:pt x="444913" y="612301"/>
                </a:cubicBezTo>
                <a:close/>
                <a:moveTo>
                  <a:pt x="123143" y="1617843"/>
                </a:moveTo>
                <a:cubicBezTo>
                  <a:pt x="118298" y="1617843"/>
                  <a:pt x="113401" y="1615947"/>
                  <a:pt x="109767" y="1612314"/>
                </a:cubicBezTo>
                <a:lnTo>
                  <a:pt x="17976" y="1520523"/>
                </a:lnTo>
                <a:cubicBezTo>
                  <a:pt x="10814" y="1513360"/>
                  <a:pt x="10550" y="1501880"/>
                  <a:pt x="17344" y="1494349"/>
                </a:cubicBezTo>
                <a:lnTo>
                  <a:pt x="171962" y="1324301"/>
                </a:lnTo>
                <a:cubicBezTo>
                  <a:pt x="175437" y="1320457"/>
                  <a:pt x="180335" y="1318245"/>
                  <a:pt x="185549" y="1318087"/>
                </a:cubicBezTo>
                <a:cubicBezTo>
                  <a:pt x="189604" y="1318087"/>
                  <a:pt x="195713" y="1319983"/>
                  <a:pt x="199399" y="1323616"/>
                </a:cubicBezTo>
                <a:lnTo>
                  <a:pt x="239633" y="1363851"/>
                </a:lnTo>
                <a:lnTo>
                  <a:pt x="633340" y="970091"/>
                </a:lnTo>
                <a:lnTo>
                  <a:pt x="660145" y="996949"/>
                </a:lnTo>
                <a:lnTo>
                  <a:pt x="266439" y="1390709"/>
                </a:lnTo>
                <a:lnTo>
                  <a:pt x="306620" y="1430891"/>
                </a:lnTo>
                <a:cubicBezTo>
                  <a:pt x="310307" y="1434577"/>
                  <a:pt x="312308" y="1439580"/>
                  <a:pt x="312150" y="1444794"/>
                </a:cubicBezTo>
                <a:cubicBezTo>
                  <a:pt x="311992" y="1450007"/>
                  <a:pt x="309780" y="1454852"/>
                  <a:pt x="305936" y="1458380"/>
                </a:cubicBezTo>
                <a:lnTo>
                  <a:pt x="135888" y="1612998"/>
                </a:lnTo>
                <a:cubicBezTo>
                  <a:pt x="132307" y="1616211"/>
                  <a:pt x="127725" y="1617843"/>
                  <a:pt x="123143" y="1617843"/>
                </a:cubicBezTo>
                <a:close/>
                <a:moveTo>
                  <a:pt x="57578" y="1506462"/>
                </a:moveTo>
                <a:lnTo>
                  <a:pt x="123775" y="1572711"/>
                </a:lnTo>
                <a:lnTo>
                  <a:pt x="265701" y="1443635"/>
                </a:lnTo>
                <a:lnTo>
                  <a:pt x="186602" y="1364535"/>
                </a:lnTo>
                <a:lnTo>
                  <a:pt x="57578" y="1506462"/>
                </a:lnTo>
                <a:close/>
                <a:moveTo>
                  <a:pt x="1097562" y="737217"/>
                </a:moveTo>
                <a:lnTo>
                  <a:pt x="1070704" y="710411"/>
                </a:lnTo>
                <a:lnTo>
                  <a:pt x="1561047" y="220069"/>
                </a:lnTo>
                <a:cubicBezTo>
                  <a:pt x="1581270" y="199899"/>
                  <a:pt x="1592381" y="173093"/>
                  <a:pt x="1592381" y="144603"/>
                </a:cubicBezTo>
                <a:cubicBezTo>
                  <a:pt x="1592381" y="116112"/>
                  <a:pt x="1581270" y="89307"/>
                  <a:pt x="1561047" y="69137"/>
                </a:cubicBezTo>
                <a:cubicBezTo>
                  <a:pt x="1519549" y="27639"/>
                  <a:pt x="1451825" y="27533"/>
                  <a:pt x="1410221" y="69137"/>
                </a:cubicBezTo>
                <a:lnTo>
                  <a:pt x="919878" y="559480"/>
                </a:lnTo>
                <a:lnTo>
                  <a:pt x="893020" y="532675"/>
                </a:lnTo>
                <a:lnTo>
                  <a:pt x="1383363" y="42332"/>
                </a:lnTo>
                <a:cubicBezTo>
                  <a:pt x="1438027" y="-12332"/>
                  <a:pt x="1533346" y="-12227"/>
                  <a:pt x="1587905" y="42332"/>
                </a:cubicBezTo>
                <a:cubicBezTo>
                  <a:pt x="1615237" y="69664"/>
                  <a:pt x="1630299" y="105948"/>
                  <a:pt x="1630299" y="144603"/>
                </a:cubicBezTo>
                <a:cubicBezTo>
                  <a:pt x="1630299" y="183257"/>
                  <a:pt x="1615237" y="219542"/>
                  <a:pt x="1587905" y="246874"/>
                </a:cubicBezTo>
                <a:lnTo>
                  <a:pt x="1097562" y="737217"/>
                </a:lnTo>
                <a:close/>
                <a:moveTo>
                  <a:pt x="1008720" y="648375"/>
                </a:moveTo>
                <a:lnTo>
                  <a:pt x="981862" y="621569"/>
                </a:lnTo>
                <a:lnTo>
                  <a:pt x="1470678" y="132754"/>
                </a:lnTo>
                <a:lnTo>
                  <a:pt x="1497536" y="159559"/>
                </a:lnTo>
                <a:lnTo>
                  <a:pt x="1008720" y="648375"/>
                </a:lnTo>
                <a:close/>
              </a:path>
            </a:pathLst>
          </a:custGeom>
          <a:solidFill>
            <a:schemeClr val="tx1"/>
          </a:solidFill>
          <a:ln w="52388" cap="flat">
            <a:noFill/>
            <a:prstDash val="solid"/>
            <a:miter/>
          </a:ln>
        </p:spPr>
        <p:txBody>
          <a:bodyPr rtlCol="0" anchor="ctr"/>
          <a:lstStyle/>
          <a:p>
            <a:endParaRPr lang="en-US" sz="1200" dirty="0">
              <a:latin typeface="IBM Plex Sans Light"/>
            </a:endParaRPr>
          </a:p>
        </p:txBody>
      </p:sp>
      <p:sp>
        <p:nvSpPr>
          <p:cNvPr id="177" name="TextBox 176">
            <a:extLst>
              <a:ext uri="{FF2B5EF4-FFF2-40B4-BE49-F238E27FC236}">
                <a16:creationId xmlns:a16="http://schemas.microsoft.com/office/drawing/2014/main" id="{4EF00D0A-31CA-B8A7-A7B1-FBCB8D0C681E}"/>
              </a:ext>
            </a:extLst>
          </p:cNvPr>
          <p:cNvSpPr txBox="1"/>
          <p:nvPr/>
        </p:nvSpPr>
        <p:spPr>
          <a:xfrm>
            <a:off x="1314797" y="6461813"/>
            <a:ext cx="766793"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Tools</a:t>
            </a:r>
            <a:endParaRPr lang="en-US" sz="900" dirty="0">
              <a:latin typeface="IBM Plex Sans Light"/>
              <a:cs typeface="IBM Plex Sans Light" panose="020B0604020202020204" pitchFamily="34" charset="0"/>
            </a:endParaRPr>
          </a:p>
        </p:txBody>
      </p:sp>
      <p:sp>
        <p:nvSpPr>
          <p:cNvPr id="187" name="Freeform 219">
            <a:extLst>
              <a:ext uri="{FF2B5EF4-FFF2-40B4-BE49-F238E27FC236}">
                <a16:creationId xmlns:a16="http://schemas.microsoft.com/office/drawing/2014/main" id="{7C174CF8-A260-5F9C-B6D9-3ACCFBA3BE00}"/>
              </a:ext>
            </a:extLst>
          </p:cNvPr>
          <p:cNvSpPr>
            <a:spLocks noChangeAspect="1"/>
          </p:cNvSpPr>
          <p:nvPr/>
        </p:nvSpPr>
        <p:spPr>
          <a:xfrm>
            <a:off x="3568341" y="5866602"/>
            <a:ext cx="429768" cy="429754"/>
          </a:xfrm>
          <a:custGeom>
            <a:avLst/>
            <a:gdLst>
              <a:gd name="connsiteX0" fmla="*/ 1063332 w 1843489"/>
              <a:gd name="connsiteY0" fmla="*/ 621677 h 1843429"/>
              <a:gd name="connsiteX1" fmla="*/ 1041730 w 1843489"/>
              <a:gd name="connsiteY1" fmla="*/ 643280 h 1843429"/>
              <a:gd name="connsiteX2" fmla="*/ 1020127 w 1843489"/>
              <a:gd name="connsiteY2" fmla="*/ 621677 h 1843429"/>
              <a:gd name="connsiteX3" fmla="*/ 1041730 w 1843489"/>
              <a:gd name="connsiteY3" fmla="*/ 600075 h 1843429"/>
              <a:gd name="connsiteX4" fmla="*/ 1063332 w 1843489"/>
              <a:gd name="connsiteY4" fmla="*/ 621677 h 1843429"/>
              <a:gd name="connsiteX5" fmla="*/ 921715 w 1843489"/>
              <a:gd name="connsiteY5" fmla="*/ 600075 h 1843429"/>
              <a:gd name="connsiteX6" fmla="*/ 900112 w 1843489"/>
              <a:gd name="connsiteY6" fmla="*/ 621677 h 1843429"/>
              <a:gd name="connsiteX7" fmla="*/ 921715 w 1843489"/>
              <a:gd name="connsiteY7" fmla="*/ 643280 h 1843429"/>
              <a:gd name="connsiteX8" fmla="*/ 943317 w 1843489"/>
              <a:gd name="connsiteY8" fmla="*/ 621677 h 1843429"/>
              <a:gd name="connsiteX9" fmla="*/ 921715 w 1843489"/>
              <a:gd name="connsiteY9" fmla="*/ 600075 h 1843429"/>
              <a:gd name="connsiteX10" fmla="*/ 801700 w 1843489"/>
              <a:gd name="connsiteY10" fmla="*/ 600075 h 1843429"/>
              <a:gd name="connsiteX11" fmla="*/ 780097 w 1843489"/>
              <a:gd name="connsiteY11" fmla="*/ 621677 h 1843429"/>
              <a:gd name="connsiteX12" fmla="*/ 801700 w 1843489"/>
              <a:gd name="connsiteY12" fmla="*/ 643280 h 1843429"/>
              <a:gd name="connsiteX13" fmla="*/ 823302 w 1843489"/>
              <a:gd name="connsiteY13" fmla="*/ 621677 h 1843429"/>
              <a:gd name="connsiteX14" fmla="*/ 801700 w 1843489"/>
              <a:gd name="connsiteY14" fmla="*/ 600075 h 1843429"/>
              <a:gd name="connsiteX15" fmla="*/ 681685 w 1843489"/>
              <a:gd name="connsiteY15" fmla="*/ 600075 h 1843429"/>
              <a:gd name="connsiteX16" fmla="*/ 660082 w 1843489"/>
              <a:gd name="connsiteY16" fmla="*/ 621677 h 1843429"/>
              <a:gd name="connsiteX17" fmla="*/ 681685 w 1843489"/>
              <a:gd name="connsiteY17" fmla="*/ 643280 h 1843429"/>
              <a:gd name="connsiteX18" fmla="*/ 703288 w 1843489"/>
              <a:gd name="connsiteY18" fmla="*/ 621677 h 1843429"/>
              <a:gd name="connsiteX19" fmla="*/ 681685 w 1843489"/>
              <a:gd name="connsiteY19" fmla="*/ 600075 h 1843429"/>
              <a:gd name="connsiteX20" fmla="*/ 553629 w 1843489"/>
              <a:gd name="connsiteY20" fmla="*/ 610036 h 1843429"/>
              <a:gd name="connsiteX21" fmla="*/ 532026 w 1843489"/>
              <a:gd name="connsiteY21" fmla="*/ 631639 h 1843429"/>
              <a:gd name="connsiteX22" fmla="*/ 553629 w 1843489"/>
              <a:gd name="connsiteY22" fmla="*/ 653241 h 1843429"/>
              <a:gd name="connsiteX23" fmla="*/ 575232 w 1843489"/>
              <a:gd name="connsiteY23" fmla="*/ 631639 h 1843429"/>
              <a:gd name="connsiteX24" fmla="*/ 553629 w 1843489"/>
              <a:gd name="connsiteY24" fmla="*/ 610036 h 1843429"/>
              <a:gd name="connsiteX25" fmla="*/ 450656 w 1843489"/>
              <a:gd name="connsiteY25" fmla="*/ 670704 h 1843429"/>
              <a:gd name="connsiteX26" fmla="*/ 429053 w 1843489"/>
              <a:gd name="connsiteY26" fmla="*/ 692306 h 1843429"/>
              <a:gd name="connsiteX27" fmla="*/ 450656 w 1843489"/>
              <a:gd name="connsiteY27" fmla="*/ 713909 h 1843429"/>
              <a:gd name="connsiteX28" fmla="*/ 472259 w 1843489"/>
              <a:gd name="connsiteY28" fmla="*/ 692306 h 1843429"/>
              <a:gd name="connsiteX29" fmla="*/ 450656 w 1843489"/>
              <a:gd name="connsiteY29" fmla="*/ 670704 h 1843429"/>
              <a:gd name="connsiteX30" fmla="*/ 390169 w 1843489"/>
              <a:gd name="connsiteY30" fmla="*/ 774997 h 1843429"/>
              <a:gd name="connsiteX31" fmla="*/ 368566 w 1843489"/>
              <a:gd name="connsiteY31" fmla="*/ 796599 h 1843429"/>
              <a:gd name="connsiteX32" fmla="*/ 390169 w 1843489"/>
              <a:gd name="connsiteY32" fmla="*/ 818202 h 1843429"/>
              <a:gd name="connsiteX33" fmla="*/ 411771 w 1843489"/>
              <a:gd name="connsiteY33" fmla="*/ 796599 h 1843429"/>
              <a:gd name="connsiteX34" fmla="*/ 390169 w 1843489"/>
              <a:gd name="connsiteY34" fmla="*/ 774997 h 1843429"/>
              <a:gd name="connsiteX35" fmla="*/ 381648 w 1843489"/>
              <a:gd name="connsiteY35" fmla="*/ 900112 h 1843429"/>
              <a:gd name="connsiteX36" fmla="*/ 360045 w 1843489"/>
              <a:gd name="connsiteY36" fmla="*/ 921715 h 1843429"/>
              <a:gd name="connsiteX37" fmla="*/ 381648 w 1843489"/>
              <a:gd name="connsiteY37" fmla="*/ 943317 h 1843429"/>
              <a:gd name="connsiteX38" fmla="*/ 403250 w 1843489"/>
              <a:gd name="connsiteY38" fmla="*/ 921715 h 1843429"/>
              <a:gd name="connsiteX39" fmla="*/ 381648 w 1843489"/>
              <a:gd name="connsiteY39" fmla="*/ 900112 h 1843429"/>
              <a:gd name="connsiteX40" fmla="*/ 381648 w 1843489"/>
              <a:gd name="connsiteY40" fmla="*/ 1020127 h 1843429"/>
              <a:gd name="connsiteX41" fmla="*/ 360045 w 1843489"/>
              <a:gd name="connsiteY41" fmla="*/ 1041730 h 1843429"/>
              <a:gd name="connsiteX42" fmla="*/ 381648 w 1843489"/>
              <a:gd name="connsiteY42" fmla="*/ 1063332 h 1843429"/>
              <a:gd name="connsiteX43" fmla="*/ 403250 w 1843489"/>
              <a:gd name="connsiteY43" fmla="*/ 1041730 h 1843429"/>
              <a:gd name="connsiteX44" fmla="*/ 381648 w 1843489"/>
              <a:gd name="connsiteY44" fmla="*/ 1020127 h 1843429"/>
              <a:gd name="connsiteX45" fmla="*/ 1221752 w 1843489"/>
              <a:gd name="connsiteY45" fmla="*/ 780097 h 1843429"/>
              <a:gd name="connsiteX46" fmla="*/ 1200149 w 1843489"/>
              <a:gd name="connsiteY46" fmla="*/ 801700 h 1843429"/>
              <a:gd name="connsiteX47" fmla="*/ 1221752 w 1843489"/>
              <a:gd name="connsiteY47" fmla="*/ 823302 h 1843429"/>
              <a:gd name="connsiteX48" fmla="*/ 1243355 w 1843489"/>
              <a:gd name="connsiteY48" fmla="*/ 801700 h 1843429"/>
              <a:gd name="connsiteX49" fmla="*/ 1221752 w 1843489"/>
              <a:gd name="connsiteY49" fmla="*/ 780097 h 1843429"/>
              <a:gd name="connsiteX50" fmla="*/ 1221752 w 1843489"/>
              <a:gd name="connsiteY50" fmla="*/ 900112 h 1843429"/>
              <a:gd name="connsiteX51" fmla="*/ 1200149 w 1843489"/>
              <a:gd name="connsiteY51" fmla="*/ 921715 h 1843429"/>
              <a:gd name="connsiteX52" fmla="*/ 1221752 w 1843489"/>
              <a:gd name="connsiteY52" fmla="*/ 943317 h 1843429"/>
              <a:gd name="connsiteX53" fmla="*/ 1243355 w 1843489"/>
              <a:gd name="connsiteY53" fmla="*/ 921715 h 1843429"/>
              <a:gd name="connsiteX54" fmla="*/ 1221752 w 1843489"/>
              <a:gd name="connsiteY54" fmla="*/ 900112 h 1843429"/>
              <a:gd name="connsiteX55" fmla="*/ 1221752 w 1843489"/>
              <a:gd name="connsiteY55" fmla="*/ 1020127 h 1843429"/>
              <a:gd name="connsiteX56" fmla="*/ 1200149 w 1843489"/>
              <a:gd name="connsiteY56" fmla="*/ 1041730 h 1843429"/>
              <a:gd name="connsiteX57" fmla="*/ 1221752 w 1843489"/>
              <a:gd name="connsiteY57" fmla="*/ 1063332 h 1843429"/>
              <a:gd name="connsiteX58" fmla="*/ 1243355 w 1843489"/>
              <a:gd name="connsiteY58" fmla="*/ 1041730 h 1843429"/>
              <a:gd name="connsiteX59" fmla="*/ 1221752 w 1843489"/>
              <a:gd name="connsiteY59" fmla="*/ 1020127 h 1843429"/>
              <a:gd name="connsiteX60" fmla="*/ 1221752 w 1843489"/>
              <a:gd name="connsiteY60" fmla="*/ 1140142 h 1843429"/>
              <a:gd name="connsiteX61" fmla="*/ 1200149 w 1843489"/>
              <a:gd name="connsiteY61" fmla="*/ 1161745 h 1843429"/>
              <a:gd name="connsiteX62" fmla="*/ 1221752 w 1843489"/>
              <a:gd name="connsiteY62" fmla="*/ 1183347 h 1843429"/>
              <a:gd name="connsiteX63" fmla="*/ 1243355 w 1843489"/>
              <a:gd name="connsiteY63" fmla="*/ 1161745 h 1843429"/>
              <a:gd name="connsiteX64" fmla="*/ 1221752 w 1843489"/>
              <a:gd name="connsiteY64" fmla="*/ 1140142 h 1843429"/>
              <a:gd name="connsiteX65" fmla="*/ 1212151 w 1843489"/>
              <a:gd name="connsiteY65" fmla="*/ 1264598 h 1843429"/>
              <a:gd name="connsiteX66" fmla="*/ 1190548 w 1843489"/>
              <a:gd name="connsiteY66" fmla="*/ 1286200 h 1843429"/>
              <a:gd name="connsiteX67" fmla="*/ 1212151 w 1843489"/>
              <a:gd name="connsiteY67" fmla="*/ 1307803 h 1843429"/>
              <a:gd name="connsiteX68" fmla="*/ 1233754 w 1843489"/>
              <a:gd name="connsiteY68" fmla="*/ 1286200 h 1843429"/>
              <a:gd name="connsiteX69" fmla="*/ 1212151 w 1843489"/>
              <a:gd name="connsiteY69" fmla="*/ 1264598 h 1843429"/>
              <a:gd name="connsiteX70" fmla="*/ 1150103 w 1843489"/>
              <a:gd name="connsiteY70" fmla="*/ 1371351 h 1843429"/>
              <a:gd name="connsiteX71" fmla="*/ 1128500 w 1843489"/>
              <a:gd name="connsiteY71" fmla="*/ 1392953 h 1843429"/>
              <a:gd name="connsiteX72" fmla="*/ 1150103 w 1843489"/>
              <a:gd name="connsiteY72" fmla="*/ 1414556 h 1843429"/>
              <a:gd name="connsiteX73" fmla="*/ 1171706 w 1843489"/>
              <a:gd name="connsiteY73" fmla="*/ 1392953 h 1843429"/>
              <a:gd name="connsiteX74" fmla="*/ 1150103 w 1843489"/>
              <a:gd name="connsiteY74" fmla="*/ 1371351 h 1843429"/>
              <a:gd name="connsiteX75" fmla="*/ 1045270 w 1843489"/>
              <a:gd name="connsiteY75" fmla="*/ 1432258 h 1843429"/>
              <a:gd name="connsiteX76" fmla="*/ 1023667 w 1843489"/>
              <a:gd name="connsiteY76" fmla="*/ 1453861 h 1843429"/>
              <a:gd name="connsiteX77" fmla="*/ 1045270 w 1843489"/>
              <a:gd name="connsiteY77" fmla="*/ 1475464 h 1843429"/>
              <a:gd name="connsiteX78" fmla="*/ 1066873 w 1843489"/>
              <a:gd name="connsiteY78" fmla="*/ 1453861 h 1843429"/>
              <a:gd name="connsiteX79" fmla="*/ 1045270 w 1843489"/>
              <a:gd name="connsiteY79" fmla="*/ 1432258 h 1843429"/>
              <a:gd name="connsiteX80" fmla="*/ 921715 w 1843489"/>
              <a:gd name="connsiteY80" fmla="*/ 1440179 h 1843429"/>
              <a:gd name="connsiteX81" fmla="*/ 900112 w 1843489"/>
              <a:gd name="connsiteY81" fmla="*/ 1461782 h 1843429"/>
              <a:gd name="connsiteX82" fmla="*/ 921715 w 1843489"/>
              <a:gd name="connsiteY82" fmla="*/ 1483385 h 1843429"/>
              <a:gd name="connsiteX83" fmla="*/ 943317 w 1843489"/>
              <a:gd name="connsiteY83" fmla="*/ 1461782 h 1843429"/>
              <a:gd name="connsiteX84" fmla="*/ 921715 w 1843489"/>
              <a:gd name="connsiteY84" fmla="*/ 1440179 h 1843429"/>
              <a:gd name="connsiteX85" fmla="*/ 801700 w 1843489"/>
              <a:gd name="connsiteY85" fmla="*/ 1440179 h 1843429"/>
              <a:gd name="connsiteX86" fmla="*/ 780097 w 1843489"/>
              <a:gd name="connsiteY86" fmla="*/ 1461782 h 1843429"/>
              <a:gd name="connsiteX87" fmla="*/ 801700 w 1843489"/>
              <a:gd name="connsiteY87" fmla="*/ 1483385 h 1843429"/>
              <a:gd name="connsiteX88" fmla="*/ 823302 w 1843489"/>
              <a:gd name="connsiteY88" fmla="*/ 1461782 h 1843429"/>
              <a:gd name="connsiteX89" fmla="*/ 801700 w 1843489"/>
              <a:gd name="connsiteY89" fmla="*/ 1440179 h 1843429"/>
              <a:gd name="connsiteX90" fmla="*/ 1581797 w 1843489"/>
              <a:gd name="connsiteY90" fmla="*/ 0 h 1843429"/>
              <a:gd name="connsiteX91" fmla="*/ 1581797 w 1843489"/>
              <a:gd name="connsiteY91" fmla="*/ 43205 h 1843429"/>
              <a:gd name="connsiteX92" fmla="*/ 1769680 w 1843489"/>
              <a:gd name="connsiteY92" fmla="*/ 43205 h 1843429"/>
              <a:gd name="connsiteX93" fmla="*/ 43205 w 1843489"/>
              <a:gd name="connsiteY93" fmla="*/ 1769680 h 1843429"/>
              <a:gd name="connsiteX94" fmla="*/ 43205 w 1843489"/>
              <a:gd name="connsiteY94" fmla="*/ 1183347 h 1843429"/>
              <a:gd name="connsiteX95" fmla="*/ 501662 w 1843489"/>
              <a:gd name="connsiteY95" fmla="*/ 1183347 h 1843429"/>
              <a:gd name="connsiteX96" fmla="*/ 501662 w 1843489"/>
              <a:gd name="connsiteY96" fmla="*/ 1140142 h 1843429"/>
              <a:gd name="connsiteX97" fmla="*/ 21603 w 1843489"/>
              <a:gd name="connsiteY97" fmla="*/ 1140142 h 1843429"/>
              <a:gd name="connsiteX98" fmla="*/ 0 w 1843489"/>
              <a:gd name="connsiteY98" fmla="*/ 1161745 h 1843429"/>
              <a:gd name="connsiteX99" fmla="*/ 0 w 1843489"/>
              <a:gd name="connsiteY99" fmla="*/ 1821827 h 1843429"/>
              <a:gd name="connsiteX100" fmla="*/ 21603 w 1843489"/>
              <a:gd name="connsiteY100" fmla="*/ 1843430 h 1843429"/>
              <a:gd name="connsiteX101" fmla="*/ 681685 w 1843489"/>
              <a:gd name="connsiteY101" fmla="*/ 1843430 h 1843429"/>
              <a:gd name="connsiteX102" fmla="*/ 703288 w 1843489"/>
              <a:gd name="connsiteY102" fmla="*/ 1821827 h 1843429"/>
              <a:gd name="connsiteX103" fmla="*/ 703288 w 1843489"/>
              <a:gd name="connsiteY103" fmla="*/ 1341767 h 1843429"/>
              <a:gd name="connsiteX104" fmla="*/ 660082 w 1843489"/>
              <a:gd name="connsiteY104" fmla="*/ 1341767 h 1843429"/>
              <a:gd name="connsiteX105" fmla="*/ 660082 w 1843489"/>
              <a:gd name="connsiteY105" fmla="*/ 1800224 h 1843429"/>
              <a:gd name="connsiteX106" fmla="*/ 73749 w 1843489"/>
              <a:gd name="connsiteY106" fmla="*/ 1800224 h 1843429"/>
              <a:gd name="connsiteX107" fmla="*/ 1800224 w 1843489"/>
              <a:gd name="connsiteY107" fmla="*/ 73809 h 1843429"/>
              <a:gd name="connsiteX108" fmla="*/ 1800224 w 1843489"/>
              <a:gd name="connsiteY108" fmla="*/ 261633 h 1843429"/>
              <a:gd name="connsiteX109" fmla="*/ 1843490 w 1843489"/>
              <a:gd name="connsiteY109" fmla="*/ 261633 h 1843429"/>
              <a:gd name="connsiteX110" fmla="*/ 1843490 w 1843489"/>
              <a:gd name="connsiteY110" fmla="*/ 0 h 1843429"/>
              <a:gd name="connsiteX111" fmla="*/ 1581797 w 1843489"/>
              <a:gd name="connsiteY111" fmla="*/ 0 h 1843429"/>
              <a:gd name="connsiteX112" fmla="*/ 1161745 w 1843489"/>
              <a:gd name="connsiteY112" fmla="*/ 163220 h 1843429"/>
              <a:gd name="connsiteX113" fmla="*/ 1441800 w 1843489"/>
              <a:gd name="connsiteY113" fmla="*/ 245311 h 1843429"/>
              <a:gd name="connsiteX114" fmla="*/ 1465142 w 1843489"/>
              <a:gd name="connsiteY114" fmla="*/ 209006 h 1843429"/>
              <a:gd name="connsiteX115" fmla="*/ 1161745 w 1843489"/>
              <a:gd name="connsiteY115" fmla="*/ 120015 h 1843429"/>
              <a:gd name="connsiteX116" fmla="*/ 632059 w 1843489"/>
              <a:gd name="connsiteY116" fmla="*/ 494462 h 1843429"/>
              <a:gd name="connsiteX117" fmla="*/ 672804 w 1843489"/>
              <a:gd name="connsiteY117" fmla="*/ 508863 h 1843429"/>
              <a:gd name="connsiteX118" fmla="*/ 1161745 w 1843489"/>
              <a:gd name="connsiteY118" fmla="*/ 163220 h 1843429"/>
              <a:gd name="connsiteX119" fmla="*/ 1598359 w 1843489"/>
              <a:gd name="connsiteY119" fmla="*/ 401930 h 1843429"/>
              <a:gd name="connsiteX120" fmla="*/ 1680209 w 1843489"/>
              <a:gd name="connsiteY120" fmla="*/ 681685 h 1843429"/>
              <a:gd name="connsiteX121" fmla="*/ 1334566 w 1843489"/>
              <a:gd name="connsiteY121" fmla="*/ 1170566 h 1843429"/>
              <a:gd name="connsiteX122" fmla="*/ 1348968 w 1843489"/>
              <a:gd name="connsiteY122" fmla="*/ 1211371 h 1843429"/>
              <a:gd name="connsiteX123" fmla="*/ 1723415 w 1843489"/>
              <a:gd name="connsiteY123" fmla="*/ 681685 h 1843429"/>
              <a:gd name="connsiteX124" fmla="*/ 1634664 w 1843489"/>
              <a:gd name="connsiteY124" fmla="*/ 378587 h 1843429"/>
              <a:gd name="connsiteX125" fmla="*/ 1598359 w 1843489"/>
              <a:gd name="connsiteY125" fmla="*/ 401930 h 184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843489" h="1843429">
                <a:moveTo>
                  <a:pt x="1063332" y="621677"/>
                </a:moveTo>
                <a:cubicBezTo>
                  <a:pt x="1063332" y="633619"/>
                  <a:pt x="1053671" y="643280"/>
                  <a:pt x="1041730" y="643280"/>
                </a:cubicBezTo>
                <a:cubicBezTo>
                  <a:pt x="1029788" y="643280"/>
                  <a:pt x="1020127" y="633619"/>
                  <a:pt x="1020127" y="621677"/>
                </a:cubicBezTo>
                <a:cubicBezTo>
                  <a:pt x="1020127" y="609736"/>
                  <a:pt x="1029788" y="600075"/>
                  <a:pt x="1041730" y="600075"/>
                </a:cubicBezTo>
                <a:cubicBezTo>
                  <a:pt x="1053671" y="600075"/>
                  <a:pt x="1063332" y="609736"/>
                  <a:pt x="1063332" y="621677"/>
                </a:cubicBezTo>
                <a:close/>
                <a:moveTo>
                  <a:pt x="921715" y="600075"/>
                </a:moveTo>
                <a:cubicBezTo>
                  <a:pt x="909773" y="600075"/>
                  <a:pt x="900112" y="609736"/>
                  <a:pt x="900112" y="621677"/>
                </a:cubicBezTo>
                <a:cubicBezTo>
                  <a:pt x="900112" y="633619"/>
                  <a:pt x="909773" y="643280"/>
                  <a:pt x="921715" y="643280"/>
                </a:cubicBezTo>
                <a:cubicBezTo>
                  <a:pt x="933656" y="643280"/>
                  <a:pt x="943317" y="633619"/>
                  <a:pt x="943317" y="621677"/>
                </a:cubicBezTo>
                <a:cubicBezTo>
                  <a:pt x="943317" y="609736"/>
                  <a:pt x="933656" y="600075"/>
                  <a:pt x="921715" y="600075"/>
                </a:cubicBezTo>
                <a:close/>
                <a:moveTo>
                  <a:pt x="801700" y="600075"/>
                </a:moveTo>
                <a:cubicBezTo>
                  <a:pt x="789758" y="600075"/>
                  <a:pt x="780097" y="609736"/>
                  <a:pt x="780097" y="621677"/>
                </a:cubicBezTo>
                <a:cubicBezTo>
                  <a:pt x="780097" y="633619"/>
                  <a:pt x="789758" y="643280"/>
                  <a:pt x="801700" y="643280"/>
                </a:cubicBezTo>
                <a:cubicBezTo>
                  <a:pt x="813641" y="643280"/>
                  <a:pt x="823302" y="633619"/>
                  <a:pt x="823302" y="621677"/>
                </a:cubicBezTo>
                <a:cubicBezTo>
                  <a:pt x="823302" y="609736"/>
                  <a:pt x="813641" y="600075"/>
                  <a:pt x="801700" y="600075"/>
                </a:cubicBezTo>
                <a:close/>
                <a:moveTo>
                  <a:pt x="681685" y="600075"/>
                </a:moveTo>
                <a:cubicBezTo>
                  <a:pt x="669743" y="600075"/>
                  <a:pt x="660082" y="609736"/>
                  <a:pt x="660082" y="621677"/>
                </a:cubicBezTo>
                <a:cubicBezTo>
                  <a:pt x="660082" y="633619"/>
                  <a:pt x="669743" y="643280"/>
                  <a:pt x="681685" y="643280"/>
                </a:cubicBezTo>
                <a:cubicBezTo>
                  <a:pt x="693626" y="643280"/>
                  <a:pt x="703288" y="633619"/>
                  <a:pt x="703288" y="621677"/>
                </a:cubicBezTo>
                <a:cubicBezTo>
                  <a:pt x="703288" y="609736"/>
                  <a:pt x="693626" y="600075"/>
                  <a:pt x="681685" y="600075"/>
                </a:cubicBezTo>
                <a:close/>
                <a:moveTo>
                  <a:pt x="553629" y="610036"/>
                </a:moveTo>
                <a:cubicBezTo>
                  <a:pt x="541687" y="610036"/>
                  <a:pt x="532026" y="619697"/>
                  <a:pt x="532026" y="631639"/>
                </a:cubicBezTo>
                <a:cubicBezTo>
                  <a:pt x="532026" y="643580"/>
                  <a:pt x="541687" y="653241"/>
                  <a:pt x="553629" y="653241"/>
                </a:cubicBezTo>
                <a:cubicBezTo>
                  <a:pt x="565570" y="653241"/>
                  <a:pt x="575232" y="643580"/>
                  <a:pt x="575232" y="631639"/>
                </a:cubicBezTo>
                <a:cubicBezTo>
                  <a:pt x="575232" y="619697"/>
                  <a:pt x="565570" y="610036"/>
                  <a:pt x="553629" y="610036"/>
                </a:cubicBezTo>
                <a:close/>
                <a:moveTo>
                  <a:pt x="450656" y="670704"/>
                </a:moveTo>
                <a:cubicBezTo>
                  <a:pt x="438715" y="670704"/>
                  <a:pt x="429053" y="680365"/>
                  <a:pt x="429053" y="692306"/>
                </a:cubicBezTo>
                <a:cubicBezTo>
                  <a:pt x="429053" y="704248"/>
                  <a:pt x="438715" y="713909"/>
                  <a:pt x="450656" y="713909"/>
                </a:cubicBezTo>
                <a:cubicBezTo>
                  <a:pt x="462598" y="713909"/>
                  <a:pt x="472259" y="704248"/>
                  <a:pt x="472259" y="692306"/>
                </a:cubicBezTo>
                <a:cubicBezTo>
                  <a:pt x="472259" y="680365"/>
                  <a:pt x="462598" y="670704"/>
                  <a:pt x="450656" y="670704"/>
                </a:cubicBezTo>
                <a:close/>
                <a:moveTo>
                  <a:pt x="390169" y="774997"/>
                </a:moveTo>
                <a:cubicBezTo>
                  <a:pt x="378227" y="774997"/>
                  <a:pt x="368566" y="784658"/>
                  <a:pt x="368566" y="796599"/>
                </a:cubicBezTo>
                <a:cubicBezTo>
                  <a:pt x="368566" y="808541"/>
                  <a:pt x="378227" y="818202"/>
                  <a:pt x="390169" y="818202"/>
                </a:cubicBezTo>
                <a:cubicBezTo>
                  <a:pt x="402110" y="818202"/>
                  <a:pt x="411771" y="808541"/>
                  <a:pt x="411771" y="796599"/>
                </a:cubicBezTo>
                <a:cubicBezTo>
                  <a:pt x="411771" y="784658"/>
                  <a:pt x="402110" y="774997"/>
                  <a:pt x="390169" y="774997"/>
                </a:cubicBezTo>
                <a:close/>
                <a:moveTo>
                  <a:pt x="381648" y="900112"/>
                </a:moveTo>
                <a:cubicBezTo>
                  <a:pt x="369706" y="900112"/>
                  <a:pt x="360045" y="909773"/>
                  <a:pt x="360045" y="921715"/>
                </a:cubicBezTo>
                <a:cubicBezTo>
                  <a:pt x="360045" y="933656"/>
                  <a:pt x="369706" y="943317"/>
                  <a:pt x="381648" y="943317"/>
                </a:cubicBezTo>
                <a:cubicBezTo>
                  <a:pt x="393589" y="943317"/>
                  <a:pt x="403250" y="933656"/>
                  <a:pt x="403250" y="921715"/>
                </a:cubicBezTo>
                <a:cubicBezTo>
                  <a:pt x="403250" y="909773"/>
                  <a:pt x="393589" y="900112"/>
                  <a:pt x="381648" y="900112"/>
                </a:cubicBezTo>
                <a:close/>
                <a:moveTo>
                  <a:pt x="381648" y="1020127"/>
                </a:moveTo>
                <a:cubicBezTo>
                  <a:pt x="369706" y="1020127"/>
                  <a:pt x="360045" y="1029788"/>
                  <a:pt x="360045" y="1041730"/>
                </a:cubicBezTo>
                <a:cubicBezTo>
                  <a:pt x="360045" y="1053671"/>
                  <a:pt x="369706" y="1063332"/>
                  <a:pt x="381648" y="1063332"/>
                </a:cubicBezTo>
                <a:cubicBezTo>
                  <a:pt x="393589" y="1063332"/>
                  <a:pt x="403250" y="1053671"/>
                  <a:pt x="403250" y="1041730"/>
                </a:cubicBezTo>
                <a:cubicBezTo>
                  <a:pt x="403250" y="1029788"/>
                  <a:pt x="393589" y="1020127"/>
                  <a:pt x="381648" y="1020127"/>
                </a:cubicBezTo>
                <a:close/>
                <a:moveTo>
                  <a:pt x="1221752" y="780097"/>
                </a:moveTo>
                <a:cubicBezTo>
                  <a:pt x="1209811" y="780097"/>
                  <a:pt x="1200149" y="789758"/>
                  <a:pt x="1200149" y="801700"/>
                </a:cubicBezTo>
                <a:cubicBezTo>
                  <a:pt x="1200149" y="813641"/>
                  <a:pt x="1209811" y="823302"/>
                  <a:pt x="1221752" y="823302"/>
                </a:cubicBezTo>
                <a:cubicBezTo>
                  <a:pt x="1233694" y="823302"/>
                  <a:pt x="1243355" y="813641"/>
                  <a:pt x="1243355" y="801700"/>
                </a:cubicBezTo>
                <a:cubicBezTo>
                  <a:pt x="1243355" y="789758"/>
                  <a:pt x="1233694" y="780097"/>
                  <a:pt x="1221752" y="780097"/>
                </a:cubicBezTo>
                <a:close/>
                <a:moveTo>
                  <a:pt x="1221752" y="900112"/>
                </a:moveTo>
                <a:cubicBezTo>
                  <a:pt x="1209811" y="900112"/>
                  <a:pt x="1200149" y="909773"/>
                  <a:pt x="1200149" y="921715"/>
                </a:cubicBezTo>
                <a:cubicBezTo>
                  <a:pt x="1200149" y="933656"/>
                  <a:pt x="1209811" y="943317"/>
                  <a:pt x="1221752" y="943317"/>
                </a:cubicBezTo>
                <a:cubicBezTo>
                  <a:pt x="1233694" y="943317"/>
                  <a:pt x="1243355" y="933656"/>
                  <a:pt x="1243355" y="921715"/>
                </a:cubicBezTo>
                <a:cubicBezTo>
                  <a:pt x="1243355" y="909773"/>
                  <a:pt x="1233694" y="900112"/>
                  <a:pt x="1221752" y="900112"/>
                </a:cubicBezTo>
                <a:close/>
                <a:moveTo>
                  <a:pt x="1221752" y="1020127"/>
                </a:moveTo>
                <a:cubicBezTo>
                  <a:pt x="1209811" y="1020127"/>
                  <a:pt x="1200149" y="1029788"/>
                  <a:pt x="1200149" y="1041730"/>
                </a:cubicBezTo>
                <a:cubicBezTo>
                  <a:pt x="1200149" y="1053671"/>
                  <a:pt x="1209811" y="1063332"/>
                  <a:pt x="1221752" y="1063332"/>
                </a:cubicBezTo>
                <a:cubicBezTo>
                  <a:pt x="1233694" y="1063332"/>
                  <a:pt x="1243355" y="1053671"/>
                  <a:pt x="1243355" y="1041730"/>
                </a:cubicBezTo>
                <a:cubicBezTo>
                  <a:pt x="1243355" y="1029788"/>
                  <a:pt x="1233694" y="1020127"/>
                  <a:pt x="1221752" y="1020127"/>
                </a:cubicBezTo>
                <a:close/>
                <a:moveTo>
                  <a:pt x="1221752" y="1140142"/>
                </a:moveTo>
                <a:cubicBezTo>
                  <a:pt x="1209811" y="1140142"/>
                  <a:pt x="1200149" y="1149803"/>
                  <a:pt x="1200149" y="1161745"/>
                </a:cubicBezTo>
                <a:cubicBezTo>
                  <a:pt x="1200149" y="1173686"/>
                  <a:pt x="1209811" y="1183347"/>
                  <a:pt x="1221752" y="1183347"/>
                </a:cubicBezTo>
                <a:cubicBezTo>
                  <a:pt x="1233694" y="1183347"/>
                  <a:pt x="1243355" y="1173686"/>
                  <a:pt x="1243355" y="1161745"/>
                </a:cubicBezTo>
                <a:cubicBezTo>
                  <a:pt x="1243355" y="1149803"/>
                  <a:pt x="1233694" y="1140142"/>
                  <a:pt x="1221752" y="1140142"/>
                </a:cubicBezTo>
                <a:close/>
                <a:moveTo>
                  <a:pt x="1212151" y="1264598"/>
                </a:moveTo>
                <a:cubicBezTo>
                  <a:pt x="1200209" y="1264598"/>
                  <a:pt x="1190548" y="1274259"/>
                  <a:pt x="1190548" y="1286200"/>
                </a:cubicBezTo>
                <a:cubicBezTo>
                  <a:pt x="1190548" y="1298142"/>
                  <a:pt x="1200209" y="1307803"/>
                  <a:pt x="1212151" y="1307803"/>
                </a:cubicBezTo>
                <a:cubicBezTo>
                  <a:pt x="1224092" y="1307803"/>
                  <a:pt x="1233754" y="1298142"/>
                  <a:pt x="1233754" y="1286200"/>
                </a:cubicBezTo>
                <a:cubicBezTo>
                  <a:pt x="1233754" y="1274259"/>
                  <a:pt x="1224032" y="1264598"/>
                  <a:pt x="1212151" y="1264598"/>
                </a:cubicBezTo>
                <a:close/>
                <a:moveTo>
                  <a:pt x="1150103" y="1371351"/>
                </a:moveTo>
                <a:cubicBezTo>
                  <a:pt x="1138162" y="1371351"/>
                  <a:pt x="1128500" y="1381012"/>
                  <a:pt x="1128500" y="1392953"/>
                </a:cubicBezTo>
                <a:cubicBezTo>
                  <a:pt x="1128500" y="1404895"/>
                  <a:pt x="1138162" y="1414556"/>
                  <a:pt x="1150103" y="1414556"/>
                </a:cubicBezTo>
                <a:cubicBezTo>
                  <a:pt x="1162045" y="1414556"/>
                  <a:pt x="1171706" y="1404895"/>
                  <a:pt x="1171706" y="1392953"/>
                </a:cubicBezTo>
                <a:cubicBezTo>
                  <a:pt x="1171706" y="1381012"/>
                  <a:pt x="1162045" y="1371351"/>
                  <a:pt x="1150103" y="1371351"/>
                </a:cubicBezTo>
                <a:close/>
                <a:moveTo>
                  <a:pt x="1045270" y="1432258"/>
                </a:moveTo>
                <a:cubicBezTo>
                  <a:pt x="1033329" y="1432258"/>
                  <a:pt x="1023667" y="1441920"/>
                  <a:pt x="1023667" y="1453861"/>
                </a:cubicBezTo>
                <a:cubicBezTo>
                  <a:pt x="1023667" y="1465802"/>
                  <a:pt x="1033329" y="1475464"/>
                  <a:pt x="1045270" y="1475464"/>
                </a:cubicBezTo>
                <a:cubicBezTo>
                  <a:pt x="1057212" y="1475464"/>
                  <a:pt x="1066873" y="1465802"/>
                  <a:pt x="1066873" y="1453861"/>
                </a:cubicBezTo>
                <a:cubicBezTo>
                  <a:pt x="1066873" y="1441920"/>
                  <a:pt x="1057212" y="1432258"/>
                  <a:pt x="1045270" y="1432258"/>
                </a:cubicBezTo>
                <a:close/>
                <a:moveTo>
                  <a:pt x="921715" y="1440179"/>
                </a:moveTo>
                <a:cubicBezTo>
                  <a:pt x="909773" y="1440179"/>
                  <a:pt x="900112" y="1449841"/>
                  <a:pt x="900112" y="1461782"/>
                </a:cubicBezTo>
                <a:cubicBezTo>
                  <a:pt x="900112" y="1473723"/>
                  <a:pt x="909773" y="1483385"/>
                  <a:pt x="921715" y="1483385"/>
                </a:cubicBezTo>
                <a:cubicBezTo>
                  <a:pt x="933656" y="1483385"/>
                  <a:pt x="943317" y="1473723"/>
                  <a:pt x="943317" y="1461782"/>
                </a:cubicBezTo>
                <a:cubicBezTo>
                  <a:pt x="943317" y="1449841"/>
                  <a:pt x="933656" y="1440179"/>
                  <a:pt x="921715" y="1440179"/>
                </a:cubicBezTo>
                <a:close/>
                <a:moveTo>
                  <a:pt x="801700" y="1440179"/>
                </a:moveTo>
                <a:cubicBezTo>
                  <a:pt x="789758" y="1440179"/>
                  <a:pt x="780097" y="1449841"/>
                  <a:pt x="780097" y="1461782"/>
                </a:cubicBezTo>
                <a:cubicBezTo>
                  <a:pt x="780097" y="1473723"/>
                  <a:pt x="789758" y="1483385"/>
                  <a:pt x="801700" y="1483385"/>
                </a:cubicBezTo>
                <a:cubicBezTo>
                  <a:pt x="813641" y="1483385"/>
                  <a:pt x="823302" y="1473723"/>
                  <a:pt x="823302" y="1461782"/>
                </a:cubicBezTo>
                <a:cubicBezTo>
                  <a:pt x="823302" y="1449841"/>
                  <a:pt x="813641" y="1440179"/>
                  <a:pt x="801700" y="1440179"/>
                </a:cubicBezTo>
                <a:close/>
                <a:moveTo>
                  <a:pt x="1581797" y="0"/>
                </a:moveTo>
                <a:lnTo>
                  <a:pt x="1581797" y="43205"/>
                </a:lnTo>
                <a:lnTo>
                  <a:pt x="1769680" y="43205"/>
                </a:lnTo>
                <a:lnTo>
                  <a:pt x="43205" y="1769680"/>
                </a:lnTo>
                <a:lnTo>
                  <a:pt x="43205" y="1183347"/>
                </a:lnTo>
                <a:lnTo>
                  <a:pt x="501662" y="1183347"/>
                </a:lnTo>
                <a:lnTo>
                  <a:pt x="501662" y="1140142"/>
                </a:lnTo>
                <a:lnTo>
                  <a:pt x="21603" y="1140142"/>
                </a:lnTo>
                <a:cubicBezTo>
                  <a:pt x="9661" y="1140142"/>
                  <a:pt x="0" y="1149803"/>
                  <a:pt x="0" y="1161745"/>
                </a:cubicBezTo>
                <a:lnTo>
                  <a:pt x="0" y="1821827"/>
                </a:lnTo>
                <a:cubicBezTo>
                  <a:pt x="0" y="1833768"/>
                  <a:pt x="9661" y="1843430"/>
                  <a:pt x="21603" y="1843430"/>
                </a:cubicBezTo>
                <a:lnTo>
                  <a:pt x="681685" y="1843430"/>
                </a:lnTo>
                <a:cubicBezTo>
                  <a:pt x="693626" y="1843430"/>
                  <a:pt x="703288" y="1833768"/>
                  <a:pt x="703288" y="1821827"/>
                </a:cubicBezTo>
                <a:lnTo>
                  <a:pt x="703288" y="1341767"/>
                </a:lnTo>
                <a:lnTo>
                  <a:pt x="660082" y="1341767"/>
                </a:lnTo>
                <a:lnTo>
                  <a:pt x="660082" y="1800224"/>
                </a:lnTo>
                <a:lnTo>
                  <a:pt x="73749" y="1800224"/>
                </a:lnTo>
                <a:lnTo>
                  <a:pt x="1800224" y="73809"/>
                </a:lnTo>
                <a:lnTo>
                  <a:pt x="1800224" y="261633"/>
                </a:lnTo>
                <a:lnTo>
                  <a:pt x="1843490" y="261633"/>
                </a:lnTo>
                <a:lnTo>
                  <a:pt x="1843490" y="0"/>
                </a:lnTo>
                <a:lnTo>
                  <a:pt x="1581797" y="0"/>
                </a:lnTo>
                <a:close/>
                <a:moveTo>
                  <a:pt x="1161745" y="163220"/>
                </a:moveTo>
                <a:cubicBezTo>
                  <a:pt x="1261537" y="163220"/>
                  <a:pt x="1358329" y="191604"/>
                  <a:pt x="1441800" y="245311"/>
                </a:cubicBezTo>
                <a:lnTo>
                  <a:pt x="1465142" y="209006"/>
                </a:lnTo>
                <a:cubicBezTo>
                  <a:pt x="1374771" y="150739"/>
                  <a:pt x="1269818" y="120015"/>
                  <a:pt x="1161745" y="120015"/>
                </a:cubicBezTo>
                <a:cubicBezTo>
                  <a:pt x="924055" y="120015"/>
                  <a:pt x="711209" y="270454"/>
                  <a:pt x="632059" y="494462"/>
                </a:cubicBezTo>
                <a:lnTo>
                  <a:pt x="672804" y="508863"/>
                </a:lnTo>
                <a:cubicBezTo>
                  <a:pt x="745833" y="302138"/>
                  <a:pt x="942357" y="163220"/>
                  <a:pt x="1161745" y="163220"/>
                </a:cubicBezTo>
                <a:close/>
                <a:moveTo>
                  <a:pt x="1598359" y="401930"/>
                </a:moveTo>
                <a:cubicBezTo>
                  <a:pt x="1651886" y="485340"/>
                  <a:pt x="1680209" y="582072"/>
                  <a:pt x="1680209" y="681685"/>
                </a:cubicBezTo>
                <a:cubicBezTo>
                  <a:pt x="1680209" y="901072"/>
                  <a:pt x="1541352" y="1097537"/>
                  <a:pt x="1334566" y="1170566"/>
                </a:cubicBezTo>
                <a:lnTo>
                  <a:pt x="1348968" y="1211371"/>
                </a:lnTo>
                <a:cubicBezTo>
                  <a:pt x="1572916" y="1132221"/>
                  <a:pt x="1723415" y="919314"/>
                  <a:pt x="1723415" y="681685"/>
                </a:cubicBezTo>
                <a:cubicBezTo>
                  <a:pt x="1723415" y="573791"/>
                  <a:pt x="1692691" y="469018"/>
                  <a:pt x="1634664" y="378587"/>
                </a:cubicBezTo>
                <a:lnTo>
                  <a:pt x="1598359" y="401930"/>
                </a:lnTo>
                <a:close/>
              </a:path>
            </a:pathLst>
          </a:custGeom>
          <a:solidFill>
            <a:schemeClr val="tx1"/>
          </a:solidFill>
          <a:ln w="59829" cap="flat">
            <a:noFill/>
            <a:prstDash val="solid"/>
            <a:miter/>
          </a:ln>
        </p:spPr>
        <p:txBody>
          <a:bodyPr rtlCol="0" anchor="ctr"/>
          <a:lstStyle/>
          <a:p>
            <a:endParaRPr lang="en-US" sz="1200">
              <a:latin typeface="IBM Plex Sans Light"/>
            </a:endParaRPr>
          </a:p>
        </p:txBody>
      </p:sp>
      <p:sp>
        <p:nvSpPr>
          <p:cNvPr id="189" name="TextBox 188">
            <a:extLst>
              <a:ext uri="{FF2B5EF4-FFF2-40B4-BE49-F238E27FC236}">
                <a16:creationId xmlns:a16="http://schemas.microsoft.com/office/drawing/2014/main" id="{40EFAC54-1C33-754A-3873-F99AEA639B8D}"/>
              </a:ext>
            </a:extLst>
          </p:cNvPr>
          <p:cNvSpPr txBox="1"/>
          <p:nvPr/>
        </p:nvSpPr>
        <p:spPr>
          <a:xfrm>
            <a:off x="3207941" y="6461813"/>
            <a:ext cx="1051052" cy="3345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Accelerated transformation</a:t>
            </a:r>
            <a:endParaRPr lang="en-US" sz="900" dirty="0">
              <a:latin typeface="IBM Plex Sans Light"/>
              <a:cs typeface="IBM Plex Sans Light" panose="020B0604020202020204" pitchFamily="34" charset="0"/>
            </a:endParaRPr>
          </a:p>
        </p:txBody>
      </p:sp>
      <p:pic>
        <p:nvPicPr>
          <p:cNvPr id="191" name="Picture Placeholder 24">
            <a:extLst>
              <a:ext uri="{FF2B5EF4-FFF2-40B4-BE49-F238E27FC236}">
                <a16:creationId xmlns:a16="http://schemas.microsoft.com/office/drawing/2014/main" id="{E5758478-CA9B-C728-7AE3-A656D32D9C06}"/>
              </a:ext>
            </a:extLst>
          </p:cNvPr>
          <p:cNvPicPr>
            <a:picLocks noChangeAspect="1"/>
          </p:cNvPicPr>
          <p:nvPr/>
        </p:nvPicPr>
        <p:blipFill>
          <a:blip>
            <a:extLst>
              <a:ext uri="{96DAC541-7B7A-43D3-8B79-37D633B846F1}">
                <asvg:svgBlip xmlns:asvg="http://schemas.microsoft.com/office/drawing/2016/SVG/main" r:embed="rId30"/>
              </a:ext>
            </a:extLst>
          </a:blip>
          <a:srcRect t="69" b="69"/>
          <a:stretch/>
        </p:blipFill>
        <p:spPr>
          <a:xfrm>
            <a:off x="4614259" y="4612994"/>
            <a:ext cx="429768" cy="429171"/>
          </a:xfrm>
          <a:prstGeom prst="rect">
            <a:avLst/>
          </a:prstGeom>
        </p:spPr>
      </p:pic>
      <p:sp>
        <p:nvSpPr>
          <p:cNvPr id="193" name="TextBox 192">
            <a:extLst>
              <a:ext uri="{FF2B5EF4-FFF2-40B4-BE49-F238E27FC236}">
                <a16:creationId xmlns:a16="http://schemas.microsoft.com/office/drawing/2014/main" id="{2EE2C60D-BAF5-F0F7-0524-39BC51C2B44E}"/>
              </a:ext>
            </a:extLst>
          </p:cNvPr>
          <p:cNvSpPr txBox="1"/>
          <p:nvPr/>
        </p:nvSpPr>
        <p:spPr>
          <a:xfrm>
            <a:off x="4416438" y="5197472"/>
            <a:ext cx="874800"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High performance</a:t>
            </a:r>
            <a:endParaRPr lang="en-US" sz="900" dirty="0">
              <a:latin typeface="IBM Plex Sans Light"/>
              <a:cs typeface="IBM Plex Sans Light" panose="020B0604020202020204" pitchFamily="34" charset="0"/>
            </a:endParaRPr>
          </a:p>
        </p:txBody>
      </p:sp>
      <p:pic>
        <p:nvPicPr>
          <p:cNvPr id="203" name="Graphic 202">
            <a:extLst>
              <a:ext uri="{FF2B5EF4-FFF2-40B4-BE49-F238E27FC236}">
                <a16:creationId xmlns:a16="http://schemas.microsoft.com/office/drawing/2014/main" id="{682DF94E-203B-8DD9-F9D3-9774C37359EB}"/>
              </a:ext>
            </a:extLst>
          </p:cNvPr>
          <p:cNvPicPr>
            <a:picLocks noChangeAspect="1"/>
          </p:cNvPicPr>
          <p:nvPr/>
        </p:nvPicPr>
        <p:blipFill>
          <a:blip>
            <a:biLevel thresh="75000"/>
            <a:extLst>
              <a:ext uri="{96DAC541-7B7A-43D3-8B79-37D633B846F1}">
                <asvg:svgBlip xmlns:asvg="http://schemas.microsoft.com/office/drawing/2016/SVG/main" r:embed="rId31"/>
              </a:ext>
            </a:extLst>
          </a:blip>
          <a:srcRect/>
          <a:stretch/>
        </p:blipFill>
        <p:spPr>
          <a:xfrm>
            <a:off x="4614259" y="5866595"/>
            <a:ext cx="429768" cy="429768"/>
          </a:xfrm>
          <a:prstGeom prst="rect">
            <a:avLst/>
          </a:prstGeom>
        </p:spPr>
      </p:pic>
      <p:sp>
        <p:nvSpPr>
          <p:cNvPr id="205" name="TextBox 204">
            <a:extLst>
              <a:ext uri="{FF2B5EF4-FFF2-40B4-BE49-F238E27FC236}">
                <a16:creationId xmlns:a16="http://schemas.microsoft.com/office/drawing/2014/main" id="{43014A51-A408-A0B1-0394-14E253CEB780}"/>
              </a:ext>
            </a:extLst>
          </p:cNvPr>
          <p:cNvSpPr txBox="1"/>
          <p:nvPr/>
        </p:nvSpPr>
        <p:spPr>
          <a:xfrm>
            <a:off x="4475272" y="6461813"/>
            <a:ext cx="812048"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Chart scree plot</a:t>
            </a:r>
            <a:endParaRPr lang="en-US" sz="900" dirty="0">
              <a:latin typeface="IBM Plex Sans Light"/>
              <a:cs typeface="IBM Plex Sans Light" panose="020B0604020202020204" pitchFamily="34" charset="0"/>
            </a:endParaRPr>
          </a:p>
        </p:txBody>
      </p:sp>
      <p:pic>
        <p:nvPicPr>
          <p:cNvPr id="207" name="Graphic 206">
            <a:extLst>
              <a:ext uri="{FF2B5EF4-FFF2-40B4-BE49-F238E27FC236}">
                <a16:creationId xmlns:a16="http://schemas.microsoft.com/office/drawing/2014/main" id="{F20E431F-203D-463C-E9C1-EE8A3724081F}"/>
              </a:ext>
            </a:extLst>
          </p:cNvPr>
          <p:cNvPicPr>
            <a:picLocks noChangeAspect="1"/>
          </p:cNvPicPr>
          <p:nvPr/>
        </p:nvPicPr>
        <p:blipFill>
          <a:blip>
            <a:extLst>
              <a:ext uri="{96DAC541-7B7A-43D3-8B79-37D633B846F1}">
                <asvg:svgBlip xmlns:asvg="http://schemas.microsoft.com/office/drawing/2016/SVG/main" r:embed="rId32"/>
              </a:ext>
            </a:extLst>
          </a:blip>
          <a:srcRect/>
          <a:stretch/>
        </p:blipFill>
        <p:spPr>
          <a:xfrm>
            <a:off x="5660177" y="4612695"/>
            <a:ext cx="429768" cy="429768"/>
          </a:xfrm>
          <a:prstGeom prst="rect">
            <a:avLst/>
          </a:prstGeom>
        </p:spPr>
      </p:pic>
      <p:sp>
        <p:nvSpPr>
          <p:cNvPr id="209" name="TextBox 208">
            <a:extLst>
              <a:ext uri="{FF2B5EF4-FFF2-40B4-BE49-F238E27FC236}">
                <a16:creationId xmlns:a16="http://schemas.microsoft.com/office/drawing/2014/main" id="{1FA697F9-5303-D792-7B18-773DD2DB1884}"/>
              </a:ext>
            </a:extLst>
          </p:cNvPr>
          <p:cNvSpPr txBox="1"/>
          <p:nvPr/>
        </p:nvSpPr>
        <p:spPr>
          <a:xfrm>
            <a:off x="5427624" y="5197472"/>
            <a:ext cx="952739"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Reducing cost</a:t>
            </a:r>
            <a:endParaRPr lang="en-US" sz="900" dirty="0">
              <a:latin typeface="IBM Plex Sans Light"/>
              <a:cs typeface="IBM Plex Sans Light" panose="020B0604020202020204" pitchFamily="34" charset="0"/>
            </a:endParaRPr>
          </a:p>
        </p:txBody>
      </p:sp>
      <p:pic>
        <p:nvPicPr>
          <p:cNvPr id="211" name="Graphic 210">
            <a:extLst>
              <a:ext uri="{FF2B5EF4-FFF2-40B4-BE49-F238E27FC236}">
                <a16:creationId xmlns:a16="http://schemas.microsoft.com/office/drawing/2014/main" id="{047CEC77-ECA1-0C14-254A-117002E87ED2}"/>
              </a:ext>
            </a:extLst>
          </p:cNvPr>
          <p:cNvPicPr>
            <a:picLocks noChangeAspect="1"/>
          </p:cNvPicPr>
          <p:nvPr/>
        </p:nvPicPr>
        <p:blipFill>
          <a:blip>
            <a:extLst>
              <a:ext uri="{96DAC541-7B7A-43D3-8B79-37D633B846F1}">
                <asvg:svgBlip xmlns:asvg="http://schemas.microsoft.com/office/drawing/2016/SVG/main" r:embed="rId33"/>
              </a:ext>
            </a:extLst>
          </a:blip>
          <a:srcRect/>
          <a:stretch/>
        </p:blipFill>
        <p:spPr>
          <a:xfrm>
            <a:off x="6707887" y="7199174"/>
            <a:ext cx="429768" cy="429768"/>
          </a:xfrm>
          <a:prstGeom prst="rect">
            <a:avLst/>
          </a:prstGeom>
        </p:spPr>
      </p:pic>
      <p:pic>
        <p:nvPicPr>
          <p:cNvPr id="213" name="Graphic 212">
            <a:extLst>
              <a:ext uri="{FF2B5EF4-FFF2-40B4-BE49-F238E27FC236}">
                <a16:creationId xmlns:a16="http://schemas.microsoft.com/office/drawing/2014/main" id="{F4E28561-9050-66CC-CD27-A3E4E069A31B}"/>
              </a:ext>
            </a:extLst>
          </p:cNvPr>
          <p:cNvPicPr>
            <a:picLocks noChangeAspect="1"/>
          </p:cNvPicPr>
          <p:nvPr/>
        </p:nvPicPr>
        <p:blipFill>
          <a:blip>
            <a:extLst>
              <a:ext uri="{96DAC541-7B7A-43D3-8B79-37D633B846F1}">
                <asvg:svgBlip xmlns:asvg="http://schemas.microsoft.com/office/drawing/2016/SVG/main" r:embed="rId34"/>
              </a:ext>
            </a:extLst>
          </a:blip>
          <a:srcRect/>
          <a:stretch/>
        </p:blipFill>
        <p:spPr>
          <a:xfrm>
            <a:off x="430587" y="8626502"/>
            <a:ext cx="429768" cy="429768"/>
          </a:xfrm>
          <a:prstGeom prst="rect">
            <a:avLst/>
          </a:prstGeom>
        </p:spPr>
      </p:pic>
      <p:pic>
        <p:nvPicPr>
          <p:cNvPr id="215" name="Graphic 214">
            <a:extLst>
              <a:ext uri="{FF2B5EF4-FFF2-40B4-BE49-F238E27FC236}">
                <a16:creationId xmlns:a16="http://schemas.microsoft.com/office/drawing/2014/main" id="{1598272F-B541-A172-9670-057CAC506405}"/>
              </a:ext>
            </a:extLst>
          </p:cNvPr>
          <p:cNvPicPr>
            <a:picLocks noChangeAspect="1"/>
          </p:cNvPicPr>
          <p:nvPr/>
        </p:nvPicPr>
        <p:blipFill>
          <a:blip>
            <a:extLst>
              <a:ext uri="{96DAC541-7B7A-43D3-8B79-37D633B846F1}">
                <asvg:svgBlip xmlns:asvg="http://schemas.microsoft.com/office/drawing/2016/SVG/main" r:embed="rId35"/>
              </a:ext>
            </a:extLst>
          </a:blip>
          <a:srcRect/>
          <a:stretch/>
        </p:blipFill>
        <p:spPr>
          <a:xfrm>
            <a:off x="2523735" y="8626502"/>
            <a:ext cx="429768" cy="429768"/>
          </a:xfrm>
          <a:prstGeom prst="rect">
            <a:avLst/>
          </a:prstGeom>
        </p:spPr>
      </p:pic>
      <p:pic>
        <p:nvPicPr>
          <p:cNvPr id="217" name="Graphic 216">
            <a:extLst>
              <a:ext uri="{FF2B5EF4-FFF2-40B4-BE49-F238E27FC236}">
                <a16:creationId xmlns:a16="http://schemas.microsoft.com/office/drawing/2014/main" id="{69EF32F0-0BEB-938D-FD48-951DC1BD705B}"/>
              </a:ext>
            </a:extLst>
          </p:cNvPr>
          <p:cNvPicPr>
            <a:picLocks noChangeAspect="1"/>
          </p:cNvPicPr>
          <p:nvPr/>
        </p:nvPicPr>
        <p:blipFill>
          <a:blip>
            <a:extLst>
              <a:ext uri="{96DAC541-7B7A-43D3-8B79-37D633B846F1}">
                <asvg:svgBlip xmlns:asvg="http://schemas.microsoft.com/office/drawing/2016/SVG/main" r:embed="rId36"/>
              </a:ext>
            </a:extLst>
          </a:blip>
          <a:srcRect/>
          <a:stretch/>
        </p:blipFill>
        <p:spPr>
          <a:xfrm>
            <a:off x="3570309" y="8626502"/>
            <a:ext cx="429768" cy="429768"/>
          </a:xfrm>
          <a:prstGeom prst="rect">
            <a:avLst/>
          </a:prstGeom>
        </p:spPr>
      </p:pic>
      <p:pic>
        <p:nvPicPr>
          <p:cNvPr id="219" name="Graphic 218">
            <a:extLst>
              <a:ext uri="{FF2B5EF4-FFF2-40B4-BE49-F238E27FC236}">
                <a16:creationId xmlns:a16="http://schemas.microsoft.com/office/drawing/2014/main" id="{33746B59-9EBA-0C32-458E-C706370C566A}"/>
              </a:ext>
            </a:extLst>
          </p:cNvPr>
          <p:cNvPicPr>
            <a:picLocks noChangeAspect="1"/>
          </p:cNvPicPr>
          <p:nvPr/>
        </p:nvPicPr>
        <p:blipFill>
          <a:blip>
            <a:extLst>
              <a:ext uri="{96DAC541-7B7A-43D3-8B79-37D633B846F1}">
                <asvg:svgBlip xmlns:asvg="http://schemas.microsoft.com/office/drawing/2016/SVG/main" r:embed="rId37"/>
              </a:ext>
            </a:extLst>
          </a:blip>
          <a:srcRect/>
          <a:stretch/>
        </p:blipFill>
        <p:spPr>
          <a:xfrm>
            <a:off x="4616883" y="8626502"/>
            <a:ext cx="429768" cy="429768"/>
          </a:xfrm>
          <a:prstGeom prst="rect">
            <a:avLst/>
          </a:prstGeom>
        </p:spPr>
      </p:pic>
      <p:pic>
        <p:nvPicPr>
          <p:cNvPr id="223" name="Graphic 222">
            <a:extLst>
              <a:ext uri="{FF2B5EF4-FFF2-40B4-BE49-F238E27FC236}">
                <a16:creationId xmlns:a16="http://schemas.microsoft.com/office/drawing/2014/main" id="{ECE20269-EFEE-8DC0-8B98-1B35BB8326AD}"/>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5663457" y="8626502"/>
            <a:ext cx="429768" cy="429768"/>
          </a:xfrm>
          <a:prstGeom prst="rect">
            <a:avLst/>
          </a:prstGeom>
        </p:spPr>
      </p:pic>
      <p:pic>
        <p:nvPicPr>
          <p:cNvPr id="225" name="Graphic 224">
            <a:extLst>
              <a:ext uri="{FF2B5EF4-FFF2-40B4-BE49-F238E27FC236}">
                <a16:creationId xmlns:a16="http://schemas.microsoft.com/office/drawing/2014/main" id="{3B5884DB-4C3A-81F3-0528-BBB2FE4341C0}"/>
              </a:ext>
            </a:extLst>
          </p:cNvPr>
          <p:cNvPicPr>
            <a:picLocks noChangeAspect="1"/>
          </p:cNvPicPr>
          <p:nvPr/>
        </p:nvPicPr>
        <p:blipFill>
          <a:blip>
            <a:extLst>
              <a:ext uri="{96DAC541-7B7A-43D3-8B79-37D633B846F1}">
                <asvg:svgBlip xmlns:asvg="http://schemas.microsoft.com/office/drawing/2016/SVG/main" r:embed="rId39"/>
              </a:ext>
            </a:extLst>
          </a:blip>
          <a:srcRect/>
          <a:stretch/>
        </p:blipFill>
        <p:spPr>
          <a:xfrm>
            <a:off x="6707887" y="8626502"/>
            <a:ext cx="429768" cy="429768"/>
          </a:xfrm>
          <a:prstGeom prst="rect">
            <a:avLst/>
          </a:prstGeom>
        </p:spPr>
      </p:pic>
      <p:pic>
        <p:nvPicPr>
          <p:cNvPr id="229" name="Graphic 228">
            <a:extLst>
              <a:ext uri="{FF2B5EF4-FFF2-40B4-BE49-F238E27FC236}">
                <a16:creationId xmlns:a16="http://schemas.microsoft.com/office/drawing/2014/main" id="{30299961-89A7-EEF9-FB35-FD5F0DA6193C}"/>
              </a:ext>
            </a:extLst>
          </p:cNvPr>
          <p:cNvPicPr>
            <a:picLocks noChangeAspect="1"/>
          </p:cNvPicPr>
          <p:nvPr/>
        </p:nvPicPr>
        <p:blipFill>
          <a:blip>
            <a:extLst>
              <a:ext uri="{96DAC541-7B7A-43D3-8B79-37D633B846F1}">
                <asvg:svgBlip xmlns:asvg="http://schemas.microsoft.com/office/drawing/2016/SVG/main" r:embed="rId40"/>
              </a:ext>
            </a:extLst>
          </a:blip>
          <a:srcRect/>
          <a:stretch/>
        </p:blipFill>
        <p:spPr>
          <a:xfrm>
            <a:off x="1477161" y="8626502"/>
            <a:ext cx="429768" cy="429768"/>
          </a:xfrm>
          <a:prstGeom prst="rect">
            <a:avLst/>
          </a:prstGeom>
        </p:spPr>
      </p:pic>
      <p:sp>
        <p:nvSpPr>
          <p:cNvPr id="299" name="TextBox 298">
            <a:extLst>
              <a:ext uri="{FF2B5EF4-FFF2-40B4-BE49-F238E27FC236}">
                <a16:creationId xmlns:a16="http://schemas.microsoft.com/office/drawing/2014/main" id="{BBDEC576-9220-AD32-BD30-DD2BB0314270}"/>
              </a:ext>
            </a:extLst>
          </p:cNvPr>
          <p:cNvSpPr txBox="1"/>
          <p:nvPr/>
        </p:nvSpPr>
        <p:spPr>
          <a:xfrm>
            <a:off x="6528931" y="7809219"/>
            <a:ext cx="787681" cy="2939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Strategy and risk</a:t>
            </a:r>
            <a:endParaRPr lang="en-US" sz="900" dirty="0">
              <a:latin typeface="IBM Plex Sans Light"/>
              <a:cs typeface="IBM Plex Sans Light" panose="020B0604020202020204" pitchFamily="34" charset="0"/>
            </a:endParaRPr>
          </a:p>
        </p:txBody>
      </p:sp>
      <p:sp>
        <p:nvSpPr>
          <p:cNvPr id="301" name="TextBox 300">
            <a:extLst>
              <a:ext uri="{FF2B5EF4-FFF2-40B4-BE49-F238E27FC236}">
                <a16:creationId xmlns:a16="http://schemas.microsoft.com/office/drawing/2014/main" id="{9B704CE1-111C-7BFA-35A5-1B8C877D09B7}"/>
              </a:ext>
            </a:extLst>
          </p:cNvPr>
          <p:cNvSpPr txBox="1"/>
          <p:nvPr/>
        </p:nvSpPr>
        <p:spPr>
          <a:xfrm>
            <a:off x="185766" y="9249333"/>
            <a:ext cx="933103"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Threat management</a:t>
            </a:r>
            <a:endParaRPr lang="en-US" sz="900" dirty="0">
              <a:latin typeface="IBM Plex Sans Light"/>
              <a:cs typeface="IBM Plex Sans Light" panose="020B0604020202020204" pitchFamily="34" charset="0"/>
            </a:endParaRPr>
          </a:p>
        </p:txBody>
      </p:sp>
      <p:sp>
        <p:nvSpPr>
          <p:cNvPr id="303" name="TextBox 302">
            <a:extLst>
              <a:ext uri="{FF2B5EF4-FFF2-40B4-BE49-F238E27FC236}">
                <a16:creationId xmlns:a16="http://schemas.microsoft.com/office/drawing/2014/main" id="{AC882603-D6A5-D3D4-44C1-CA8E2CA2A1B9}"/>
              </a:ext>
            </a:extLst>
          </p:cNvPr>
          <p:cNvSpPr txBox="1"/>
          <p:nvPr/>
        </p:nvSpPr>
        <p:spPr>
          <a:xfrm>
            <a:off x="1280636" y="9249333"/>
            <a:ext cx="742969"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Digital trust</a:t>
            </a:r>
            <a:endParaRPr lang="en-US" sz="900" dirty="0">
              <a:latin typeface="IBM Plex Sans Light"/>
              <a:cs typeface="IBM Plex Sans Light" panose="020B0604020202020204" pitchFamily="34" charset="0"/>
            </a:endParaRPr>
          </a:p>
        </p:txBody>
      </p:sp>
      <p:sp>
        <p:nvSpPr>
          <p:cNvPr id="305" name="TextBox 304">
            <a:extLst>
              <a:ext uri="{FF2B5EF4-FFF2-40B4-BE49-F238E27FC236}">
                <a16:creationId xmlns:a16="http://schemas.microsoft.com/office/drawing/2014/main" id="{C1CB16ED-163C-4040-D78B-F948DC2928AF}"/>
              </a:ext>
            </a:extLst>
          </p:cNvPr>
          <p:cNvSpPr txBox="1"/>
          <p:nvPr/>
        </p:nvSpPr>
        <p:spPr>
          <a:xfrm>
            <a:off x="2185372" y="9249333"/>
            <a:ext cx="801557"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Get ahead of risk and compliance</a:t>
            </a:r>
            <a:endParaRPr lang="en-US" sz="900" dirty="0">
              <a:latin typeface="IBM Plex Sans Light"/>
              <a:cs typeface="IBM Plex Sans Light" panose="020B0604020202020204" pitchFamily="34" charset="0"/>
            </a:endParaRPr>
          </a:p>
        </p:txBody>
      </p:sp>
      <p:sp>
        <p:nvSpPr>
          <p:cNvPr id="307" name="TextBox 306">
            <a:extLst>
              <a:ext uri="{FF2B5EF4-FFF2-40B4-BE49-F238E27FC236}">
                <a16:creationId xmlns:a16="http://schemas.microsoft.com/office/drawing/2014/main" id="{46BEC052-3C21-0678-19CB-D8188598E5AB}"/>
              </a:ext>
            </a:extLst>
          </p:cNvPr>
          <p:cNvSpPr txBox="1"/>
          <p:nvPr/>
        </p:nvSpPr>
        <p:spPr>
          <a:xfrm>
            <a:off x="3148696" y="9249333"/>
            <a:ext cx="874800"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Build leadership and culture</a:t>
            </a:r>
            <a:endParaRPr lang="en-US" sz="900" dirty="0">
              <a:latin typeface="IBM Plex Sans Light"/>
              <a:cs typeface="IBM Plex Sans Light" panose="020B0604020202020204" pitchFamily="34" charset="0"/>
            </a:endParaRPr>
          </a:p>
        </p:txBody>
      </p:sp>
      <p:sp>
        <p:nvSpPr>
          <p:cNvPr id="309" name="TextBox 308">
            <a:extLst>
              <a:ext uri="{FF2B5EF4-FFF2-40B4-BE49-F238E27FC236}">
                <a16:creationId xmlns:a16="http://schemas.microsoft.com/office/drawing/2014/main" id="{287C9B95-D059-7005-BFA1-731AD9358881}"/>
              </a:ext>
            </a:extLst>
          </p:cNvPr>
          <p:cNvSpPr txBox="1"/>
          <p:nvPr/>
        </p:nvSpPr>
        <p:spPr>
          <a:xfrm>
            <a:off x="4185263" y="9249333"/>
            <a:ext cx="1076070"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Detect and stop advancing threats</a:t>
            </a:r>
            <a:endParaRPr lang="en-US" sz="900" dirty="0">
              <a:latin typeface="IBM Plex Sans Light"/>
              <a:cs typeface="IBM Plex Sans Light" panose="020B0604020202020204" pitchFamily="34" charset="0"/>
            </a:endParaRPr>
          </a:p>
        </p:txBody>
      </p:sp>
      <p:sp>
        <p:nvSpPr>
          <p:cNvPr id="311" name="TextBox 310">
            <a:extLst>
              <a:ext uri="{FF2B5EF4-FFF2-40B4-BE49-F238E27FC236}">
                <a16:creationId xmlns:a16="http://schemas.microsoft.com/office/drawing/2014/main" id="{867D10D0-B48A-A5B6-89F7-5BE62C4FA668}"/>
              </a:ext>
            </a:extLst>
          </p:cNvPr>
          <p:cNvSpPr txBox="1"/>
          <p:nvPr/>
        </p:nvSpPr>
        <p:spPr>
          <a:xfrm>
            <a:off x="5423100" y="9249333"/>
            <a:ext cx="852295"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Master threat hunting</a:t>
            </a:r>
            <a:endParaRPr lang="en-US" sz="900" dirty="0">
              <a:latin typeface="IBM Plex Sans Light"/>
              <a:cs typeface="IBM Plex Sans Light" panose="020B0604020202020204" pitchFamily="34" charset="0"/>
            </a:endParaRPr>
          </a:p>
        </p:txBody>
      </p:sp>
      <p:sp>
        <p:nvSpPr>
          <p:cNvPr id="313" name="TextBox 312">
            <a:extLst>
              <a:ext uri="{FF2B5EF4-FFF2-40B4-BE49-F238E27FC236}">
                <a16:creationId xmlns:a16="http://schemas.microsoft.com/office/drawing/2014/main" id="{EAB75C9C-9F79-FDDF-DB94-332E65380460}"/>
              </a:ext>
            </a:extLst>
          </p:cNvPr>
          <p:cNvSpPr txBox="1"/>
          <p:nvPr/>
        </p:nvSpPr>
        <p:spPr>
          <a:xfrm>
            <a:off x="6437162" y="9249333"/>
            <a:ext cx="971219" cy="3776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Protect critical assets</a:t>
            </a:r>
            <a:endParaRPr lang="en-US" sz="900" dirty="0">
              <a:latin typeface="IBM Plex Sans Light"/>
              <a:cs typeface="IBM Plex Sans Light" panose="020B0604020202020204" pitchFamily="34" charset="0"/>
            </a:endParaRPr>
          </a:p>
        </p:txBody>
      </p:sp>
      <p:pic>
        <p:nvPicPr>
          <p:cNvPr id="369" name="Graphic 368">
            <a:extLst>
              <a:ext uri="{FF2B5EF4-FFF2-40B4-BE49-F238E27FC236}">
                <a16:creationId xmlns:a16="http://schemas.microsoft.com/office/drawing/2014/main" id="{C022A0C5-CEC8-2F78-CDBC-2C0530781A9F}"/>
              </a:ext>
            </a:extLst>
          </p:cNvPr>
          <p:cNvPicPr>
            <a:picLocks noChangeAspect="1"/>
          </p:cNvPicPr>
          <p:nvPr/>
        </p:nvPicPr>
        <p:blipFill>
          <a:blip>
            <a:extLst>
              <a:ext uri="{96DAC541-7B7A-43D3-8B79-37D633B846F1}">
                <asvg:svgBlip xmlns:asvg="http://schemas.microsoft.com/office/drawing/2016/SVG/main" r:embed="rId41"/>
              </a:ext>
            </a:extLst>
          </a:blip>
          <a:srcRect/>
          <a:stretch/>
        </p:blipFill>
        <p:spPr>
          <a:xfrm>
            <a:off x="5660177" y="5866595"/>
            <a:ext cx="429768" cy="429768"/>
          </a:xfrm>
          <a:prstGeom prst="rect">
            <a:avLst/>
          </a:prstGeom>
        </p:spPr>
      </p:pic>
      <p:sp>
        <p:nvSpPr>
          <p:cNvPr id="371" name="TextBox 370">
            <a:extLst>
              <a:ext uri="{FF2B5EF4-FFF2-40B4-BE49-F238E27FC236}">
                <a16:creationId xmlns:a16="http://schemas.microsoft.com/office/drawing/2014/main" id="{BABD10AE-CB98-646A-1A78-185B38D37E48}"/>
              </a:ext>
            </a:extLst>
          </p:cNvPr>
          <p:cNvSpPr txBox="1"/>
          <p:nvPr/>
        </p:nvSpPr>
        <p:spPr>
          <a:xfrm>
            <a:off x="5524380" y="6461813"/>
            <a:ext cx="796655"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Zero trust</a:t>
            </a:r>
            <a:endParaRPr lang="en-US" sz="900" dirty="0">
              <a:latin typeface="IBM Plex Sans Light"/>
              <a:cs typeface="IBM Plex Sans Light" panose="020B0604020202020204" pitchFamily="34" charset="0"/>
            </a:endParaRPr>
          </a:p>
        </p:txBody>
      </p:sp>
      <p:pic>
        <p:nvPicPr>
          <p:cNvPr id="385" name="Picture Placeholder 24">
            <a:extLst>
              <a:ext uri="{FF2B5EF4-FFF2-40B4-BE49-F238E27FC236}">
                <a16:creationId xmlns:a16="http://schemas.microsoft.com/office/drawing/2014/main" id="{302C5691-D418-D688-4736-94664FE25A6F}"/>
              </a:ext>
            </a:extLst>
          </p:cNvPr>
          <p:cNvPicPr>
            <a:picLocks noChangeAspect="1"/>
          </p:cNvPicPr>
          <p:nvPr/>
        </p:nvPicPr>
        <p:blipFill>
          <a:blip>
            <a:extLst>
              <a:ext uri="{96DAC541-7B7A-43D3-8B79-37D633B846F1}">
                <asvg:svgBlip xmlns:asvg="http://schemas.microsoft.com/office/drawing/2016/SVG/main" r:embed="rId42"/>
              </a:ext>
            </a:extLst>
          </a:blip>
          <a:srcRect/>
          <a:stretch/>
        </p:blipFill>
        <p:spPr>
          <a:xfrm>
            <a:off x="2519641" y="3234883"/>
            <a:ext cx="429768" cy="429768"/>
          </a:xfrm>
          <a:prstGeom prst="rect">
            <a:avLst/>
          </a:prstGeom>
        </p:spPr>
      </p:pic>
      <p:sp>
        <p:nvSpPr>
          <p:cNvPr id="387" name="TextBox 386">
            <a:extLst>
              <a:ext uri="{FF2B5EF4-FFF2-40B4-BE49-F238E27FC236}">
                <a16:creationId xmlns:a16="http://schemas.microsoft.com/office/drawing/2014/main" id="{0F37783A-A796-9069-B384-7F47CA3D648F}"/>
              </a:ext>
            </a:extLst>
          </p:cNvPr>
          <p:cNvSpPr txBox="1"/>
          <p:nvPr/>
        </p:nvSpPr>
        <p:spPr>
          <a:xfrm>
            <a:off x="2320653" y="3809833"/>
            <a:ext cx="827737"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Build applications anywhere</a:t>
            </a:r>
          </a:p>
        </p:txBody>
      </p:sp>
      <p:pic>
        <p:nvPicPr>
          <p:cNvPr id="389" name="Picture Placeholder 24">
            <a:extLst>
              <a:ext uri="{FF2B5EF4-FFF2-40B4-BE49-F238E27FC236}">
                <a16:creationId xmlns:a16="http://schemas.microsoft.com/office/drawing/2014/main" id="{0030DDE1-BC22-CC98-3AB7-AD308689B903}"/>
              </a:ext>
            </a:extLst>
          </p:cNvPr>
          <p:cNvPicPr>
            <a:picLocks noChangeAspect="1"/>
          </p:cNvPicPr>
          <p:nvPr/>
        </p:nvPicPr>
        <p:blipFill>
          <a:blip>
            <a:extLst>
              <a:ext uri="{96DAC541-7B7A-43D3-8B79-37D633B846F1}">
                <asvg:svgBlip xmlns:asvg="http://schemas.microsoft.com/office/drawing/2016/SVG/main" r:embed="rId43"/>
              </a:ext>
            </a:extLst>
          </a:blip>
          <a:srcRect t="69" b="69"/>
          <a:stretch/>
        </p:blipFill>
        <p:spPr>
          <a:xfrm>
            <a:off x="6707887" y="5866894"/>
            <a:ext cx="429768" cy="429171"/>
          </a:xfrm>
          <a:prstGeom prst="rect">
            <a:avLst/>
          </a:prstGeom>
        </p:spPr>
      </p:pic>
      <p:sp>
        <p:nvSpPr>
          <p:cNvPr id="391" name="TextBox 390">
            <a:extLst>
              <a:ext uri="{FF2B5EF4-FFF2-40B4-BE49-F238E27FC236}">
                <a16:creationId xmlns:a16="http://schemas.microsoft.com/office/drawing/2014/main" id="{29A36F39-97D6-33AD-3886-AE4DAFF50D69}"/>
              </a:ext>
            </a:extLst>
          </p:cNvPr>
          <p:cNvSpPr txBox="1"/>
          <p:nvPr/>
        </p:nvSpPr>
        <p:spPr>
          <a:xfrm>
            <a:off x="6571949" y="6461813"/>
            <a:ext cx="701644" cy="429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Open source</a:t>
            </a:r>
            <a:endParaRPr lang="en-US" sz="900" dirty="0">
              <a:latin typeface="IBM Plex Sans Light"/>
              <a:cs typeface="IBM Plex Sans Light" panose="020B0604020202020204" pitchFamily="34" charset="0"/>
            </a:endParaRPr>
          </a:p>
        </p:txBody>
      </p:sp>
      <p:sp>
        <p:nvSpPr>
          <p:cNvPr id="411" name="TextBox 410">
            <a:extLst>
              <a:ext uri="{FF2B5EF4-FFF2-40B4-BE49-F238E27FC236}">
                <a16:creationId xmlns:a16="http://schemas.microsoft.com/office/drawing/2014/main" id="{BF170319-CDC2-7B2C-CFDA-EB86A3CBCCD3}"/>
              </a:ext>
            </a:extLst>
          </p:cNvPr>
          <p:cNvSpPr txBox="1"/>
          <p:nvPr/>
        </p:nvSpPr>
        <p:spPr>
          <a:xfrm>
            <a:off x="3372988" y="3809833"/>
            <a:ext cx="827737" cy="4425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Concept insights</a:t>
            </a:r>
          </a:p>
        </p:txBody>
      </p:sp>
      <p:sp>
        <p:nvSpPr>
          <p:cNvPr id="417" name="TextBox 416">
            <a:extLst>
              <a:ext uri="{FF2B5EF4-FFF2-40B4-BE49-F238E27FC236}">
                <a16:creationId xmlns:a16="http://schemas.microsoft.com/office/drawing/2014/main" id="{BB4CEBE0-E952-C3B4-A4E0-D50C56CE1970}"/>
              </a:ext>
            </a:extLst>
          </p:cNvPr>
          <p:cNvSpPr txBox="1"/>
          <p:nvPr/>
        </p:nvSpPr>
        <p:spPr>
          <a:xfrm>
            <a:off x="238449" y="7809219"/>
            <a:ext cx="827737" cy="3026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Tradeoff analytics</a:t>
            </a:r>
          </a:p>
        </p:txBody>
      </p:sp>
      <p:pic>
        <p:nvPicPr>
          <p:cNvPr id="423" name="Picture 422">
            <a:extLst>
              <a:ext uri="{FF2B5EF4-FFF2-40B4-BE49-F238E27FC236}">
                <a16:creationId xmlns:a16="http://schemas.microsoft.com/office/drawing/2014/main" id="{FA377219-77E6-D8A5-00FD-4A5392F906A7}"/>
              </a:ext>
            </a:extLst>
          </p:cNvPr>
          <p:cNvPicPr>
            <a:picLocks noChangeAspect="1"/>
          </p:cNvPicPr>
          <p:nvPr/>
        </p:nvPicPr>
        <p:blipFill rotWithShape="1">
          <a:blip r:embed="rId44"/>
          <a:srcRect t="10053" b="12675"/>
          <a:stretch/>
        </p:blipFill>
        <p:spPr>
          <a:xfrm>
            <a:off x="3564168" y="3234883"/>
            <a:ext cx="429768" cy="429768"/>
          </a:xfrm>
          <a:prstGeom prst="rect">
            <a:avLst/>
          </a:prstGeom>
        </p:spPr>
      </p:pic>
      <p:pic>
        <p:nvPicPr>
          <p:cNvPr id="433" name="Picture 432">
            <a:extLst>
              <a:ext uri="{FF2B5EF4-FFF2-40B4-BE49-F238E27FC236}">
                <a16:creationId xmlns:a16="http://schemas.microsoft.com/office/drawing/2014/main" id="{4196B3D4-9D1E-FDCD-C108-DDA0C65BF2C9}"/>
              </a:ext>
            </a:extLst>
          </p:cNvPr>
          <p:cNvPicPr>
            <a:picLocks noChangeAspect="1"/>
          </p:cNvPicPr>
          <p:nvPr/>
        </p:nvPicPr>
        <p:blipFill rotWithShape="1">
          <a:blip r:embed="rId45"/>
          <a:srcRect t="17409" b="11183"/>
          <a:stretch/>
        </p:blipFill>
        <p:spPr>
          <a:xfrm>
            <a:off x="430587" y="7215482"/>
            <a:ext cx="429768" cy="397153"/>
          </a:xfrm>
          <a:prstGeom prst="rect">
            <a:avLst/>
          </a:prstGeom>
        </p:spPr>
      </p:pic>
      <p:sp>
        <p:nvSpPr>
          <p:cNvPr id="436" name="TextBox 435">
            <a:extLst>
              <a:ext uri="{FF2B5EF4-FFF2-40B4-BE49-F238E27FC236}">
                <a16:creationId xmlns:a16="http://schemas.microsoft.com/office/drawing/2014/main" id="{18650309-82ED-3C05-5911-04DB6302A07F}"/>
              </a:ext>
            </a:extLst>
          </p:cNvPr>
          <p:cNvSpPr txBox="1"/>
          <p:nvPr/>
        </p:nvSpPr>
        <p:spPr>
          <a:xfrm>
            <a:off x="136493" y="249060"/>
            <a:ext cx="4976812" cy="369332"/>
          </a:xfrm>
          <a:prstGeom prst="rect">
            <a:avLst/>
          </a:prstGeom>
          <a:noFill/>
        </p:spPr>
        <p:txBody>
          <a:bodyPr wrap="none" rtlCol="0">
            <a:spAutoFit/>
          </a:bodyPr>
          <a:lstStyle/>
          <a:p>
            <a:r>
              <a:rPr lang="en-US" dirty="0"/>
              <a:t>Pictograms (set 1 of 2) </a:t>
            </a:r>
            <a:r>
              <a:rPr lang="en-US" dirty="0">
                <a:solidFill>
                  <a:srgbClr val="C00000"/>
                </a:solidFill>
              </a:rPr>
              <a:t>– delete before publishing</a:t>
            </a:r>
          </a:p>
        </p:txBody>
      </p:sp>
    </p:spTree>
    <p:extLst>
      <p:ext uri="{BB962C8B-B14F-4D97-AF65-F5344CB8AC3E}">
        <p14:creationId xmlns:p14="http://schemas.microsoft.com/office/powerpoint/2010/main" val="730186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EE675D8-9A2C-59BE-443A-84F0A8872568}"/>
              </a:ext>
            </a:extLst>
          </p:cNvPr>
          <p:cNvGraphicFramePr>
            <a:graphicFrameLocks noGrp="1"/>
          </p:cNvGraphicFramePr>
          <p:nvPr>
            <p:extLst>
              <p:ext uri="{D42A27DB-BD31-4B8C-83A1-F6EECF244321}">
                <p14:modId xmlns:p14="http://schemas.microsoft.com/office/powerpoint/2010/main" val="3855217251"/>
              </p:ext>
            </p:extLst>
          </p:nvPr>
        </p:nvGraphicFramePr>
        <p:xfrm>
          <a:off x="233910" y="436235"/>
          <a:ext cx="7256312" cy="12949882"/>
        </p:xfrm>
        <a:graphic>
          <a:graphicData uri="http://schemas.openxmlformats.org/drawingml/2006/table">
            <a:tbl>
              <a:tblPr>
                <a:tableStyleId>{5940675A-B579-460E-94D1-54222C63F5DA}</a:tableStyleId>
              </a:tblPr>
              <a:tblGrid>
                <a:gridCol w="433584">
                  <a:extLst>
                    <a:ext uri="{9D8B030D-6E8A-4147-A177-3AD203B41FA5}">
                      <a16:colId xmlns:a16="http://schemas.microsoft.com/office/drawing/2014/main" val="3096536092"/>
                    </a:ext>
                  </a:extLst>
                </a:gridCol>
                <a:gridCol w="498267">
                  <a:extLst>
                    <a:ext uri="{9D8B030D-6E8A-4147-A177-3AD203B41FA5}">
                      <a16:colId xmlns:a16="http://schemas.microsoft.com/office/drawing/2014/main" val="927915399"/>
                    </a:ext>
                  </a:extLst>
                </a:gridCol>
                <a:gridCol w="1007477">
                  <a:extLst>
                    <a:ext uri="{9D8B030D-6E8A-4147-A177-3AD203B41FA5}">
                      <a16:colId xmlns:a16="http://schemas.microsoft.com/office/drawing/2014/main" val="1118884552"/>
                    </a:ext>
                  </a:extLst>
                </a:gridCol>
                <a:gridCol w="3259856">
                  <a:extLst>
                    <a:ext uri="{9D8B030D-6E8A-4147-A177-3AD203B41FA5}">
                      <a16:colId xmlns:a16="http://schemas.microsoft.com/office/drawing/2014/main" val="1772440865"/>
                    </a:ext>
                  </a:extLst>
                </a:gridCol>
                <a:gridCol w="2057128">
                  <a:extLst>
                    <a:ext uri="{9D8B030D-6E8A-4147-A177-3AD203B41FA5}">
                      <a16:colId xmlns:a16="http://schemas.microsoft.com/office/drawing/2014/main" val="3477108059"/>
                    </a:ext>
                  </a:extLst>
                </a:gridCol>
              </a:tblGrid>
              <a:tr h="174732">
                <a:tc>
                  <a:txBody>
                    <a:bodyPr/>
                    <a:lstStyle/>
                    <a:p>
                      <a:pPr marL="0" marR="0" algn="l" fontAlgn="t">
                        <a:lnSpc>
                          <a:spcPct val="100000"/>
                        </a:lnSpc>
                        <a:spcBef>
                          <a:spcPts val="0"/>
                        </a:spcBef>
                        <a:spcAft>
                          <a:spcPts val="1200"/>
                        </a:spcAft>
                        <a:buNone/>
                      </a:pPr>
                      <a:r>
                        <a:rPr lang="en-US" sz="900" b="1" i="0" dirty="0">
                          <a:solidFill>
                            <a:srgbClr val="242424"/>
                          </a:solidFill>
                          <a:effectLst/>
                          <a:latin typeface="IBM Plex Sans Light" panose="020B0403050203000203" pitchFamily="34" charset="0"/>
                          <a:ea typeface="IBM Plex Sans SC Light" panose="020B0403050203000203" pitchFamily="34" charset="-120"/>
                        </a:rPr>
                        <a:t>Icon id</a:t>
                      </a:r>
                    </a:p>
                  </a:txBody>
                  <a:tcPr marL="0" marR="0" marT="0" marB="0"/>
                </a:tc>
                <a:tc>
                  <a:txBody>
                    <a:bodyPr/>
                    <a:lstStyle/>
                    <a:p>
                      <a:pPr marL="0" marR="0" algn="l" fontAlgn="t">
                        <a:lnSpc>
                          <a:spcPct val="100000"/>
                        </a:lnSpc>
                        <a:spcBef>
                          <a:spcPts val="0"/>
                        </a:spcBef>
                        <a:spcAft>
                          <a:spcPts val="1200"/>
                        </a:spcAft>
                        <a:buNone/>
                      </a:pPr>
                      <a:r>
                        <a:rPr lang="en-US" sz="900" b="1" i="0" dirty="0">
                          <a:solidFill>
                            <a:srgbClr val="242424"/>
                          </a:solidFill>
                          <a:effectLst/>
                          <a:latin typeface="IBM Plex Sans Light" panose="020B0403050203000203" pitchFamily="34" charset="0"/>
                          <a:ea typeface="IBM Plex Sans SC Light" panose="020B0403050203000203" pitchFamily="34" charset="-120"/>
                        </a:rPr>
                        <a:t>Text id</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Caption text</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Associated concepts</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Visual description</a:t>
                      </a:r>
                    </a:p>
                  </a:txBody>
                  <a:tcPr marL="0" marR="0" marT="0" marB="0"/>
                </a:tc>
                <a:extLst>
                  <a:ext uri="{0D108BD9-81ED-4DB2-BD59-A6C34878D82A}">
                    <a16:rowId xmlns:a16="http://schemas.microsoft.com/office/drawing/2014/main" val="1319419902"/>
                  </a:ext>
                </a:extLst>
              </a:tr>
              <a:tr h="195094">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3</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9</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Cloud upload</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upload, migration, data transfer, cloud storage, publishing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Cloud with an up arrow</a:t>
                      </a:r>
                    </a:p>
                  </a:txBody>
                  <a:tcPr marL="0" marR="0" marT="0" marB="0"/>
                </a:tc>
                <a:extLst>
                  <a:ext uri="{0D108BD9-81ED-4DB2-BD59-A6C34878D82A}">
                    <a16:rowId xmlns:a16="http://schemas.microsoft.com/office/drawing/2014/main" val="92200447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On premises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private environment, local deployment,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3 Concentric upside down teardrops with nodes</a:t>
                      </a:r>
                    </a:p>
                  </a:txBody>
                  <a:tcPr marL="0" marR="0" marT="0" marB="0"/>
                </a:tc>
                <a:extLst>
                  <a:ext uri="{0D108BD9-81ED-4DB2-BD59-A6C34878D82A}">
                    <a16:rowId xmlns:a16="http://schemas.microsoft.com/office/drawing/2014/main" val="3672177851"/>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Data privacy</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privacy, personal data, identity protection, confidentiality, consent, secure access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Shield with a person in it</a:t>
                      </a:r>
                    </a:p>
                  </a:txBody>
                  <a:tcPr marL="0" marR="0" marT="0" marB="0"/>
                </a:tc>
                <a:extLst>
                  <a:ext uri="{0D108BD9-81ED-4DB2-BD59-A6C34878D82A}">
                    <a16:rowId xmlns:a16="http://schemas.microsoft.com/office/drawing/2014/main" val="388406945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83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85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Analyze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analysis, assessment, review, investigation, discovery, document inspection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File with a magnifying glass over it</a:t>
                      </a:r>
                    </a:p>
                  </a:txBody>
                  <a:tcPr marL="0" marR="0" marT="0" marB="0"/>
                </a:tc>
                <a:extLst>
                  <a:ext uri="{0D108BD9-81ED-4DB2-BD59-A6C34878D82A}">
                    <a16:rowId xmlns:a16="http://schemas.microsoft.com/office/drawing/2014/main" val="224443656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117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119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Inspect data</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data analysis, binary data, data discovery, validation, diagnostics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Columns of 1’s and 0’s with a magnifying glass</a:t>
                      </a:r>
                    </a:p>
                  </a:txBody>
                  <a:tcPr marL="0" marR="0" marT="0" marB="0"/>
                </a:tc>
                <a:extLst>
                  <a:ext uri="{0D108BD9-81ED-4DB2-BD59-A6C34878D82A}">
                    <a16:rowId xmlns:a16="http://schemas.microsoft.com/office/drawing/2014/main" val="260696721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167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Cloud security</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cloud protection, secure cloud, workload security, cloud governance, containers, Kubernetes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Cloud with 3 small blocks</a:t>
                      </a:r>
                    </a:p>
                  </a:txBody>
                  <a:tcPr marL="0" marR="0" marT="0" marB="0"/>
                </a:tc>
                <a:extLst>
                  <a:ext uri="{0D108BD9-81ED-4DB2-BD59-A6C34878D82A}">
                    <a16:rowId xmlns:a16="http://schemas.microsoft.com/office/drawing/2014/main" val="2162753868"/>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165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Email security</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secure messaging, phishing protection, mail protection, communication security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Envelope with mail with a shield over it</a:t>
                      </a:r>
                    </a:p>
                  </a:txBody>
                  <a:tcPr marL="0" marR="0" marT="0" marB="0"/>
                </a:tc>
                <a:extLst>
                  <a:ext uri="{0D108BD9-81ED-4DB2-BD59-A6C34878D82A}">
                    <a16:rowId xmlns:a16="http://schemas.microsoft.com/office/drawing/2014/main" val="1195166994"/>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163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Generic inspect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search, review, examine, investigate, discover, find</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Plain magnifying glass</a:t>
                      </a:r>
                    </a:p>
                  </a:txBody>
                  <a:tcPr marL="0" marR="0" marT="0" marB="0"/>
                </a:tc>
                <a:extLst>
                  <a:ext uri="{0D108BD9-81ED-4DB2-BD59-A6C34878D82A}">
                    <a16:rowId xmlns:a16="http://schemas.microsoft.com/office/drawing/2014/main" val="1388584484"/>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161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Hybrid cloud security</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hybrid, secure infrastructure, connected environments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Cloud connected to a server</a:t>
                      </a:r>
                    </a:p>
                  </a:txBody>
                  <a:tcPr marL="0" marR="0" marT="0" marB="0"/>
                </a:tc>
                <a:extLst>
                  <a:ext uri="{0D108BD9-81ED-4DB2-BD59-A6C34878D82A}">
                    <a16:rowId xmlns:a16="http://schemas.microsoft.com/office/drawing/2014/main" val="40908937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Hybrid </a:t>
                      </a:r>
                      <a:r>
                        <a:rPr lang="en-US" sz="900" b="0" dirty="0" err="1">
                          <a:solidFill>
                            <a:srgbClr val="242424"/>
                          </a:solidFill>
                          <a:effectLst/>
                          <a:latin typeface="IBM Plex Sans Light" panose="020B0403050203000203" pitchFamily="34" charset="0"/>
                          <a:ea typeface="IBM Plex Sans SC Light" panose="020B0403050203000203" pitchFamily="34" charset="-120"/>
                        </a:rPr>
                        <a:t>multicloud</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deployment choice, cloud flexibility, interoperability, portability, platform agnostic</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clouds connected to a server</a:t>
                      </a:r>
                    </a:p>
                  </a:txBody>
                  <a:tcPr marL="0" marR="0" marT="0" marB="0"/>
                </a:tc>
                <a:extLst>
                  <a:ext uri="{0D108BD9-81ED-4DB2-BD59-A6C34878D82A}">
                    <a16:rowId xmlns:a16="http://schemas.microsoft.com/office/drawing/2014/main" val="55754434"/>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err="1">
                          <a:solidFill>
                            <a:srgbClr val="242424"/>
                          </a:solidFill>
                          <a:effectLst/>
                          <a:latin typeface="IBM Plex Sans Light" panose="020B0403050203000203" pitchFamily="34" charset="0"/>
                          <a:ea typeface="IBM Plex Sans SC Light" panose="020B0403050203000203" pitchFamily="34" charset="-120"/>
                        </a:rPr>
                        <a:t>Multicloud</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cloud choice, distributed cloud, cloud portability, multiple providers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clouds</a:t>
                      </a:r>
                    </a:p>
                  </a:txBody>
                  <a:tcPr marL="0" marR="0" marT="0" marB="0"/>
                </a:tc>
                <a:extLst>
                  <a:ext uri="{0D108BD9-81ED-4DB2-BD59-A6C34878D82A}">
                    <a16:rowId xmlns:a16="http://schemas.microsoft.com/office/drawing/2014/main" val="315230705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149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SaaS Security</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managed security, protection, secure service, safeguarding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Open hand holding a shield</a:t>
                      </a:r>
                    </a:p>
                  </a:txBody>
                  <a:tcPr marL="0" marR="0" marT="0" marB="0"/>
                </a:tc>
                <a:extLst>
                  <a:ext uri="{0D108BD9-81ED-4DB2-BD59-A6C34878D82A}">
                    <a16:rowId xmlns:a16="http://schemas.microsoft.com/office/drawing/2014/main" val="3854398260"/>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SaaS Software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cloud, managed service, software service, subscription software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Open hand holding a cloud</a:t>
                      </a:r>
                    </a:p>
                  </a:txBody>
                  <a:tcPr marL="0" marR="0" marT="0" marB="0"/>
                </a:tc>
                <a:extLst>
                  <a:ext uri="{0D108BD9-81ED-4DB2-BD59-A6C34878D82A}">
                    <a16:rowId xmlns:a16="http://schemas.microsoft.com/office/drawing/2014/main" val="192071914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Security appliance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mobile gateway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Box with 4 arrows coming into it</a:t>
                      </a:r>
                    </a:p>
                  </a:txBody>
                  <a:tcPr marL="0" marR="0" marT="0" marB="0"/>
                </a:tc>
                <a:extLst>
                  <a:ext uri="{0D108BD9-81ED-4DB2-BD59-A6C34878D82A}">
                    <a16:rowId xmlns:a16="http://schemas.microsoft.com/office/drawing/2014/main" val="376786998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155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Traffic encryption</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data in transit, secure communications, network security, confidentiality. secure connection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4 lines running behind it with circle endpoints</a:t>
                      </a:r>
                    </a:p>
                  </a:txBody>
                  <a:tcPr marL="0" marR="0" marT="0" marB="0"/>
                </a:tc>
                <a:extLst>
                  <a:ext uri="{0D108BD9-81ED-4DB2-BD59-A6C34878D82A}">
                    <a16:rowId xmlns:a16="http://schemas.microsoft.com/office/drawing/2014/main" val="1753386704"/>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Trust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trust, assurance, confidence, support, component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Open hand holding a square</a:t>
                      </a:r>
                    </a:p>
                  </a:txBody>
                  <a:tcPr marL="0" marR="0" marT="0" marB="0"/>
                </a:tc>
                <a:extLst>
                  <a:ext uri="{0D108BD9-81ED-4DB2-BD59-A6C34878D82A}">
                    <a16:rowId xmlns:a16="http://schemas.microsoft.com/office/drawing/2014/main" val="38352786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385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387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Build applications anywhere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application development, build, portability, deployment flexibility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circle with an application and a plus sign in it</a:t>
                      </a:r>
                    </a:p>
                  </a:txBody>
                  <a:tcPr marL="0" marR="0" marT="0" marB="0"/>
                </a:tc>
                <a:extLst>
                  <a:ext uri="{0D108BD9-81ED-4DB2-BD59-A6C34878D82A}">
                    <a16:rowId xmlns:a16="http://schemas.microsoft.com/office/drawing/2014/main" val="3983853038"/>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423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411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Concept insights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concept mapping, connected insights, relationships, knowledge graph, pattern recognition, hub and spoke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4 nodes connected to a larger node</a:t>
                      </a:r>
                    </a:p>
                  </a:txBody>
                  <a:tcPr marL="0" marR="0" marT="0" marB="0"/>
                </a:tc>
                <a:extLst>
                  <a:ext uri="{0D108BD9-81ED-4DB2-BD59-A6C34878D82A}">
                    <a16:rowId xmlns:a16="http://schemas.microsoft.com/office/drawing/2014/main" val="201361039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61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63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Build</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build, create, compose, assemble, develop, module, components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Different shapes in a circle with solid and dotted lines connecting</a:t>
                      </a:r>
                    </a:p>
                  </a:txBody>
                  <a:tcPr marL="0" marR="0" marT="0" marB="0"/>
                </a:tc>
                <a:extLst>
                  <a:ext uri="{0D108BD9-81ED-4DB2-BD59-A6C34878D82A}">
                    <a16:rowId xmlns:a16="http://schemas.microsoft.com/office/drawing/2014/main" val="148176784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65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Connect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connect, integration, interoperability, ecosystem, data exchange, orchestration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Different shapes connected with arrows</a:t>
                      </a:r>
                    </a:p>
                  </a:txBody>
                  <a:tcPr marL="0" marR="0" marT="0" marB="0"/>
                </a:tc>
                <a:extLst>
                  <a:ext uri="{0D108BD9-81ED-4DB2-BD59-A6C34878D82A}">
                    <a16:rowId xmlns:a16="http://schemas.microsoft.com/office/drawing/2014/main" val="1347679143"/>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67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69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Dialogue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conversation, communication, collaboration, chat, feedback, engagement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Speech bubble with 3 dots in it</a:t>
                      </a:r>
                    </a:p>
                  </a:txBody>
                  <a:tcPr marL="0" marR="0" marT="0" marB="0"/>
                </a:tc>
                <a:extLst>
                  <a:ext uri="{0D108BD9-81ED-4DB2-BD59-A6C34878D82A}">
                    <a16:rowId xmlns:a16="http://schemas.microsoft.com/office/drawing/2014/main" val="2648855012"/>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87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89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Path</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journey, roadmap, workflow, navigation, progression, phased adoption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Grid of 9 circles with a path through them</a:t>
                      </a:r>
                    </a:p>
                  </a:txBody>
                  <a:tcPr marL="0" marR="0" marT="0" marB="0"/>
                </a:tc>
                <a:extLst>
                  <a:ext uri="{0D108BD9-81ED-4DB2-BD59-A6C34878D82A}">
                    <a16:rowId xmlns:a16="http://schemas.microsoft.com/office/drawing/2014/main" val="170048715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131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133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Secure search</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search, verified results, validate, find, identify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Magnifying glass over a check mark</a:t>
                      </a:r>
                    </a:p>
                  </a:txBody>
                  <a:tcPr marL="0" marR="0" marT="0" marB="0"/>
                </a:tc>
                <a:extLst>
                  <a:ext uri="{0D108BD9-81ED-4DB2-BD59-A6C34878D82A}">
                    <a16:rowId xmlns:a16="http://schemas.microsoft.com/office/drawing/2014/main" val="34983168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91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93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Mobile chat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mobile communication, messaging, conversational experience, , chatbot, mobile support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Mobile device with a speech bubble</a:t>
                      </a:r>
                    </a:p>
                  </a:txBody>
                  <a:tcPr marL="0" marR="0" marT="0" marB="0"/>
                </a:tc>
                <a:extLst>
                  <a:ext uri="{0D108BD9-81ED-4DB2-BD59-A6C34878D82A}">
                    <a16:rowId xmlns:a16="http://schemas.microsoft.com/office/drawing/2014/main" val="1673981023"/>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171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173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Global partner</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partnership, global ecosystem, alliance, collaboration, co-creation, international</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Handshake over a globe</a:t>
                      </a:r>
                    </a:p>
                  </a:txBody>
                  <a:tcPr marL="0" marR="0" marT="0" marB="0"/>
                </a:tc>
                <a:extLst>
                  <a:ext uri="{0D108BD9-81ED-4DB2-BD59-A6C34878D82A}">
                    <a16:rowId xmlns:a16="http://schemas.microsoft.com/office/drawing/2014/main" val="1458847130"/>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191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193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High performance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performance, optimization, growth, scalability, acceleration, productivity, improvement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Box with an arrow in it trending up</a:t>
                      </a:r>
                    </a:p>
                  </a:txBody>
                  <a:tcPr marL="0" marR="0" marT="0" marB="0"/>
                </a:tc>
                <a:extLst>
                  <a:ext uri="{0D108BD9-81ED-4DB2-BD59-A6C34878D82A}">
                    <a16:rowId xmlns:a16="http://schemas.microsoft.com/office/drawing/2014/main" val="3738222579"/>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207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209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Reducing cost</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savings, efficiency, optimization, lower operating cost, financial value, </a:t>
                      </a:r>
                      <a:r>
                        <a:rPr lang="en-US" sz="900" b="0" i="0" u="none" strike="noStrike" dirty="0" err="1">
                          <a:solidFill>
                            <a:srgbClr val="000000"/>
                          </a:solidFill>
                          <a:effectLst/>
                          <a:latin typeface="IBM Plex Sans Light" panose="020B0403050203000203" pitchFamily="34" charset="0"/>
                        </a:rPr>
                        <a:t>roi</a:t>
                      </a:r>
                      <a:endParaRPr lang="en-US" sz="900" b="0" i="0" u="none" strike="noStrike" dirty="0">
                        <a:solidFill>
                          <a:srgbClr val="000000"/>
                        </a:solidFill>
                        <a:effectLst/>
                        <a:latin typeface="IBM Plex Sans Light" panose="020B0403050203000203" pitchFamily="34" charset="0"/>
                      </a:endParaRP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graph with a line trending down and a dollar sign</a:t>
                      </a:r>
                    </a:p>
                  </a:txBody>
                  <a:tcPr marL="0" marR="0" marT="0" marB="0"/>
                </a:tc>
                <a:extLst>
                  <a:ext uri="{0D108BD9-81ED-4DB2-BD59-A6C34878D82A}">
                    <a16:rowId xmlns:a16="http://schemas.microsoft.com/office/drawing/2014/main" val="1822908461"/>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Renew</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refresh, modernize, lifecycle, continuous improvement, reuse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Two curved arrows making a circle</a:t>
                      </a:r>
                    </a:p>
                  </a:txBody>
                  <a:tcPr marL="0" marR="0" marT="0" marB="0"/>
                </a:tc>
                <a:extLst>
                  <a:ext uri="{0D108BD9-81ED-4DB2-BD59-A6C34878D82A}">
                    <a16:rowId xmlns:a16="http://schemas.microsoft.com/office/drawing/2014/main" val="43236554"/>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99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101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Envelope</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email, message, communication, notification, correspondence, outreach</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Envelope</a:t>
                      </a:r>
                    </a:p>
                  </a:txBody>
                  <a:tcPr marL="0" marR="0" marT="0" marB="0"/>
                </a:tc>
                <a:extLst>
                  <a:ext uri="{0D108BD9-81ED-4DB2-BD59-A6C34878D82A}">
                    <a16:rowId xmlns:a16="http://schemas.microsoft.com/office/drawing/2014/main" val="32077484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175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177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Tools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configure, maintain, implementation, operations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Screwdriver and wrench</a:t>
                      </a:r>
                    </a:p>
                  </a:txBody>
                  <a:tcPr marL="0" marR="0" marT="0" marB="0"/>
                </a:tc>
                <a:extLst>
                  <a:ext uri="{0D108BD9-81ED-4DB2-BD59-A6C34878D82A}">
                    <a16:rowId xmlns:a16="http://schemas.microsoft.com/office/drawing/2014/main" val="1313136800"/>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115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121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Robotics</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automation, industrial, manufacturing, autonomous operations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Robotic factory arm</a:t>
                      </a:r>
                    </a:p>
                  </a:txBody>
                  <a:tcPr marL="0" marR="0" marT="0" marB="0"/>
                </a:tc>
                <a:extLst>
                  <a:ext uri="{0D108BD9-81ED-4DB2-BD59-A6C34878D82A}">
                    <a16:rowId xmlns:a16="http://schemas.microsoft.com/office/drawing/2014/main" val="3021081023"/>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187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189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Accelerated transformation</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acceleration, modernization, evolution, rapid change, transformation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Square transitioning into a circle</a:t>
                      </a:r>
                    </a:p>
                  </a:txBody>
                  <a:tcPr marL="0" marR="0" marT="0" marB="0"/>
                </a:tc>
                <a:extLst>
                  <a:ext uri="{0D108BD9-81ED-4DB2-BD59-A6C34878D82A}">
                    <a16:rowId xmlns:a16="http://schemas.microsoft.com/office/drawing/2014/main" val="401474190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203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205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Chart scree plot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analytics, data visualization, trend analysis, statistical analysis, performance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line graph with points</a:t>
                      </a:r>
                    </a:p>
                  </a:txBody>
                  <a:tcPr marL="0" marR="0" marT="0" marB="0"/>
                </a:tc>
                <a:extLst>
                  <a:ext uri="{0D108BD9-81ED-4DB2-BD59-A6C34878D82A}">
                    <a16:rowId xmlns:a16="http://schemas.microsoft.com/office/drawing/2014/main" val="307111677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369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371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Zero trust</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identity security, access control, least privilege, authentication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circular arrow going around a person and shield</a:t>
                      </a:r>
                    </a:p>
                  </a:txBody>
                  <a:tcPr marL="0" marR="0" marT="0" marB="0"/>
                </a:tc>
                <a:extLst>
                  <a:ext uri="{0D108BD9-81ED-4DB2-BD59-A6C34878D82A}">
                    <a16:rowId xmlns:a16="http://schemas.microsoft.com/office/drawing/2014/main" val="867969879"/>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389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391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Open source</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openness, extensibility, interoperability, ecosystem choice, reduced lock-in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The open source logo</a:t>
                      </a:r>
                    </a:p>
                  </a:txBody>
                  <a:tcPr marL="0" marR="0" marT="0" marB="0"/>
                </a:tc>
                <a:extLst>
                  <a:ext uri="{0D108BD9-81ED-4DB2-BD59-A6C34878D82A}">
                    <a16:rowId xmlns:a16="http://schemas.microsoft.com/office/drawing/2014/main" val="144432000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433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417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Tradeoff analytics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Risk analysis, decision support, prioritization, optimization, balanced decisions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balance with 3 small circles on one side and a big one on the other</a:t>
                      </a:r>
                    </a:p>
                  </a:txBody>
                  <a:tcPr marL="0" marR="0" marT="0" marB="0"/>
                </a:tc>
                <a:extLst>
                  <a:ext uri="{0D108BD9-81ED-4DB2-BD59-A6C34878D82A}">
                    <a16:rowId xmlns:a16="http://schemas.microsoft.com/office/drawing/2014/main" val="326279173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Hybrid cloud services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on-premises integration, deployment flexibility, hybrid infrastructure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server deck and a cloud</a:t>
                      </a:r>
                    </a:p>
                  </a:txBody>
                  <a:tcPr marL="0" marR="0" marT="0" marB="0"/>
                </a:tc>
                <a:extLst>
                  <a:ext uri="{0D108BD9-81ED-4DB2-BD59-A6C34878D82A}">
                    <a16:rowId xmlns:a16="http://schemas.microsoft.com/office/drawing/2014/main" val="844927939"/>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Retrieve and rank</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search, ranking, relevance, knowledge discovery, recommendations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Magnifying glass over rectangular fields</a:t>
                      </a:r>
                    </a:p>
                  </a:txBody>
                  <a:tcPr marL="0" marR="0" marT="0" marB="0"/>
                </a:tc>
                <a:extLst>
                  <a:ext uri="{0D108BD9-81ED-4DB2-BD59-A6C34878D82A}">
                    <a16:rowId xmlns:a16="http://schemas.microsoft.com/office/drawing/2014/main" val="2627845968"/>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71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73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Data insights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insights, data intelligence, pattern detection, decision support, knowledge extraction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Two lines of shapes with a circle being lowered into on line</a:t>
                      </a:r>
                    </a:p>
                  </a:txBody>
                  <a:tcPr marL="0" marR="0" marT="0" marB="0"/>
                </a:tc>
                <a:extLst>
                  <a:ext uri="{0D108BD9-81ED-4DB2-BD59-A6C34878D82A}">
                    <a16:rowId xmlns:a16="http://schemas.microsoft.com/office/drawing/2014/main" val="108714084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95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97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Touch</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interaction, user experience, engagement, activation, accessibility, intuitive interface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pointer finger touching a circle</a:t>
                      </a:r>
                    </a:p>
                  </a:txBody>
                  <a:tcPr marL="0" marR="0" marT="0" marB="0"/>
                </a:tc>
                <a:extLst>
                  <a:ext uri="{0D108BD9-81ED-4DB2-BD59-A6C34878D82A}">
                    <a16:rowId xmlns:a16="http://schemas.microsoft.com/office/drawing/2014/main" val="1139080548"/>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143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145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Machine learning 06</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artificial intelligence, predictive analytics, intelligent automation, model training, cognitive computing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brain with lines representing signals coming out</a:t>
                      </a:r>
                    </a:p>
                  </a:txBody>
                  <a:tcPr marL="0" marR="0" marT="0" marB="0"/>
                </a:tc>
                <a:extLst>
                  <a:ext uri="{0D108BD9-81ED-4DB2-BD59-A6C34878D82A}">
                    <a16:rowId xmlns:a16="http://schemas.microsoft.com/office/drawing/2014/main" val="189039557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299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Strategy and risk</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strategy, risk management, governance, planning, controls, resilience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a playbook in it</a:t>
                      </a:r>
                    </a:p>
                  </a:txBody>
                  <a:tcPr marL="0" marR="0" marT="0" marB="0"/>
                </a:tc>
                <a:extLst>
                  <a:ext uri="{0D108BD9-81ED-4DB2-BD59-A6C34878D82A}">
                    <a16:rowId xmlns:a16="http://schemas.microsoft.com/office/drawing/2014/main" val="4230717573"/>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301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Threat management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threat detection, cyber risk, security operations, incident response, protection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a target in it</a:t>
                      </a:r>
                    </a:p>
                  </a:txBody>
                  <a:tcPr marL="0" marR="0" marT="0" marB="0"/>
                </a:tc>
                <a:extLst>
                  <a:ext uri="{0D108BD9-81ED-4DB2-BD59-A6C34878D82A}">
                    <a16:rowId xmlns:a16="http://schemas.microsoft.com/office/drawing/2014/main" val="3373779478"/>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229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303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Digital trust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identity assurance, compliance, verification, governance, accountability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a person and a checklist in it</a:t>
                      </a:r>
                    </a:p>
                  </a:txBody>
                  <a:tcPr marL="0" marR="0" marT="0" marB="0"/>
                </a:tc>
                <a:extLst>
                  <a:ext uri="{0D108BD9-81ED-4DB2-BD59-A6C34878D82A}">
                    <a16:rowId xmlns:a16="http://schemas.microsoft.com/office/drawing/2014/main" val="2019465137"/>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305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Get ahead of risk and compliance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compliance, risk management, regulatory readiness, controls, audit, governance, </a:t>
                      </a:r>
                      <a:r>
                        <a:rPr lang="en-US" sz="900" b="0" i="0" u="none" strike="noStrike" dirty="0" err="1">
                          <a:solidFill>
                            <a:srgbClr val="000000"/>
                          </a:solidFill>
                          <a:effectLst/>
                          <a:latin typeface="IBM Plex Sans Light" panose="020B0403050203000203" pitchFamily="34" charset="0"/>
                        </a:rPr>
                        <a:t>balance,equilibrium</a:t>
                      </a:r>
                      <a:endParaRPr lang="en-US" sz="900" b="0" i="0" u="none" strike="noStrike" dirty="0">
                        <a:solidFill>
                          <a:srgbClr val="000000"/>
                        </a:solidFill>
                        <a:effectLst/>
                        <a:latin typeface="IBM Plex Sans Light" panose="020B0403050203000203" pitchFamily="34" charset="0"/>
                      </a:endParaRP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balance scale</a:t>
                      </a:r>
                    </a:p>
                  </a:txBody>
                  <a:tcPr marL="0" marR="0" marT="0" marB="0"/>
                </a:tc>
                <a:extLst>
                  <a:ext uri="{0D108BD9-81ED-4DB2-BD59-A6C34878D82A}">
                    <a16:rowId xmlns:a16="http://schemas.microsoft.com/office/drawing/2014/main" val="3737153556"/>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307</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Build leadership and culture</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Winning, leader</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person on a pedestal in the middle of two other people</a:t>
                      </a:r>
                    </a:p>
                  </a:txBody>
                  <a:tcPr marL="0" marR="0" marT="0" marB="0"/>
                </a:tc>
                <a:extLst>
                  <a:ext uri="{0D108BD9-81ED-4DB2-BD59-A6C34878D82A}">
                    <a16:rowId xmlns:a16="http://schemas.microsoft.com/office/drawing/2014/main" val="3084961075"/>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219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309</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Detect and stop advancing threats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threat detection, threat prevention, defense, attack disruption, cyber resilience, rapid response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closed circle with x’s in it and a swarm of pixels around it</a:t>
                      </a:r>
                    </a:p>
                  </a:txBody>
                  <a:tcPr marL="0" marR="0" marT="0" marB="0"/>
                </a:tc>
                <a:extLst>
                  <a:ext uri="{0D108BD9-81ED-4DB2-BD59-A6C34878D82A}">
                    <a16:rowId xmlns:a16="http://schemas.microsoft.com/office/drawing/2014/main" val="542984001"/>
                  </a:ext>
                </a:extLst>
              </a:tr>
              <a:tr h="195094">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223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311</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Master threat hunting</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investigation, detection, incident discovery, on target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gun sight with x’s and an o in it</a:t>
                      </a:r>
                    </a:p>
                  </a:txBody>
                  <a:tcPr marL="0" marR="0" marT="0" marB="0"/>
                </a:tc>
                <a:extLst>
                  <a:ext uri="{0D108BD9-81ED-4DB2-BD59-A6C34878D82A}">
                    <a16:rowId xmlns:a16="http://schemas.microsoft.com/office/drawing/2014/main" val="1659787295"/>
                  </a:ext>
                </a:extLst>
              </a:tr>
              <a:tr h="199723">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225</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a:solidFill>
                            <a:srgbClr val="242424"/>
                          </a:solidFill>
                          <a:effectLst/>
                          <a:latin typeface="IBM Plex Sans Light" panose="020B0403050203000203" pitchFamily="34" charset="0"/>
                          <a:ea typeface="IBM Plex Sans SC Light" panose="020B0403050203000203" pitchFamily="34" charset="-120"/>
                        </a:rPr>
                        <a:t>313</a:t>
                      </a:r>
                      <a:endParaRPr lang="en-US" sz="900" b="0" i="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marL="0" marR="0" algn="l" fontAlgn="t">
                        <a:lnSpc>
                          <a:spcPct val="100000"/>
                        </a:lnSpc>
                        <a:spcBef>
                          <a:spcPts val="0"/>
                        </a:spcBef>
                        <a:spcAft>
                          <a:spcPts val="1200"/>
                        </a:spcAft>
                        <a:buNone/>
                      </a:pPr>
                      <a:r>
                        <a:rPr lang="en-US" sz="900" b="0" dirty="0">
                          <a:solidFill>
                            <a:srgbClr val="242424"/>
                          </a:solidFill>
                          <a:effectLst/>
                          <a:latin typeface="IBM Plex Sans Light" panose="020B0403050203000203" pitchFamily="34" charset="0"/>
                          <a:ea typeface="IBM Plex Sans SC Light" panose="020B0403050203000203" pitchFamily="34" charset="-120"/>
                        </a:rPr>
                        <a:t>Protect critical assets</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tc>
                  <a:txBody>
                    <a:bodyPr/>
                    <a:lstStyle/>
                    <a:p>
                      <a:pPr algn="l" fontAlgn="ctr">
                        <a:buNone/>
                      </a:pPr>
                      <a:r>
                        <a:rPr lang="en-US" sz="900" b="0" i="0" u="none" strike="noStrike" dirty="0">
                          <a:solidFill>
                            <a:srgbClr val="000000"/>
                          </a:solidFill>
                          <a:effectLst/>
                          <a:latin typeface="IBM Plex Sans Light" panose="020B0403050203000203" pitchFamily="34" charset="0"/>
                        </a:rPr>
                        <a:t>asset protection, data security, information protection, safeguarding, secure data</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file with a shield over it</a:t>
                      </a:r>
                    </a:p>
                  </a:txBody>
                  <a:tcPr marL="0" marR="0" marT="0" marB="0"/>
                </a:tc>
                <a:extLst>
                  <a:ext uri="{0D108BD9-81ED-4DB2-BD59-A6C34878D82A}">
                    <a16:rowId xmlns:a16="http://schemas.microsoft.com/office/drawing/2014/main" val="4210643454"/>
                  </a:ext>
                </a:extLst>
              </a:tr>
            </a:tbl>
          </a:graphicData>
        </a:graphic>
      </p:graphicFrame>
      <p:sp>
        <p:nvSpPr>
          <p:cNvPr id="4" name="TextBox 3">
            <a:extLst>
              <a:ext uri="{FF2B5EF4-FFF2-40B4-BE49-F238E27FC236}">
                <a16:creationId xmlns:a16="http://schemas.microsoft.com/office/drawing/2014/main" id="{EE585D69-1931-4106-C045-EEC3005A33FE}"/>
              </a:ext>
            </a:extLst>
          </p:cNvPr>
          <p:cNvSpPr txBox="1"/>
          <p:nvPr/>
        </p:nvSpPr>
        <p:spPr>
          <a:xfrm>
            <a:off x="147209" y="31176"/>
            <a:ext cx="7126631" cy="369332"/>
          </a:xfrm>
          <a:prstGeom prst="rect">
            <a:avLst/>
          </a:prstGeom>
          <a:noFill/>
        </p:spPr>
        <p:txBody>
          <a:bodyPr wrap="none" rtlCol="0">
            <a:spAutoFit/>
          </a:bodyPr>
          <a:lstStyle/>
          <a:p>
            <a:r>
              <a:rPr lang="en-US" dirty="0"/>
              <a:t>Pictogram index for Set 1 (for use by AI agent </a:t>
            </a:r>
            <a:r>
              <a:rPr lang="en-US" dirty="0">
                <a:solidFill>
                  <a:srgbClr val="C00000"/>
                </a:solidFill>
              </a:rPr>
              <a:t>– delete before publishing</a:t>
            </a:r>
          </a:p>
        </p:txBody>
      </p:sp>
    </p:spTree>
    <p:extLst>
      <p:ext uri="{BB962C8B-B14F-4D97-AF65-F5344CB8AC3E}">
        <p14:creationId xmlns:p14="http://schemas.microsoft.com/office/powerpoint/2010/main" val="4089234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CEE4-2597-63F7-690C-AB2EA0A46D9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39F0D3D-EF76-5C12-AFD9-66AC86B0CAE1}"/>
              </a:ext>
            </a:extLst>
          </p:cNvPr>
          <p:cNvSpPr txBox="1"/>
          <p:nvPr/>
        </p:nvSpPr>
        <p:spPr>
          <a:xfrm>
            <a:off x="4871734" y="1345172"/>
            <a:ext cx="743462"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Analyze data</a:t>
            </a:r>
          </a:p>
        </p:txBody>
      </p:sp>
      <p:pic>
        <p:nvPicPr>
          <p:cNvPr id="27" name="Picture 26" descr="Finance gain, Black pictogram">
            <a:extLst>
              <a:ext uri="{FF2B5EF4-FFF2-40B4-BE49-F238E27FC236}">
                <a16:creationId xmlns:a16="http://schemas.microsoft.com/office/drawing/2014/main" id="{E6FFA21B-9E4D-5C22-C059-59EED4DA0FA5}"/>
              </a:ext>
            </a:extLst>
          </p:cNvPr>
          <p:cNvPicPr>
            <a:picLocks noChangeAspect="1"/>
          </p:cNvPicPr>
          <p:nvPr/>
        </p:nvPicPr>
        <p:blipFill>
          <a:blip r:embed="rId3"/>
          <a:srcRect/>
          <a:stretch/>
        </p:blipFill>
        <p:spPr>
          <a:xfrm>
            <a:off x="5979259" y="769342"/>
            <a:ext cx="429768" cy="429768"/>
          </a:xfrm>
          <a:prstGeom prst="rect">
            <a:avLst/>
          </a:prstGeom>
        </p:spPr>
      </p:pic>
      <p:sp>
        <p:nvSpPr>
          <p:cNvPr id="29" name="TextBox 28">
            <a:extLst>
              <a:ext uri="{FF2B5EF4-FFF2-40B4-BE49-F238E27FC236}">
                <a16:creationId xmlns:a16="http://schemas.microsoft.com/office/drawing/2014/main" id="{568659E3-1039-62B8-2E25-9B4F691F6F46}"/>
              </a:ext>
            </a:extLst>
          </p:cNvPr>
          <p:cNvSpPr txBox="1"/>
          <p:nvPr/>
        </p:nvSpPr>
        <p:spPr>
          <a:xfrm>
            <a:off x="5740121" y="1345172"/>
            <a:ext cx="908045" cy="3256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Financial gain </a:t>
            </a:r>
          </a:p>
        </p:txBody>
      </p:sp>
      <p:pic>
        <p:nvPicPr>
          <p:cNvPr id="37" name="Graphic 36">
            <a:extLst>
              <a:ext uri="{FF2B5EF4-FFF2-40B4-BE49-F238E27FC236}">
                <a16:creationId xmlns:a16="http://schemas.microsoft.com/office/drawing/2014/main" id="{3DAB123A-C3C1-7244-D72C-967F3FBF9F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4505" y="4040880"/>
            <a:ext cx="429768" cy="429768"/>
          </a:xfrm>
          <a:prstGeom prst="rect">
            <a:avLst/>
          </a:prstGeom>
        </p:spPr>
      </p:pic>
      <p:sp>
        <p:nvSpPr>
          <p:cNvPr id="75" name="Freeform 161">
            <a:extLst>
              <a:ext uri="{FF2B5EF4-FFF2-40B4-BE49-F238E27FC236}">
                <a16:creationId xmlns:a16="http://schemas.microsoft.com/office/drawing/2014/main" id="{95AD108C-9FFB-FC41-07B5-6D1AB2E204D8}"/>
              </a:ext>
            </a:extLst>
          </p:cNvPr>
          <p:cNvSpPr>
            <a:spLocks noChangeAspect="1"/>
          </p:cNvSpPr>
          <p:nvPr/>
        </p:nvSpPr>
        <p:spPr>
          <a:xfrm>
            <a:off x="6932851" y="763079"/>
            <a:ext cx="429768" cy="385220"/>
          </a:xfrm>
          <a:custGeom>
            <a:avLst/>
            <a:gdLst>
              <a:gd name="connsiteX0" fmla="*/ 441896 w 1768177"/>
              <a:gd name="connsiteY0" fmla="*/ 1584894 h 1584894"/>
              <a:gd name="connsiteX1" fmla="*/ 361228 w 1768177"/>
              <a:gd name="connsiteY1" fmla="*/ 1504226 h 1584894"/>
              <a:gd name="connsiteX2" fmla="*/ 441896 w 1768177"/>
              <a:gd name="connsiteY2" fmla="*/ 1423558 h 1584894"/>
              <a:gd name="connsiteX3" fmla="*/ 462656 w 1768177"/>
              <a:gd name="connsiteY3" fmla="*/ 1426286 h 1584894"/>
              <a:gd name="connsiteX4" fmla="*/ 573872 w 1768177"/>
              <a:gd name="connsiteY4" fmla="*/ 1235530 h 1584894"/>
              <a:gd name="connsiteX5" fmla="*/ 9550 w 1768177"/>
              <a:gd name="connsiteY5" fmla="*/ 805259 h 1584894"/>
              <a:gd name="connsiteX6" fmla="*/ 0 w 1768177"/>
              <a:gd name="connsiteY6" fmla="*/ 792447 h 1584894"/>
              <a:gd name="connsiteX7" fmla="*/ 9609 w 1768177"/>
              <a:gd name="connsiteY7" fmla="*/ 779635 h 1584894"/>
              <a:gd name="connsiteX8" fmla="*/ 573634 w 1768177"/>
              <a:gd name="connsiteY8" fmla="*/ 349483 h 1584894"/>
              <a:gd name="connsiteX9" fmla="*/ 462597 w 1768177"/>
              <a:gd name="connsiteY9" fmla="*/ 158667 h 1584894"/>
              <a:gd name="connsiteX10" fmla="*/ 441896 w 1768177"/>
              <a:gd name="connsiteY10" fmla="*/ 161337 h 1584894"/>
              <a:gd name="connsiteX11" fmla="*/ 361228 w 1768177"/>
              <a:gd name="connsiteY11" fmla="*/ 80668 h 1584894"/>
              <a:gd name="connsiteX12" fmla="*/ 441896 w 1768177"/>
              <a:gd name="connsiteY12" fmla="*/ 0 h 1584894"/>
              <a:gd name="connsiteX13" fmla="*/ 522564 w 1768177"/>
              <a:gd name="connsiteY13" fmla="*/ 80668 h 1584894"/>
              <a:gd name="connsiteX14" fmla="*/ 499491 w 1768177"/>
              <a:gd name="connsiteY14" fmla="*/ 137136 h 1584894"/>
              <a:gd name="connsiteX15" fmla="*/ 614858 w 1768177"/>
              <a:gd name="connsiteY15" fmla="*/ 335307 h 1584894"/>
              <a:gd name="connsiteX16" fmla="*/ 857100 w 1768177"/>
              <a:gd name="connsiteY16" fmla="*/ 296575 h 1584894"/>
              <a:gd name="connsiteX17" fmla="*/ 1653996 w 1768177"/>
              <a:gd name="connsiteY17" fmla="*/ 719075 h 1584894"/>
              <a:gd name="connsiteX18" fmla="*/ 1687509 w 1768177"/>
              <a:gd name="connsiteY18" fmla="*/ 711779 h 1584894"/>
              <a:gd name="connsiteX19" fmla="*/ 1768177 w 1768177"/>
              <a:gd name="connsiteY19" fmla="*/ 792447 h 1584894"/>
              <a:gd name="connsiteX20" fmla="*/ 1687509 w 1768177"/>
              <a:gd name="connsiteY20" fmla="*/ 873115 h 1584894"/>
              <a:gd name="connsiteX21" fmla="*/ 1653996 w 1768177"/>
              <a:gd name="connsiteY21" fmla="*/ 865820 h 1584894"/>
              <a:gd name="connsiteX22" fmla="*/ 857100 w 1768177"/>
              <a:gd name="connsiteY22" fmla="*/ 1288320 h 1584894"/>
              <a:gd name="connsiteX23" fmla="*/ 615096 w 1768177"/>
              <a:gd name="connsiteY23" fmla="*/ 1249706 h 1584894"/>
              <a:gd name="connsiteX24" fmla="*/ 499550 w 1768177"/>
              <a:gd name="connsiteY24" fmla="*/ 1447818 h 1584894"/>
              <a:gd name="connsiteX25" fmla="*/ 522564 w 1768177"/>
              <a:gd name="connsiteY25" fmla="*/ 1504226 h 1584894"/>
              <a:gd name="connsiteX26" fmla="*/ 441896 w 1768177"/>
              <a:gd name="connsiteY26" fmla="*/ 1584894 h 1584894"/>
              <a:gd name="connsiteX27" fmla="*/ 441896 w 1768177"/>
              <a:gd name="connsiteY27" fmla="*/ 1466265 h 1584894"/>
              <a:gd name="connsiteX28" fmla="*/ 403935 w 1768177"/>
              <a:gd name="connsiteY28" fmla="*/ 1504226 h 1584894"/>
              <a:gd name="connsiteX29" fmla="*/ 441896 w 1768177"/>
              <a:gd name="connsiteY29" fmla="*/ 1542188 h 1584894"/>
              <a:gd name="connsiteX30" fmla="*/ 479858 w 1768177"/>
              <a:gd name="connsiteY30" fmla="*/ 1504226 h 1584894"/>
              <a:gd name="connsiteX31" fmla="*/ 441896 w 1768177"/>
              <a:gd name="connsiteY31" fmla="*/ 1466265 h 1584894"/>
              <a:gd name="connsiteX32" fmla="*/ 637517 w 1768177"/>
              <a:gd name="connsiteY32" fmla="*/ 1211270 h 1584894"/>
              <a:gd name="connsiteX33" fmla="*/ 857100 w 1768177"/>
              <a:gd name="connsiteY33" fmla="*/ 1245613 h 1584894"/>
              <a:gd name="connsiteX34" fmla="*/ 1621254 w 1768177"/>
              <a:gd name="connsiteY34" fmla="*/ 838416 h 1584894"/>
              <a:gd name="connsiteX35" fmla="*/ 1609747 w 1768177"/>
              <a:gd name="connsiteY35" fmla="*/ 813801 h 1584894"/>
              <a:gd name="connsiteX36" fmla="*/ 1233750 w 1768177"/>
              <a:gd name="connsiteY36" fmla="*/ 813801 h 1584894"/>
              <a:gd name="connsiteX37" fmla="*/ 857100 w 1768177"/>
              <a:gd name="connsiteY37" fmla="*/ 1169690 h 1584894"/>
              <a:gd name="connsiteX38" fmla="*/ 685799 w 1768177"/>
              <a:gd name="connsiteY38" fmla="*/ 1128525 h 1584894"/>
              <a:gd name="connsiteX39" fmla="*/ 637517 w 1768177"/>
              <a:gd name="connsiteY39" fmla="*/ 1211270 h 1584894"/>
              <a:gd name="connsiteX40" fmla="*/ 53917 w 1768177"/>
              <a:gd name="connsiteY40" fmla="*/ 792447 h 1584894"/>
              <a:gd name="connsiteX41" fmla="*/ 596233 w 1768177"/>
              <a:gd name="connsiteY41" fmla="*/ 1197331 h 1584894"/>
              <a:gd name="connsiteX42" fmla="*/ 648964 w 1768177"/>
              <a:gd name="connsiteY42" fmla="*/ 1106935 h 1584894"/>
              <a:gd name="connsiteX43" fmla="*/ 479858 w 1768177"/>
              <a:gd name="connsiteY43" fmla="*/ 792447 h 1584894"/>
              <a:gd name="connsiteX44" fmla="*/ 648549 w 1768177"/>
              <a:gd name="connsiteY44" fmla="*/ 478197 h 1584894"/>
              <a:gd name="connsiteX45" fmla="*/ 595878 w 1768177"/>
              <a:gd name="connsiteY45" fmla="*/ 387682 h 1584894"/>
              <a:gd name="connsiteX46" fmla="*/ 53917 w 1768177"/>
              <a:gd name="connsiteY46" fmla="*/ 792447 h 1584894"/>
              <a:gd name="connsiteX47" fmla="*/ 707330 w 1768177"/>
              <a:gd name="connsiteY47" fmla="*/ 1091572 h 1584894"/>
              <a:gd name="connsiteX48" fmla="*/ 857100 w 1768177"/>
              <a:gd name="connsiteY48" fmla="*/ 1126983 h 1584894"/>
              <a:gd name="connsiteX49" fmla="*/ 1190984 w 1768177"/>
              <a:gd name="connsiteY49" fmla="*/ 813801 h 1584894"/>
              <a:gd name="connsiteX50" fmla="*/ 1055272 w 1768177"/>
              <a:gd name="connsiteY50" fmla="*/ 813801 h 1584894"/>
              <a:gd name="connsiteX51" fmla="*/ 857100 w 1768177"/>
              <a:gd name="connsiteY51" fmla="*/ 991745 h 1584894"/>
              <a:gd name="connsiteX52" fmla="*/ 775720 w 1768177"/>
              <a:gd name="connsiteY52" fmla="*/ 974366 h 1584894"/>
              <a:gd name="connsiteX53" fmla="*/ 707330 w 1768177"/>
              <a:gd name="connsiteY53" fmla="*/ 1091572 h 1584894"/>
              <a:gd name="connsiteX54" fmla="*/ 670140 w 1768177"/>
              <a:gd name="connsiteY54" fmla="*/ 515209 h 1584894"/>
              <a:gd name="connsiteX55" fmla="*/ 522564 w 1768177"/>
              <a:gd name="connsiteY55" fmla="*/ 792447 h 1584894"/>
              <a:gd name="connsiteX56" fmla="*/ 670496 w 1768177"/>
              <a:gd name="connsiteY56" fmla="*/ 1069982 h 1584894"/>
              <a:gd name="connsiteX57" fmla="*/ 738826 w 1768177"/>
              <a:gd name="connsiteY57" fmla="*/ 952775 h 1584894"/>
              <a:gd name="connsiteX58" fmla="*/ 657802 w 1768177"/>
              <a:gd name="connsiteY58" fmla="*/ 792447 h 1584894"/>
              <a:gd name="connsiteX59" fmla="*/ 738352 w 1768177"/>
              <a:gd name="connsiteY59" fmla="*/ 632475 h 1584894"/>
              <a:gd name="connsiteX60" fmla="*/ 670140 w 1768177"/>
              <a:gd name="connsiteY60" fmla="*/ 515209 h 1584894"/>
              <a:gd name="connsiteX61" fmla="*/ 857100 w 1768177"/>
              <a:gd name="connsiteY61" fmla="*/ 635856 h 1584894"/>
              <a:gd name="connsiteX62" fmla="*/ 700509 w 1768177"/>
              <a:gd name="connsiteY62" fmla="*/ 792447 h 1584894"/>
              <a:gd name="connsiteX63" fmla="*/ 857100 w 1768177"/>
              <a:gd name="connsiteY63" fmla="*/ 949038 h 1584894"/>
              <a:gd name="connsiteX64" fmla="*/ 1013692 w 1768177"/>
              <a:gd name="connsiteY64" fmla="*/ 792447 h 1584894"/>
              <a:gd name="connsiteX65" fmla="*/ 857100 w 1768177"/>
              <a:gd name="connsiteY65" fmla="*/ 635856 h 1584894"/>
              <a:gd name="connsiteX66" fmla="*/ 1687509 w 1768177"/>
              <a:gd name="connsiteY66" fmla="*/ 754486 h 1584894"/>
              <a:gd name="connsiteX67" fmla="*/ 1649548 w 1768177"/>
              <a:gd name="connsiteY67" fmla="*/ 792447 h 1584894"/>
              <a:gd name="connsiteX68" fmla="*/ 1687509 w 1768177"/>
              <a:gd name="connsiteY68" fmla="*/ 830409 h 1584894"/>
              <a:gd name="connsiteX69" fmla="*/ 1725471 w 1768177"/>
              <a:gd name="connsiteY69" fmla="*/ 792447 h 1584894"/>
              <a:gd name="connsiteX70" fmla="*/ 1687509 w 1768177"/>
              <a:gd name="connsiteY70" fmla="*/ 754486 h 1584894"/>
              <a:gd name="connsiteX71" fmla="*/ 1233750 w 1768177"/>
              <a:gd name="connsiteY71" fmla="*/ 771094 h 1584894"/>
              <a:gd name="connsiteX72" fmla="*/ 1609747 w 1768177"/>
              <a:gd name="connsiteY72" fmla="*/ 771094 h 1584894"/>
              <a:gd name="connsiteX73" fmla="*/ 1621254 w 1768177"/>
              <a:gd name="connsiteY73" fmla="*/ 746478 h 1584894"/>
              <a:gd name="connsiteX74" fmla="*/ 857100 w 1768177"/>
              <a:gd name="connsiteY74" fmla="*/ 339281 h 1584894"/>
              <a:gd name="connsiteX75" fmla="*/ 637161 w 1768177"/>
              <a:gd name="connsiteY75" fmla="*/ 373743 h 1584894"/>
              <a:gd name="connsiteX76" fmla="*/ 685384 w 1768177"/>
              <a:gd name="connsiteY76" fmla="*/ 456547 h 1584894"/>
              <a:gd name="connsiteX77" fmla="*/ 857100 w 1768177"/>
              <a:gd name="connsiteY77" fmla="*/ 415204 h 1584894"/>
              <a:gd name="connsiteX78" fmla="*/ 1233750 w 1768177"/>
              <a:gd name="connsiteY78" fmla="*/ 771094 h 1584894"/>
              <a:gd name="connsiteX79" fmla="*/ 1055272 w 1768177"/>
              <a:gd name="connsiteY79" fmla="*/ 771094 h 1584894"/>
              <a:gd name="connsiteX80" fmla="*/ 1190984 w 1768177"/>
              <a:gd name="connsiteY80" fmla="*/ 771094 h 1584894"/>
              <a:gd name="connsiteX81" fmla="*/ 857100 w 1768177"/>
              <a:gd name="connsiteY81" fmla="*/ 457911 h 1584894"/>
              <a:gd name="connsiteX82" fmla="*/ 706915 w 1768177"/>
              <a:gd name="connsiteY82" fmla="*/ 493559 h 1584894"/>
              <a:gd name="connsiteX83" fmla="*/ 775127 w 1768177"/>
              <a:gd name="connsiteY83" fmla="*/ 610766 h 1584894"/>
              <a:gd name="connsiteX84" fmla="*/ 857100 w 1768177"/>
              <a:gd name="connsiteY84" fmla="*/ 593149 h 1584894"/>
              <a:gd name="connsiteX85" fmla="*/ 1055272 w 1768177"/>
              <a:gd name="connsiteY85" fmla="*/ 771094 h 1584894"/>
              <a:gd name="connsiteX86" fmla="*/ 441896 w 1768177"/>
              <a:gd name="connsiteY86" fmla="*/ 42707 h 1584894"/>
              <a:gd name="connsiteX87" fmla="*/ 403935 w 1768177"/>
              <a:gd name="connsiteY87" fmla="*/ 80668 h 1584894"/>
              <a:gd name="connsiteX88" fmla="*/ 441896 w 1768177"/>
              <a:gd name="connsiteY88" fmla="*/ 118630 h 1584894"/>
              <a:gd name="connsiteX89" fmla="*/ 479858 w 1768177"/>
              <a:gd name="connsiteY89" fmla="*/ 80668 h 1584894"/>
              <a:gd name="connsiteX90" fmla="*/ 441896 w 1768177"/>
              <a:gd name="connsiteY90" fmla="*/ 42707 h 158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768177" h="1584894">
                <a:moveTo>
                  <a:pt x="441896" y="1584894"/>
                </a:moveTo>
                <a:cubicBezTo>
                  <a:pt x="397410" y="1584894"/>
                  <a:pt x="361228" y="1548712"/>
                  <a:pt x="361228" y="1504226"/>
                </a:cubicBezTo>
                <a:cubicBezTo>
                  <a:pt x="361228" y="1459740"/>
                  <a:pt x="397410" y="1423558"/>
                  <a:pt x="441896" y="1423558"/>
                </a:cubicBezTo>
                <a:cubicBezTo>
                  <a:pt x="449073" y="1423558"/>
                  <a:pt x="456013" y="1424566"/>
                  <a:pt x="462656" y="1426286"/>
                </a:cubicBezTo>
                <a:lnTo>
                  <a:pt x="573872" y="1235530"/>
                </a:lnTo>
                <a:cubicBezTo>
                  <a:pt x="244199" y="1113460"/>
                  <a:pt x="21294" y="820859"/>
                  <a:pt x="9550" y="805259"/>
                </a:cubicBezTo>
                <a:lnTo>
                  <a:pt x="0" y="792447"/>
                </a:lnTo>
                <a:lnTo>
                  <a:pt x="9609" y="779635"/>
                </a:lnTo>
                <a:cubicBezTo>
                  <a:pt x="21294" y="764035"/>
                  <a:pt x="244081" y="471613"/>
                  <a:pt x="573634" y="349483"/>
                </a:cubicBezTo>
                <a:lnTo>
                  <a:pt x="462597" y="158667"/>
                </a:lnTo>
                <a:cubicBezTo>
                  <a:pt x="455954" y="160387"/>
                  <a:pt x="449073" y="161337"/>
                  <a:pt x="441896" y="161337"/>
                </a:cubicBezTo>
                <a:cubicBezTo>
                  <a:pt x="397410" y="161337"/>
                  <a:pt x="361228" y="125154"/>
                  <a:pt x="361228" y="80668"/>
                </a:cubicBezTo>
                <a:cubicBezTo>
                  <a:pt x="361228" y="36182"/>
                  <a:pt x="397410" y="0"/>
                  <a:pt x="441896" y="0"/>
                </a:cubicBezTo>
                <a:cubicBezTo>
                  <a:pt x="486382" y="0"/>
                  <a:pt x="522564" y="36182"/>
                  <a:pt x="522564" y="80668"/>
                </a:cubicBezTo>
                <a:cubicBezTo>
                  <a:pt x="522564" y="102615"/>
                  <a:pt x="513786" y="122604"/>
                  <a:pt x="499491" y="137136"/>
                </a:cubicBezTo>
                <a:lnTo>
                  <a:pt x="614858" y="335307"/>
                </a:lnTo>
                <a:cubicBezTo>
                  <a:pt x="690781" y="311166"/>
                  <a:pt x="771924" y="296575"/>
                  <a:pt x="857100" y="296575"/>
                </a:cubicBezTo>
                <a:cubicBezTo>
                  <a:pt x="1232267" y="296575"/>
                  <a:pt x="1531452" y="581523"/>
                  <a:pt x="1653996" y="719075"/>
                </a:cubicBezTo>
                <a:cubicBezTo>
                  <a:pt x="1664258" y="714389"/>
                  <a:pt x="1675587" y="711779"/>
                  <a:pt x="1687509" y="711779"/>
                </a:cubicBezTo>
                <a:cubicBezTo>
                  <a:pt x="1731995" y="711779"/>
                  <a:pt x="1768177" y="747961"/>
                  <a:pt x="1768177" y="792447"/>
                </a:cubicBezTo>
                <a:cubicBezTo>
                  <a:pt x="1768177" y="836933"/>
                  <a:pt x="1731995" y="873115"/>
                  <a:pt x="1687509" y="873115"/>
                </a:cubicBezTo>
                <a:cubicBezTo>
                  <a:pt x="1675587" y="873115"/>
                  <a:pt x="1664139" y="870446"/>
                  <a:pt x="1653996" y="865820"/>
                </a:cubicBezTo>
                <a:cubicBezTo>
                  <a:pt x="1531392" y="1003371"/>
                  <a:pt x="1232089" y="1288320"/>
                  <a:pt x="857100" y="1288320"/>
                </a:cubicBezTo>
                <a:cubicBezTo>
                  <a:pt x="772043" y="1288320"/>
                  <a:pt x="691019" y="1273728"/>
                  <a:pt x="615096" y="1249706"/>
                </a:cubicBezTo>
                <a:lnTo>
                  <a:pt x="499550" y="1447818"/>
                </a:lnTo>
                <a:cubicBezTo>
                  <a:pt x="513786" y="1462409"/>
                  <a:pt x="522564" y="1482280"/>
                  <a:pt x="522564" y="1504226"/>
                </a:cubicBezTo>
                <a:cubicBezTo>
                  <a:pt x="522564" y="1548712"/>
                  <a:pt x="486382" y="1584894"/>
                  <a:pt x="441896" y="1584894"/>
                </a:cubicBezTo>
                <a:close/>
                <a:moveTo>
                  <a:pt x="441896" y="1466265"/>
                </a:moveTo>
                <a:cubicBezTo>
                  <a:pt x="420958" y="1466265"/>
                  <a:pt x="403935" y="1483288"/>
                  <a:pt x="403935" y="1504226"/>
                </a:cubicBezTo>
                <a:cubicBezTo>
                  <a:pt x="403935" y="1525164"/>
                  <a:pt x="420958" y="1542188"/>
                  <a:pt x="441896" y="1542188"/>
                </a:cubicBezTo>
                <a:cubicBezTo>
                  <a:pt x="462834" y="1542188"/>
                  <a:pt x="479858" y="1525164"/>
                  <a:pt x="479858" y="1504226"/>
                </a:cubicBezTo>
                <a:cubicBezTo>
                  <a:pt x="479858" y="1483288"/>
                  <a:pt x="462834" y="1466265"/>
                  <a:pt x="441896" y="1466265"/>
                </a:cubicBezTo>
                <a:close/>
                <a:moveTo>
                  <a:pt x="637517" y="1211270"/>
                </a:moveTo>
                <a:cubicBezTo>
                  <a:pt x="706974" y="1232742"/>
                  <a:pt x="780584" y="1245613"/>
                  <a:pt x="857100" y="1245613"/>
                </a:cubicBezTo>
                <a:cubicBezTo>
                  <a:pt x="1214236" y="1245613"/>
                  <a:pt x="1502269" y="971697"/>
                  <a:pt x="1621254" y="838416"/>
                </a:cubicBezTo>
                <a:cubicBezTo>
                  <a:pt x="1616094" y="831002"/>
                  <a:pt x="1612179" y="822698"/>
                  <a:pt x="1609747" y="813801"/>
                </a:cubicBezTo>
                <a:lnTo>
                  <a:pt x="1233750" y="813801"/>
                </a:lnTo>
                <a:cubicBezTo>
                  <a:pt x="1222658" y="1011912"/>
                  <a:pt x="1057941" y="1169690"/>
                  <a:pt x="857100" y="1169690"/>
                </a:cubicBezTo>
                <a:cubicBezTo>
                  <a:pt x="795472" y="1169690"/>
                  <a:pt x="737225" y="1154802"/>
                  <a:pt x="685799" y="1128525"/>
                </a:cubicBezTo>
                <a:lnTo>
                  <a:pt x="637517" y="1211270"/>
                </a:lnTo>
                <a:close/>
                <a:moveTo>
                  <a:pt x="53917" y="792447"/>
                </a:moveTo>
                <a:cubicBezTo>
                  <a:pt x="101310" y="850872"/>
                  <a:pt x="310336" y="1092877"/>
                  <a:pt x="596233" y="1197331"/>
                </a:cubicBezTo>
                <a:lnTo>
                  <a:pt x="648964" y="1106935"/>
                </a:lnTo>
                <a:cubicBezTo>
                  <a:pt x="547121" y="1039316"/>
                  <a:pt x="479858" y="923592"/>
                  <a:pt x="479858" y="792447"/>
                </a:cubicBezTo>
                <a:cubicBezTo>
                  <a:pt x="479858" y="661480"/>
                  <a:pt x="546943" y="545875"/>
                  <a:pt x="648549" y="478197"/>
                </a:cubicBezTo>
                <a:lnTo>
                  <a:pt x="595878" y="387682"/>
                </a:lnTo>
                <a:cubicBezTo>
                  <a:pt x="310158" y="492136"/>
                  <a:pt x="101310" y="734081"/>
                  <a:pt x="53917" y="792447"/>
                </a:cubicBezTo>
                <a:close/>
                <a:moveTo>
                  <a:pt x="707330" y="1091572"/>
                </a:moveTo>
                <a:cubicBezTo>
                  <a:pt x="752410" y="1114231"/>
                  <a:pt x="803302" y="1126983"/>
                  <a:pt x="857100" y="1126983"/>
                </a:cubicBezTo>
                <a:cubicBezTo>
                  <a:pt x="1034393" y="1126983"/>
                  <a:pt x="1179892" y="988364"/>
                  <a:pt x="1190984" y="813801"/>
                </a:cubicBezTo>
                <a:lnTo>
                  <a:pt x="1055272" y="813801"/>
                </a:lnTo>
                <a:cubicBezTo>
                  <a:pt x="1044595" y="913687"/>
                  <a:pt x="959834" y="991745"/>
                  <a:pt x="857100" y="991745"/>
                </a:cubicBezTo>
                <a:cubicBezTo>
                  <a:pt x="828155" y="991745"/>
                  <a:pt x="800573" y="985517"/>
                  <a:pt x="775720" y="974366"/>
                </a:cubicBezTo>
                <a:lnTo>
                  <a:pt x="707330" y="1091572"/>
                </a:lnTo>
                <a:close/>
                <a:moveTo>
                  <a:pt x="670140" y="515209"/>
                </a:moveTo>
                <a:cubicBezTo>
                  <a:pt x="581167" y="575414"/>
                  <a:pt x="522564" y="677198"/>
                  <a:pt x="522564" y="792447"/>
                </a:cubicBezTo>
                <a:cubicBezTo>
                  <a:pt x="522564" y="907874"/>
                  <a:pt x="581345" y="1009836"/>
                  <a:pt x="670496" y="1069982"/>
                </a:cubicBezTo>
                <a:lnTo>
                  <a:pt x="738826" y="952775"/>
                </a:lnTo>
                <a:cubicBezTo>
                  <a:pt x="689714" y="916475"/>
                  <a:pt x="657802" y="858109"/>
                  <a:pt x="657802" y="792447"/>
                </a:cubicBezTo>
                <a:cubicBezTo>
                  <a:pt x="657802" y="726964"/>
                  <a:pt x="689536" y="668835"/>
                  <a:pt x="738352" y="632475"/>
                </a:cubicBezTo>
                <a:lnTo>
                  <a:pt x="670140" y="515209"/>
                </a:lnTo>
                <a:close/>
                <a:moveTo>
                  <a:pt x="857100" y="635856"/>
                </a:moveTo>
                <a:cubicBezTo>
                  <a:pt x="770738" y="635856"/>
                  <a:pt x="700509" y="706144"/>
                  <a:pt x="700509" y="792447"/>
                </a:cubicBezTo>
                <a:cubicBezTo>
                  <a:pt x="700509" y="878810"/>
                  <a:pt x="770797" y="949038"/>
                  <a:pt x="857100" y="949038"/>
                </a:cubicBezTo>
                <a:cubicBezTo>
                  <a:pt x="943463" y="949038"/>
                  <a:pt x="1013692" y="878810"/>
                  <a:pt x="1013692" y="792447"/>
                </a:cubicBezTo>
                <a:cubicBezTo>
                  <a:pt x="1013692" y="706085"/>
                  <a:pt x="943463" y="635856"/>
                  <a:pt x="857100" y="635856"/>
                </a:cubicBezTo>
                <a:close/>
                <a:moveTo>
                  <a:pt x="1687509" y="754486"/>
                </a:moveTo>
                <a:cubicBezTo>
                  <a:pt x="1666571" y="754486"/>
                  <a:pt x="1649548" y="771509"/>
                  <a:pt x="1649548" y="792447"/>
                </a:cubicBezTo>
                <a:cubicBezTo>
                  <a:pt x="1649548" y="813385"/>
                  <a:pt x="1666571" y="830409"/>
                  <a:pt x="1687509" y="830409"/>
                </a:cubicBezTo>
                <a:cubicBezTo>
                  <a:pt x="1708447" y="830409"/>
                  <a:pt x="1725471" y="813385"/>
                  <a:pt x="1725471" y="792447"/>
                </a:cubicBezTo>
                <a:cubicBezTo>
                  <a:pt x="1725471" y="771509"/>
                  <a:pt x="1708447" y="754486"/>
                  <a:pt x="1687509" y="754486"/>
                </a:cubicBezTo>
                <a:close/>
                <a:moveTo>
                  <a:pt x="1233750" y="771094"/>
                </a:moveTo>
                <a:lnTo>
                  <a:pt x="1609747" y="771094"/>
                </a:lnTo>
                <a:cubicBezTo>
                  <a:pt x="1612179" y="762197"/>
                  <a:pt x="1616094" y="753893"/>
                  <a:pt x="1621254" y="746478"/>
                </a:cubicBezTo>
                <a:cubicBezTo>
                  <a:pt x="1502328" y="613257"/>
                  <a:pt x="1214354" y="339281"/>
                  <a:pt x="857100" y="339281"/>
                </a:cubicBezTo>
                <a:cubicBezTo>
                  <a:pt x="780466" y="339281"/>
                  <a:pt x="706737" y="352212"/>
                  <a:pt x="637161" y="373743"/>
                </a:cubicBezTo>
                <a:lnTo>
                  <a:pt x="685384" y="456547"/>
                </a:lnTo>
                <a:cubicBezTo>
                  <a:pt x="736928" y="430152"/>
                  <a:pt x="795294" y="415204"/>
                  <a:pt x="857100" y="415204"/>
                </a:cubicBezTo>
                <a:cubicBezTo>
                  <a:pt x="1057941" y="415204"/>
                  <a:pt x="1222658" y="572982"/>
                  <a:pt x="1233750" y="771094"/>
                </a:cubicBezTo>
                <a:close/>
                <a:moveTo>
                  <a:pt x="1055272" y="771094"/>
                </a:moveTo>
                <a:lnTo>
                  <a:pt x="1190984" y="771094"/>
                </a:lnTo>
                <a:cubicBezTo>
                  <a:pt x="1179892" y="596530"/>
                  <a:pt x="1034393" y="457911"/>
                  <a:pt x="857100" y="457911"/>
                </a:cubicBezTo>
                <a:cubicBezTo>
                  <a:pt x="803124" y="457911"/>
                  <a:pt x="752113" y="470782"/>
                  <a:pt x="706915" y="493559"/>
                </a:cubicBezTo>
                <a:lnTo>
                  <a:pt x="775127" y="610766"/>
                </a:lnTo>
                <a:cubicBezTo>
                  <a:pt x="800158" y="599436"/>
                  <a:pt x="827918" y="593149"/>
                  <a:pt x="857100" y="593149"/>
                </a:cubicBezTo>
                <a:cubicBezTo>
                  <a:pt x="959775" y="593149"/>
                  <a:pt x="1044595" y="671208"/>
                  <a:pt x="1055272" y="771094"/>
                </a:cubicBezTo>
                <a:close/>
                <a:moveTo>
                  <a:pt x="441896" y="42707"/>
                </a:moveTo>
                <a:cubicBezTo>
                  <a:pt x="420958" y="42707"/>
                  <a:pt x="403935" y="59730"/>
                  <a:pt x="403935" y="80668"/>
                </a:cubicBezTo>
                <a:cubicBezTo>
                  <a:pt x="403935" y="101606"/>
                  <a:pt x="420958" y="118630"/>
                  <a:pt x="441896" y="118630"/>
                </a:cubicBezTo>
                <a:cubicBezTo>
                  <a:pt x="462834" y="118630"/>
                  <a:pt x="479858" y="101606"/>
                  <a:pt x="479858" y="80668"/>
                </a:cubicBezTo>
                <a:cubicBezTo>
                  <a:pt x="479858" y="59730"/>
                  <a:pt x="462834" y="42707"/>
                  <a:pt x="441896" y="42707"/>
                </a:cubicBezTo>
                <a:close/>
              </a:path>
            </a:pathLst>
          </a:custGeom>
          <a:solidFill>
            <a:schemeClr val="tx1"/>
          </a:solidFill>
          <a:ln w="59234" cap="flat">
            <a:noFill/>
            <a:prstDash val="solid"/>
            <a:miter/>
          </a:ln>
        </p:spPr>
        <p:txBody>
          <a:bodyPr rtlCol="0" anchor="ctr"/>
          <a:lstStyle/>
          <a:p>
            <a:endParaRPr lang="en-US" sz="1200" dirty="0">
              <a:latin typeface="IBM Plex Sans Light"/>
            </a:endParaRPr>
          </a:p>
        </p:txBody>
      </p:sp>
      <p:sp>
        <p:nvSpPr>
          <p:cNvPr id="77" name="TextBox 76">
            <a:extLst>
              <a:ext uri="{FF2B5EF4-FFF2-40B4-BE49-F238E27FC236}">
                <a16:creationId xmlns:a16="http://schemas.microsoft.com/office/drawing/2014/main" id="{19CC4052-8472-33CB-2F2D-AA6D940965BF}"/>
              </a:ext>
            </a:extLst>
          </p:cNvPr>
          <p:cNvSpPr txBox="1"/>
          <p:nvPr/>
        </p:nvSpPr>
        <p:spPr>
          <a:xfrm>
            <a:off x="6681873" y="1345172"/>
            <a:ext cx="931724"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Monitor</a:t>
            </a:r>
            <a:endParaRPr lang="en-US" sz="900" dirty="0">
              <a:latin typeface="IBM Plex Sans Light"/>
              <a:cs typeface="IBM Plex Sans Light" panose="020B0604020202020204" pitchFamily="34" charset="0"/>
            </a:endParaRPr>
          </a:p>
        </p:txBody>
      </p:sp>
      <p:pic>
        <p:nvPicPr>
          <p:cNvPr id="79" name="Picture 78">
            <a:extLst>
              <a:ext uri="{FF2B5EF4-FFF2-40B4-BE49-F238E27FC236}">
                <a16:creationId xmlns:a16="http://schemas.microsoft.com/office/drawing/2014/main" id="{27E2704E-8B56-F296-76F8-8C3E09741A4A}"/>
              </a:ext>
            </a:extLst>
          </p:cNvPr>
          <p:cNvPicPr>
            <a:picLocks noChangeAspect="1"/>
          </p:cNvPicPr>
          <p:nvPr/>
        </p:nvPicPr>
        <p:blipFill>
          <a:blip r:embed="rId5" cstate="email">
            <a:biLevel thresh="75000"/>
            <a:extLst>
              <a:ext uri="{28A0092B-C50C-407E-A947-70E740481C1C}">
                <a14:useLocalDpi xmlns:a14="http://schemas.microsoft.com/office/drawing/2010/main"/>
              </a:ext>
            </a:extLst>
          </a:blip>
          <a:srcRect/>
          <a:stretch/>
        </p:blipFill>
        <p:spPr>
          <a:xfrm>
            <a:off x="6932851" y="2910120"/>
            <a:ext cx="429768" cy="429768"/>
          </a:xfrm>
          <a:prstGeom prst="rect">
            <a:avLst/>
          </a:prstGeom>
        </p:spPr>
      </p:pic>
      <p:sp>
        <p:nvSpPr>
          <p:cNvPr id="81" name="TextBox 80">
            <a:extLst>
              <a:ext uri="{FF2B5EF4-FFF2-40B4-BE49-F238E27FC236}">
                <a16:creationId xmlns:a16="http://schemas.microsoft.com/office/drawing/2014/main" id="{EA1AC936-7141-B0B1-1DD0-20AD442130F3}"/>
              </a:ext>
            </a:extLst>
          </p:cNvPr>
          <p:cNvSpPr txBox="1"/>
          <p:nvPr/>
        </p:nvSpPr>
        <p:spPr>
          <a:xfrm>
            <a:off x="6709491" y="3451537"/>
            <a:ext cx="876488"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Support</a:t>
            </a:r>
          </a:p>
        </p:txBody>
      </p:sp>
      <p:pic>
        <p:nvPicPr>
          <p:cNvPr id="103" name="Picture 102">
            <a:extLst>
              <a:ext uri="{FF2B5EF4-FFF2-40B4-BE49-F238E27FC236}">
                <a16:creationId xmlns:a16="http://schemas.microsoft.com/office/drawing/2014/main" id="{390A3297-DD71-C896-2F4A-CDADC8C60F54}"/>
              </a:ext>
            </a:extLst>
          </p:cNvPr>
          <p:cNvPicPr>
            <a:picLocks noChangeAspect="1"/>
          </p:cNvPicPr>
          <p:nvPr/>
        </p:nvPicPr>
        <p:blipFill>
          <a:blip r:embed="rId6">
            <a:biLevel thresh="75000"/>
          </a:blip>
          <a:srcRect/>
          <a:stretch/>
        </p:blipFill>
        <p:spPr>
          <a:xfrm>
            <a:off x="1314505" y="6347909"/>
            <a:ext cx="429768" cy="429768"/>
          </a:xfrm>
          <a:prstGeom prst="rect">
            <a:avLst/>
          </a:prstGeom>
        </p:spPr>
      </p:pic>
      <p:sp>
        <p:nvSpPr>
          <p:cNvPr id="105" name="TextBox 104">
            <a:extLst>
              <a:ext uri="{FF2B5EF4-FFF2-40B4-BE49-F238E27FC236}">
                <a16:creationId xmlns:a16="http://schemas.microsoft.com/office/drawing/2014/main" id="{15ECA7BF-1936-EB07-074D-9C4571A95BAB}"/>
              </a:ext>
            </a:extLst>
          </p:cNvPr>
          <p:cNvSpPr txBox="1"/>
          <p:nvPr/>
        </p:nvSpPr>
        <p:spPr>
          <a:xfrm>
            <a:off x="1005197" y="6919916"/>
            <a:ext cx="1048385" cy="836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Sustainability</a:t>
            </a:r>
          </a:p>
        </p:txBody>
      </p:sp>
      <p:pic>
        <p:nvPicPr>
          <p:cNvPr id="111" name="Picture 110">
            <a:extLst>
              <a:ext uri="{FF2B5EF4-FFF2-40B4-BE49-F238E27FC236}">
                <a16:creationId xmlns:a16="http://schemas.microsoft.com/office/drawing/2014/main" id="{808FB375-4C17-617B-43D5-89C5D268BD1D}"/>
              </a:ext>
            </a:extLst>
          </p:cNvPr>
          <p:cNvPicPr>
            <a:picLocks noChangeAspect="1"/>
          </p:cNvPicPr>
          <p:nvPr/>
        </p:nvPicPr>
        <p:blipFill>
          <a:blip r:embed="rId7" cstate="email">
            <a:biLevel thresh="75000"/>
            <a:extLst>
              <a:ext uri="{28A0092B-C50C-407E-A947-70E740481C1C}">
                <a14:useLocalDpi xmlns:a14="http://schemas.microsoft.com/office/drawing/2010/main"/>
              </a:ext>
            </a:extLst>
          </a:blip>
          <a:srcRect/>
          <a:stretch/>
        </p:blipFill>
        <p:spPr>
          <a:xfrm>
            <a:off x="388576" y="4040880"/>
            <a:ext cx="429768" cy="429768"/>
          </a:xfrm>
          <a:prstGeom prst="rect">
            <a:avLst/>
          </a:prstGeom>
        </p:spPr>
      </p:pic>
      <p:sp>
        <p:nvSpPr>
          <p:cNvPr id="113" name="TextBox 112">
            <a:extLst>
              <a:ext uri="{FF2B5EF4-FFF2-40B4-BE49-F238E27FC236}">
                <a16:creationId xmlns:a16="http://schemas.microsoft.com/office/drawing/2014/main" id="{F9913ECB-D04D-49C9-AD12-DD3DFA0111A1}"/>
              </a:ext>
            </a:extLst>
          </p:cNvPr>
          <p:cNvSpPr txBox="1"/>
          <p:nvPr/>
        </p:nvSpPr>
        <p:spPr>
          <a:xfrm>
            <a:off x="169242" y="4606385"/>
            <a:ext cx="868437"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Microscope</a:t>
            </a:r>
          </a:p>
        </p:txBody>
      </p:sp>
      <p:pic>
        <p:nvPicPr>
          <p:cNvPr id="123" name="Picture 122">
            <a:extLst>
              <a:ext uri="{FF2B5EF4-FFF2-40B4-BE49-F238E27FC236}">
                <a16:creationId xmlns:a16="http://schemas.microsoft.com/office/drawing/2014/main" id="{032F7A6F-1618-AAD8-320B-314ED2E64D4E}"/>
              </a:ext>
            </a:extLst>
          </p:cNvPr>
          <p:cNvPicPr>
            <a:picLocks noChangeAspect="1"/>
          </p:cNvPicPr>
          <p:nvPr/>
        </p:nvPicPr>
        <p:blipFill>
          <a:blip r:embed="rId8">
            <a:biLevel thresh="75000"/>
          </a:blip>
          <a:srcRect/>
          <a:stretch/>
        </p:blipFill>
        <p:spPr>
          <a:xfrm>
            <a:off x="2239040" y="6347909"/>
            <a:ext cx="429768" cy="429768"/>
          </a:xfrm>
          <a:prstGeom prst="rect">
            <a:avLst/>
          </a:prstGeom>
        </p:spPr>
      </p:pic>
      <p:sp>
        <p:nvSpPr>
          <p:cNvPr id="125" name="TextBox 124">
            <a:extLst>
              <a:ext uri="{FF2B5EF4-FFF2-40B4-BE49-F238E27FC236}">
                <a16:creationId xmlns:a16="http://schemas.microsoft.com/office/drawing/2014/main" id="{33381275-F141-6A56-91BD-5B91DE0F2B0E}"/>
              </a:ext>
            </a:extLst>
          </p:cNvPr>
          <p:cNvSpPr txBox="1"/>
          <p:nvPr/>
        </p:nvSpPr>
        <p:spPr>
          <a:xfrm>
            <a:off x="1914490" y="6919916"/>
            <a:ext cx="1078869"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Networking 02</a:t>
            </a:r>
          </a:p>
        </p:txBody>
      </p:sp>
      <p:pic>
        <p:nvPicPr>
          <p:cNvPr id="127" name="Picture 126">
            <a:extLst>
              <a:ext uri="{FF2B5EF4-FFF2-40B4-BE49-F238E27FC236}">
                <a16:creationId xmlns:a16="http://schemas.microsoft.com/office/drawing/2014/main" id="{BB96A823-591D-6E80-945B-9799690886F7}"/>
              </a:ext>
            </a:extLst>
          </p:cNvPr>
          <p:cNvPicPr>
            <a:picLocks noChangeAspect="1"/>
          </p:cNvPicPr>
          <p:nvPr/>
        </p:nvPicPr>
        <p:blipFill>
          <a:blip r:embed="rId9"/>
          <a:srcRect/>
          <a:stretch/>
        </p:blipFill>
        <p:spPr>
          <a:xfrm>
            <a:off x="3170690" y="6349975"/>
            <a:ext cx="429768" cy="425637"/>
          </a:xfrm>
          <a:prstGeom prst="rect">
            <a:avLst/>
          </a:prstGeom>
        </p:spPr>
      </p:pic>
      <p:sp>
        <p:nvSpPr>
          <p:cNvPr id="129" name="TextBox 128">
            <a:extLst>
              <a:ext uri="{FF2B5EF4-FFF2-40B4-BE49-F238E27FC236}">
                <a16:creationId xmlns:a16="http://schemas.microsoft.com/office/drawing/2014/main" id="{8FBDB7ED-EE97-9B10-0B43-8759F6D5DFED}"/>
              </a:ext>
            </a:extLst>
          </p:cNvPr>
          <p:cNvSpPr txBox="1"/>
          <p:nvPr/>
        </p:nvSpPr>
        <p:spPr>
          <a:xfrm>
            <a:off x="2879235" y="6919916"/>
            <a:ext cx="1012679"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Networking 04</a:t>
            </a:r>
          </a:p>
        </p:txBody>
      </p:sp>
      <p:pic>
        <p:nvPicPr>
          <p:cNvPr id="135" name="Picture 134">
            <a:extLst>
              <a:ext uri="{FF2B5EF4-FFF2-40B4-BE49-F238E27FC236}">
                <a16:creationId xmlns:a16="http://schemas.microsoft.com/office/drawing/2014/main" id="{A34B324B-2EA6-51AD-947B-28AC1027950B}"/>
              </a:ext>
            </a:extLst>
          </p:cNvPr>
          <p:cNvPicPr>
            <a:picLocks noChangeAspect="1"/>
          </p:cNvPicPr>
          <p:nvPr/>
        </p:nvPicPr>
        <p:blipFill>
          <a:blip r:embed="rId10">
            <a:biLevel thresh="75000"/>
          </a:blip>
          <a:srcRect/>
          <a:stretch/>
        </p:blipFill>
        <p:spPr>
          <a:xfrm>
            <a:off x="388576" y="1914329"/>
            <a:ext cx="429768" cy="429768"/>
          </a:xfrm>
          <a:prstGeom prst="rect">
            <a:avLst/>
          </a:prstGeom>
        </p:spPr>
      </p:pic>
      <p:sp>
        <p:nvSpPr>
          <p:cNvPr id="137" name="TextBox 136">
            <a:extLst>
              <a:ext uri="{FF2B5EF4-FFF2-40B4-BE49-F238E27FC236}">
                <a16:creationId xmlns:a16="http://schemas.microsoft.com/office/drawing/2014/main" id="{0CAD2659-AB0E-5AC6-CC88-84E3D4B20CBF}"/>
              </a:ext>
            </a:extLst>
          </p:cNvPr>
          <p:cNvSpPr txBox="1"/>
          <p:nvPr/>
        </p:nvSpPr>
        <p:spPr>
          <a:xfrm>
            <a:off x="151580" y="2427678"/>
            <a:ext cx="903760"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Desktop</a:t>
            </a:r>
            <a:endParaRPr lang="en-US" sz="900" dirty="0">
              <a:latin typeface="IBM Plex Sans Light"/>
              <a:cs typeface="IBM Plex Sans Light" panose="020B0604020202020204" pitchFamily="34" charset="0"/>
            </a:endParaRPr>
          </a:p>
        </p:txBody>
      </p:sp>
      <p:pic>
        <p:nvPicPr>
          <p:cNvPr id="139" name="Picture 138">
            <a:extLst>
              <a:ext uri="{FF2B5EF4-FFF2-40B4-BE49-F238E27FC236}">
                <a16:creationId xmlns:a16="http://schemas.microsoft.com/office/drawing/2014/main" id="{7B60D5BE-4D0D-F349-D820-19BE6D129E00}"/>
              </a:ext>
            </a:extLst>
          </p:cNvPr>
          <p:cNvPicPr>
            <a:picLocks noChangeAspect="1"/>
          </p:cNvPicPr>
          <p:nvPr/>
        </p:nvPicPr>
        <p:blipFill>
          <a:blip r:embed="rId11">
            <a:biLevel thresh="75000"/>
          </a:blip>
          <a:srcRect/>
          <a:stretch/>
        </p:blipFill>
        <p:spPr>
          <a:xfrm>
            <a:off x="2253850" y="4040880"/>
            <a:ext cx="429768" cy="429768"/>
          </a:xfrm>
          <a:prstGeom prst="rect">
            <a:avLst/>
          </a:prstGeom>
        </p:spPr>
      </p:pic>
      <p:sp>
        <p:nvSpPr>
          <p:cNvPr id="141" name="TextBox 140">
            <a:extLst>
              <a:ext uri="{FF2B5EF4-FFF2-40B4-BE49-F238E27FC236}">
                <a16:creationId xmlns:a16="http://schemas.microsoft.com/office/drawing/2014/main" id="{AFF915A4-57A7-894B-5113-8BF74D4EB71E}"/>
              </a:ext>
            </a:extLst>
          </p:cNvPr>
          <p:cNvSpPr txBox="1"/>
          <p:nvPr/>
        </p:nvSpPr>
        <p:spPr>
          <a:xfrm>
            <a:off x="2016854" y="4606385"/>
            <a:ext cx="903761"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US" sz="900" dirty="0">
                <a:latin typeface="IBM Plex Sans Light"/>
                <a:cs typeface="IBM Plex Sans Light" panose="020B0604020202020204" pitchFamily="34" charset="0"/>
              </a:rPr>
              <a:t>Data transfer</a:t>
            </a:r>
          </a:p>
        </p:txBody>
      </p:sp>
      <p:sp>
        <p:nvSpPr>
          <p:cNvPr id="169" name="TextBox 168">
            <a:extLst>
              <a:ext uri="{FF2B5EF4-FFF2-40B4-BE49-F238E27FC236}">
                <a16:creationId xmlns:a16="http://schemas.microsoft.com/office/drawing/2014/main" id="{08DA12F4-3ACF-817E-202C-CCE210D4375D}"/>
              </a:ext>
            </a:extLst>
          </p:cNvPr>
          <p:cNvSpPr txBox="1"/>
          <p:nvPr/>
        </p:nvSpPr>
        <p:spPr>
          <a:xfrm>
            <a:off x="1108862" y="4606385"/>
            <a:ext cx="841054"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Web security</a:t>
            </a:r>
            <a:endParaRPr lang="en-US" sz="900" dirty="0">
              <a:latin typeface="IBM Plex Sans Light"/>
              <a:cs typeface="IBM Plex Sans Light" panose="020B0604020202020204" pitchFamily="34" charset="0"/>
            </a:endParaRPr>
          </a:p>
        </p:txBody>
      </p:sp>
      <p:sp>
        <p:nvSpPr>
          <p:cNvPr id="179" name="Freeform 215">
            <a:extLst>
              <a:ext uri="{FF2B5EF4-FFF2-40B4-BE49-F238E27FC236}">
                <a16:creationId xmlns:a16="http://schemas.microsoft.com/office/drawing/2014/main" id="{F268D534-F415-BD19-EF5F-89923CAB2F1F}"/>
              </a:ext>
            </a:extLst>
          </p:cNvPr>
          <p:cNvSpPr>
            <a:spLocks noChangeAspect="1"/>
          </p:cNvSpPr>
          <p:nvPr/>
        </p:nvSpPr>
        <p:spPr>
          <a:xfrm>
            <a:off x="3206740" y="4041256"/>
            <a:ext cx="429768" cy="429017"/>
          </a:xfrm>
          <a:custGeom>
            <a:avLst/>
            <a:gdLst>
              <a:gd name="connsiteX0" fmla="*/ 1303573 w 1319038"/>
              <a:gd name="connsiteY0" fmla="*/ 1316736 h 1316736"/>
              <a:gd name="connsiteX1" fmla="*/ 1299579 w 1319038"/>
              <a:gd name="connsiteY1" fmla="*/ 1316179 h 1316736"/>
              <a:gd name="connsiteX2" fmla="*/ 1084035 w 1319038"/>
              <a:gd name="connsiteY2" fmla="*/ 1258529 h 1316736"/>
              <a:gd name="connsiteX3" fmla="*/ 1073086 w 1319038"/>
              <a:gd name="connsiteY3" fmla="*/ 1247599 h 1316736"/>
              <a:gd name="connsiteX4" fmla="*/ 1077079 w 1319038"/>
              <a:gd name="connsiteY4" fmla="*/ 1232683 h 1316736"/>
              <a:gd name="connsiteX5" fmla="*/ 1234873 w 1319038"/>
              <a:gd name="connsiteY5" fmla="*/ 1075163 h 1316736"/>
              <a:gd name="connsiteX6" fmla="*/ 1249815 w 1319038"/>
              <a:gd name="connsiteY6" fmla="*/ 1071177 h 1316736"/>
              <a:gd name="connsiteX7" fmla="*/ 1260764 w 1319038"/>
              <a:gd name="connsiteY7" fmla="*/ 1082107 h 1316736"/>
              <a:gd name="connsiteX8" fmla="*/ 1318515 w 1319038"/>
              <a:gd name="connsiteY8" fmla="*/ 1297276 h 1316736"/>
              <a:gd name="connsiteX9" fmla="*/ 1314522 w 1319038"/>
              <a:gd name="connsiteY9" fmla="*/ 1312193 h 1316736"/>
              <a:gd name="connsiteX10" fmla="*/ 1303573 w 1319038"/>
              <a:gd name="connsiteY10" fmla="*/ 1316736 h 1316736"/>
              <a:gd name="connsiteX11" fmla="*/ 1117912 w 1319038"/>
              <a:gd name="connsiteY11" fmla="*/ 1235683 h 1316736"/>
              <a:gd name="connsiteX12" fmla="*/ 1281718 w 1319038"/>
              <a:gd name="connsiteY12" fmla="*/ 1279489 h 1316736"/>
              <a:gd name="connsiteX13" fmla="*/ 1237836 w 1319038"/>
              <a:gd name="connsiteY13" fmla="*/ 1115968 h 1316736"/>
              <a:gd name="connsiteX14" fmla="*/ 1117912 w 1319038"/>
              <a:gd name="connsiteY14" fmla="*/ 1235683 h 1316736"/>
              <a:gd name="connsiteX15" fmla="*/ 573555 w 1319038"/>
              <a:gd name="connsiteY15" fmla="*/ 1316736 h 1316736"/>
              <a:gd name="connsiteX16" fmla="*/ 565826 w 1319038"/>
              <a:gd name="connsiteY16" fmla="*/ 1314636 h 1316736"/>
              <a:gd name="connsiteX17" fmla="*/ 342725 w 1319038"/>
              <a:gd name="connsiteY17" fmla="*/ 1186048 h 1316736"/>
              <a:gd name="connsiteX18" fmla="*/ 337057 w 1319038"/>
              <a:gd name="connsiteY18" fmla="*/ 1165003 h 1316736"/>
              <a:gd name="connsiteX19" fmla="*/ 465868 w 1319038"/>
              <a:gd name="connsiteY19" fmla="*/ 942289 h 1316736"/>
              <a:gd name="connsiteX20" fmla="*/ 475272 w 1319038"/>
              <a:gd name="connsiteY20" fmla="*/ 935088 h 1316736"/>
              <a:gd name="connsiteX21" fmla="*/ 486993 w 1319038"/>
              <a:gd name="connsiteY21" fmla="*/ 936631 h 1316736"/>
              <a:gd name="connsiteX22" fmla="*/ 710095 w 1319038"/>
              <a:gd name="connsiteY22" fmla="*/ 1065219 h 1316736"/>
              <a:gd name="connsiteX23" fmla="*/ 715763 w 1319038"/>
              <a:gd name="connsiteY23" fmla="*/ 1086264 h 1316736"/>
              <a:gd name="connsiteX24" fmla="*/ 586951 w 1319038"/>
              <a:gd name="connsiteY24" fmla="*/ 1308978 h 1316736"/>
              <a:gd name="connsiteX25" fmla="*/ 577548 w 1319038"/>
              <a:gd name="connsiteY25" fmla="*/ 1316179 h 1316736"/>
              <a:gd name="connsiteX26" fmla="*/ 573555 w 1319038"/>
              <a:gd name="connsiteY26" fmla="*/ 1316736 h 1316736"/>
              <a:gd name="connsiteX27" fmla="*/ 371535 w 1319038"/>
              <a:gd name="connsiteY27" fmla="*/ 1167060 h 1316736"/>
              <a:gd name="connsiteX28" fmla="*/ 567844 w 1319038"/>
              <a:gd name="connsiteY28" fmla="*/ 1280217 h 1316736"/>
              <a:gd name="connsiteX29" fmla="*/ 681198 w 1319038"/>
              <a:gd name="connsiteY29" fmla="*/ 1084250 h 1316736"/>
              <a:gd name="connsiteX30" fmla="*/ 484889 w 1319038"/>
              <a:gd name="connsiteY30" fmla="*/ 971093 h 1316736"/>
              <a:gd name="connsiteX31" fmla="*/ 371535 w 1319038"/>
              <a:gd name="connsiteY31" fmla="*/ 1167060 h 1316736"/>
              <a:gd name="connsiteX32" fmla="*/ 852646 w 1319038"/>
              <a:gd name="connsiteY32" fmla="*/ 1316736 h 1316736"/>
              <a:gd name="connsiteX33" fmla="*/ 729846 w 1319038"/>
              <a:gd name="connsiteY33" fmla="*/ 1194149 h 1316736"/>
              <a:gd name="connsiteX34" fmla="*/ 852646 w 1319038"/>
              <a:gd name="connsiteY34" fmla="*/ 1071563 h 1316736"/>
              <a:gd name="connsiteX35" fmla="*/ 975447 w 1319038"/>
              <a:gd name="connsiteY35" fmla="*/ 1194149 h 1316736"/>
              <a:gd name="connsiteX36" fmla="*/ 852646 w 1319038"/>
              <a:gd name="connsiteY36" fmla="*/ 1316736 h 1316736"/>
              <a:gd name="connsiteX37" fmla="*/ 852646 w 1319038"/>
              <a:gd name="connsiteY37" fmla="*/ 1102424 h 1316736"/>
              <a:gd name="connsiteX38" fmla="*/ 760761 w 1319038"/>
              <a:gd name="connsiteY38" fmla="*/ 1194149 h 1316736"/>
              <a:gd name="connsiteX39" fmla="*/ 852646 w 1319038"/>
              <a:gd name="connsiteY39" fmla="*/ 1285875 h 1316736"/>
              <a:gd name="connsiteX40" fmla="*/ 944532 w 1319038"/>
              <a:gd name="connsiteY40" fmla="*/ 1194149 h 1316736"/>
              <a:gd name="connsiteX41" fmla="*/ 852646 w 1319038"/>
              <a:gd name="connsiteY41" fmla="*/ 1102424 h 1316736"/>
              <a:gd name="connsiteX42" fmla="*/ 122800 w 1319038"/>
              <a:gd name="connsiteY42" fmla="*/ 1316736 h 1316736"/>
              <a:gd name="connsiteX43" fmla="*/ 0 w 1319038"/>
              <a:gd name="connsiteY43" fmla="*/ 1194149 h 1316736"/>
              <a:gd name="connsiteX44" fmla="*/ 122800 w 1319038"/>
              <a:gd name="connsiteY44" fmla="*/ 1071563 h 1316736"/>
              <a:gd name="connsiteX45" fmla="*/ 245601 w 1319038"/>
              <a:gd name="connsiteY45" fmla="*/ 1194149 h 1316736"/>
              <a:gd name="connsiteX46" fmla="*/ 122800 w 1319038"/>
              <a:gd name="connsiteY46" fmla="*/ 1316736 h 1316736"/>
              <a:gd name="connsiteX47" fmla="*/ 122800 w 1319038"/>
              <a:gd name="connsiteY47" fmla="*/ 1102424 h 1316736"/>
              <a:gd name="connsiteX48" fmla="*/ 30915 w 1319038"/>
              <a:gd name="connsiteY48" fmla="*/ 1194149 h 1316736"/>
              <a:gd name="connsiteX49" fmla="*/ 122800 w 1319038"/>
              <a:gd name="connsiteY49" fmla="*/ 1285875 h 1316736"/>
              <a:gd name="connsiteX50" fmla="*/ 214686 w 1319038"/>
              <a:gd name="connsiteY50" fmla="*/ 1194149 h 1316736"/>
              <a:gd name="connsiteX51" fmla="*/ 122800 w 1319038"/>
              <a:gd name="connsiteY51" fmla="*/ 1102424 h 1316736"/>
              <a:gd name="connsiteX52" fmla="*/ 1077852 w 1319038"/>
              <a:gd name="connsiteY52" fmla="*/ 1097752 h 1316736"/>
              <a:gd name="connsiteX53" fmla="*/ 949040 w 1319038"/>
              <a:gd name="connsiteY53" fmla="*/ 969164 h 1316736"/>
              <a:gd name="connsiteX54" fmla="*/ 970938 w 1319038"/>
              <a:gd name="connsiteY54" fmla="*/ 947304 h 1316736"/>
              <a:gd name="connsiteX55" fmla="*/ 1099750 w 1319038"/>
              <a:gd name="connsiteY55" fmla="*/ 1075892 h 1316736"/>
              <a:gd name="connsiteX56" fmla="*/ 1077852 w 1319038"/>
              <a:gd name="connsiteY56" fmla="*/ 1097752 h 1316736"/>
              <a:gd name="connsiteX57" fmla="*/ 240963 w 1319038"/>
              <a:gd name="connsiteY57" fmla="*/ 1011984 h 1316736"/>
              <a:gd name="connsiteX58" fmla="*/ 219108 w 1319038"/>
              <a:gd name="connsiteY58" fmla="*/ 990124 h 1316736"/>
              <a:gd name="connsiteX59" fmla="*/ 347920 w 1319038"/>
              <a:gd name="connsiteY59" fmla="*/ 861536 h 1316736"/>
              <a:gd name="connsiteX60" fmla="*/ 369775 w 1319038"/>
              <a:gd name="connsiteY60" fmla="*/ 883396 h 1316736"/>
              <a:gd name="connsiteX61" fmla="*/ 240963 w 1319038"/>
              <a:gd name="connsiteY61" fmla="*/ 1011984 h 1316736"/>
              <a:gd name="connsiteX62" fmla="*/ 788241 w 1319038"/>
              <a:gd name="connsiteY62" fmla="*/ 930802 h 1316736"/>
              <a:gd name="connsiteX63" fmla="*/ 686909 w 1319038"/>
              <a:gd name="connsiteY63" fmla="*/ 829647 h 1316736"/>
              <a:gd name="connsiteX64" fmla="*/ 788241 w 1319038"/>
              <a:gd name="connsiteY64" fmla="*/ 728491 h 1316736"/>
              <a:gd name="connsiteX65" fmla="*/ 889572 w 1319038"/>
              <a:gd name="connsiteY65" fmla="*/ 829647 h 1316736"/>
              <a:gd name="connsiteX66" fmla="*/ 788241 w 1319038"/>
              <a:gd name="connsiteY66" fmla="*/ 930802 h 1316736"/>
              <a:gd name="connsiteX67" fmla="*/ 788241 w 1319038"/>
              <a:gd name="connsiteY67" fmla="*/ 759352 h 1316736"/>
              <a:gd name="connsiteX68" fmla="*/ 717781 w 1319038"/>
              <a:gd name="connsiteY68" fmla="*/ 829647 h 1316736"/>
              <a:gd name="connsiteX69" fmla="*/ 788241 w 1319038"/>
              <a:gd name="connsiteY69" fmla="*/ 899941 h 1316736"/>
              <a:gd name="connsiteX70" fmla="*/ 858658 w 1319038"/>
              <a:gd name="connsiteY70" fmla="*/ 829647 h 1316736"/>
              <a:gd name="connsiteX71" fmla="*/ 788241 w 1319038"/>
              <a:gd name="connsiteY71" fmla="*/ 759352 h 1316736"/>
              <a:gd name="connsiteX72" fmla="*/ 509149 w 1319038"/>
              <a:gd name="connsiteY72" fmla="*/ 802215 h 1316736"/>
              <a:gd name="connsiteX73" fmla="*/ 386349 w 1319038"/>
              <a:gd name="connsiteY73" fmla="*/ 679628 h 1316736"/>
              <a:gd name="connsiteX74" fmla="*/ 509149 w 1319038"/>
              <a:gd name="connsiteY74" fmla="*/ 557041 h 1316736"/>
              <a:gd name="connsiteX75" fmla="*/ 631949 w 1319038"/>
              <a:gd name="connsiteY75" fmla="*/ 679628 h 1316736"/>
              <a:gd name="connsiteX76" fmla="*/ 509149 w 1319038"/>
              <a:gd name="connsiteY76" fmla="*/ 802215 h 1316736"/>
              <a:gd name="connsiteX77" fmla="*/ 509149 w 1319038"/>
              <a:gd name="connsiteY77" fmla="*/ 587902 h 1316736"/>
              <a:gd name="connsiteX78" fmla="*/ 417263 w 1319038"/>
              <a:gd name="connsiteY78" fmla="*/ 679628 h 1316736"/>
              <a:gd name="connsiteX79" fmla="*/ 509149 w 1319038"/>
              <a:gd name="connsiteY79" fmla="*/ 771311 h 1316736"/>
              <a:gd name="connsiteX80" fmla="*/ 601035 w 1319038"/>
              <a:gd name="connsiteY80" fmla="*/ 679628 h 1316736"/>
              <a:gd name="connsiteX81" fmla="*/ 509149 w 1319038"/>
              <a:gd name="connsiteY81" fmla="*/ 587902 h 1316736"/>
              <a:gd name="connsiteX82" fmla="*/ 144054 w 1319038"/>
              <a:gd name="connsiteY82" fmla="*/ 716532 h 1316736"/>
              <a:gd name="connsiteX83" fmla="*/ 133148 w 1319038"/>
              <a:gd name="connsiteY83" fmla="*/ 712032 h 1316736"/>
              <a:gd name="connsiteX84" fmla="*/ 11722 w 1319038"/>
              <a:gd name="connsiteY84" fmla="*/ 590774 h 1316736"/>
              <a:gd name="connsiteX85" fmla="*/ 33577 w 1319038"/>
              <a:gd name="connsiteY85" fmla="*/ 568957 h 1316736"/>
              <a:gd name="connsiteX86" fmla="*/ 128640 w 1319038"/>
              <a:gd name="connsiteY86" fmla="*/ 663854 h 1316736"/>
              <a:gd name="connsiteX87" fmla="*/ 128640 w 1319038"/>
              <a:gd name="connsiteY87" fmla="*/ 401107 h 1316736"/>
              <a:gd name="connsiteX88" fmla="*/ 159555 w 1319038"/>
              <a:gd name="connsiteY88" fmla="*/ 401107 h 1316736"/>
              <a:gd name="connsiteX89" fmla="*/ 159555 w 1319038"/>
              <a:gd name="connsiteY89" fmla="*/ 663897 h 1316736"/>
              <a:gd name="connsiteX90" fmla="*/ 254617 w 1319038"/>
              <a:gd name="connsiteY90" fmla="*/ 569000 h 1316736"/>
              <a:gd name="connsiteX91" fmla="*/ 276472 w 1319038"/>
              <a:gd name="connsiteY91" fmla="*/ 590817 h 1316736"/>
              <a:gd name="connsiteX92" fmla="*/ 155003 w 1319038"/>
              <a:gd name="connsiteY92" fmla="*/ 712032 h 1316736"/>
              <a:gd name="connsiteX93" fmla="*/ 144054 w 1319038"/>
              <a:gd name="connsiteY93" fmla="*/ 716532 h 1316736"/>
              <a:gd name="connsiteX94" fmla="*/ 1045864 w 1319038"/>
              <a:gd name="connsiteY94" fmla="*/ 682157 h 1316736"/>
              <a:gd name="connsiteX95" fmla="*/ 1032467 w 1319038"/>
              <a:gd name="connsiteY95" fmla="*/ 674441 h 1316736"/>
              <a:gd name="connsiteX96" fmla="*/ 903656 w 1319038"/>
              <a:gd name="connsiteY96" fmla="*/ 451728 h 1316736"/>
              <a:gd name="connsiteX97" fmla="*/ 902110 w 1319038"/>
              <a:gd name="connsiteY97" fmla="*/ 440026 h 1316736"/>
              <a:gd name="connsiteX98" fmla="*/ 909324 w 1319038"/>
              <a:gd name="connsiteY98" fmla="*/ 430640 h 1316736"/>
              <a:gd name="connsiteX99" fmla="*/ 1132425 w 1319038"/>
              <a:gd name="connsiteY99" fmla="*/ 302052 h 1316736"/>
              <a:gd name="connsiteX100" fmla="*/ 1153507 w 1319038"/>
              <a:gd name="connsiteY100" fmla="*/ 307710 h 1316736"/>
              <a:gd name="connsiteX101" fmla="*/ 1282319 w 1319038"/>
              <a:gd name="connsiteY101" fmla="*/ 530423 h 1316736"/>
              <a:gd name="connsiteX102" fmla="*/ 1283864 w 1319038"/>
              <a:gd name="connsiteY102" fmla="*/ 542125 h 1316736"/>
              <a:gd name="connsiteX103" fmla="*/ 1276651 w 1319038"/>
              <a:gd name="connsiteY103" fmla="*/ 551512 h 1316736"/>
              <a:gd name="connsiteX104" fmla="*/ 1053549 w 1319038"/>
              <a:gd name="connsiteY104" fmla="*/ 680099 h 1316736"/>
              <a:gd name="connsiteX105" fmla="*/ 1045864 w 1319038"/>
              <a:gd name="connsiteY105" fmla="*/ 682157 h 1316736"/>
              <a:gd name="connsiteX106" fmla="*/ 938177 w 1319038"/>
              <a:gd name="connsiteY106" fmla="*/ 449670 h 1316736"/>
              <a:gd name="connsiteX107" fmla="*/ 1051531 w 1319038"/>
              <a:gd name="connsiteY107" fmla="*/ 645638 h 1316736"/>
              <a:gd name="connsiteX108" fmla="*/ 1247840 w 1319038"/>
              <a:gd name="connsiteY108" fmla="*/ 532481 h 1316736"/>
              <a:gd name="connsiteX109" fmla="*/ 1134486 w 1319038"/>
              <a:gd name="connsiteY109" fmla="*/ 336514 h 1316736"/>
              <a:gd name="connsiteX110" fmla="*/ 938177 w 1319038"/>
              <a:gd name="connsiteY110" fmla="*/ 449670 h 1316736"/>
              <a:gd name="connsiteX111" fmla="*/ 684977 w 1319038"/>
              <a:gd name="connsiteY111" fmla="*/ 568785 h 1316736"/>
              <a:gd name="connsiteX112" fmla="*/ 663122 w 1319038"/>
              <a:gd name="connsiteY112" fmla="*/ 546968 h 1316736"/>
              <a:gd name="connsiteX113" fmla="*/ 905974 w 1319038"/>
              <a:gd name="connsiteY113" fmla="*/ 304495 h 1316736"/>
              <a:gd name="connsiteX114" fmla="*/ 927872 w 1319038"/>
              <a:gd name="connsiteY114" fmla="*/ 326312 h 1316736"/>
              <a:gd name="connsiteX115" fmla="*/ 684977 w 1319038"/>
              <a:gd name="connsiteY115" fmla="*/ 568785 h 1316736"/>
              <a:gd name="connsiteX116" fmla="*/ 569175 w 1319038"/>
              <a:gd name="connsiteY116" fmla="*/ 488975 h 1316736"/>
              <a:gd name="connsiteX117" fmla="*/ 558269 w 1319038"/>
              <a:gd name="connsiteY117" fmla="*/ 484475 h 1316736"/>
              <a:gd name="connsiteX118" fmla="*/ 347920 w 1319038"/>
              <a:gd name="connsiteY118" fmla="*/ 274491 h 1316736"/>
              <a:gd name="connsiteX119" fmla="*/ 343927 w 1319038"/>
              <a:gd name="connsiteY119" fmla="*/ 259575 h 1316736"/>
              <a:gd name="connsiteX120" fmla="*/ 354833 w 1319038"/>
              <a:gd name="connsiteY120" fmla="*/ 248688 h 1316736"/>
              <a:gd name="connsiteX121" fmla="*/ 642168 w 1319038"/>
              <a:gd name="connsiteY121" fmla="*/ 171836 h 1316736"/>
              <a:gd name="connsiteX122" fmla="*/ 657111 w 1319038"/>
              <a:gd name="connsiteY122" fmla="*/ 175822 h 1316736"/>
              <a:gd name="connsiteX123" fmla="*/ 661104 w 1319038"/>
              <a:gd name="connsiteY123" fmla="*/ 190738 h 1316736"/>
              <a:gd name="connsiteX124" fmla="*/ 584117 w 1319038"/>
              <a:gd name="connsiteY124" fmla="*/ 477574 h 1316736"/>
              <a:gd name="connsiteX125" fmla="*/ 573211 w 1319038"/>
              <a:gd name="connsiteY125" fmla="*/ 488461 h 1316736"/>
              <a:gd name="connsiteX126" fmla="*/ 569175 w 1319038"/>
              <a:gd name="connsiteY126" fmla="*/ 488975 h 1316736"/>
              <a:gd name="connsiteX127" fmla="*/ 388710 w 1319038"/>
              <a:gd name="connsiteY127" fmla="*/ 271577 h 1316736"/>
              <a:gd name="connsiteX128" fmla="*/ 561189 w 1319038"/>
              <a:gd name="connsiteY128" fmla="*/ 443755 h 1316736"/>
              <a:gd name="connsiteX129" fmla="*/ 624349 w 1319038"/>
              <a:gd name="connsiteY129" fmla="*/ 208569 h 1316736"/>
              <a:gd name="connsiteX130" fmla="*/ 388710 w 1319038"/>
              <a:gd name="connsiteY130" fmla="*/ 271577 h 1316736"/>
              <a:gd name="connsiteX131" fmla="*/ 208675 w 1319038"/>
              <a:gd name="connsiteY131" fmla="*/ 253575 h 1316736"/>
              <a:gd name="connsiteX132" fmla="*/ 79863 w 1319038"/>
              <a:gd name="connsiteY132" fmla="*/ 253575 h 1316736"/>
              <a:gd name="connsiteX133" fmla="*/ 66467 w 1319038"/>
              <a:gd name="connsiteY133" fmla="*/ 245859 h 1316736"/>
              <a:gd name="connsiteX134" fmla="*/ 2061 w 1319038"/>
              <a:gd name="connsiteY134" fmla="*/ 134503 h 1316736"/>
              <a:gd name="connsiteX135" fmla="*/ 2061 w 1319038"/>
              <a:gd name="connsiteY135" fmla="*/ 119072 h 1316736"/>
              <a:gd name="connsiteX136" fmla="*/ 66467 w 1319038"/>
              <a:gd name="connsiteY136" fmla="*/ 7715 h 1316736"/>
              <a:gd name="connsiteX137" fmla="*/ 79863 w 1319038"/>
              <a:gd name="connsiteY137" fmla="*/ 0 h 1316736"/>
              <a:gd name="connsiteX138" fmla="*/ 208675 w 1319038"/>
              <a:gd name="connsiteY138" fmla="*/ 0 h 1316736"/>
              <a:gd name="connsiteX139" fmla="*/ 222071 w 1319038"/>
              <a:gd name="connsiteY139" fmla="*/ 7715 h 1316736"/>
              <a:gd name="connsiteX140" fmla="*/ 286477 w 1319038"/>
              <a:gd name="connsiteY140" fmla="*/ 119072 h 1316736"/>
              <a:gd name="connsiteX141" fmla="*/ 286477 w 1319038"/>
              <a:gd name="connsiteY141" fmla="*/ 134503 h 1316736"/>
              <a:gd name="connsiteX142" fmla="*/ 222071 w 1319038"/>
              <a:gd name="connsiteY142" fmla="*/ 245859 h 1316736"/>
              <a:gd name="connsiteX143" fmla="*/ 208675 w 1319038"/>
              <a:gd name="connsiteY143" fmla="*/ 253575 h 1316736"/>
              <a:gd name="connsiteX144" fmla="*/ 88794 w 1319038"/>
              <a:gd name="connsiteY144" fmla="*/ 222714 h 1316736"/>
              <a:gd name="connsiteX145" fmla="*/ 199744 w 1319038"/>
              <a:gd name="connsiteY145" fmla="*/ 222714 h 1316736"/>
              <a:gd name="connsiteX146" fmla="*/ 255219 w 1319038"/>
              <a:gd name="connsiteY146" fmla="*/ 126787 h 1316736"/>
              <a:gd name="connsiteX147" fmla="*/ 199744 w 1319038"/>
              <a:gd name="connsiteY147" fmla="*/ 30861 h 1316736"/>
              <a:gd name="connsiteX148" fmla="*/ 88794 w 1319038"/>
              <a:gd name="connsiteY148" fmla="*/ 30861 h 1316736"/>
              <a:gd name="connsiteX149" fmla="*/ 33319 w 1319038"/>
              <a:gd name="connsiteY149" fmla="*/ 126787 h 1316736"/>
              <a:gd name="connsiteX150" fmla="*/ 88794 w 1319038"/>
              <a:gd name="connsiteY150" fmla="*/ 222714 h 131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319038" h="1316736">
                <a:moveTo>
                  <a:pt x="1303573" y="1316736"/>
                </a:moveTo>
                <a:cubicBezTo>
                  <a:pt x="1302242" y="1316736"/>
                  <a:pt x="1300911" y="1316565"/>
                  <a:pt x="1299579" y="1316179"/>
                </a:cubicBezTo>
                <a:lnTo>
                  <a:pt x="1084035" y="1258529"/>
                </a:lnTo>
                <a:cubicBezTo>
                  <a:pt x="1078668" y="1257114"/>
                  <a:pt x="1074503" y="1252957"/>
                  <a:pt x="1073086" y="1247599"/>
                </a:cubicBezTo>
                <a:cubicBezTo>
                  <a:pt x="1071669" y="1242284"/>
                  <a:pt x="1073172" y="1236583"/>
                  <a:pt x="1077079" y="1232683"/>
                </a:cubicBezTo>
                <a:lnTo>
                  <a:pt x="1234873" y="1075163"/>
                </a:lnTo>
                <a:cubicBezTo>
                  <a:pt x="1238780" y="1071220"/>
                  <a:pt x="1244620" y="1069677"/>
                  <a:pt x="1249815" y="1071177"/>
                </a:cubicBezTo>
                <a:cubicBezTo>
                  <a:pt x="1255182" y="1072591"/>
                  <a:pt x="1259347" y="1076749"/>
                  <a:pt x="1260764" y="1082107"/>
                </a:cubicBezTo>
                <a:lnTo>
                  <a:pt x="1318515" y="1297276"/>
                </a:lnTo>
                <a:cubicBezTo>
                  <a:pt x="1319932" y="1302591"/>
                  <a:pt x="1318429" y="1308292"/>
                  <a:pt x="1314522" y="1312193"/>
                </a:cubicBezTo>
                <a:cubicBezTo>
                  <a:pt x="1311602" y="1315150"/>
                  <a:pt x="1307609" y="1316736"/>
                  <a:pt x="1303573" y="1316736"/>
                </a:cubicBezTo>
                <a:close/>
                <a:moveTo>
                  <a:pt x="1117912" y="1235683"/>
                </a:moveTo>
                <a:lnTo>
                  <a:pt x="1281718" y="1279489"/>
                </a:lnTo>
                <a:lnTo>
                  <a:pt x="1237836" y="1115968"/>
                </a:lnTo>
                <a:lnTo>
                  <a:pt x="1117912" y="1235683"/>
                </a:lnTo>
                <a:close/>
                <a:moveTo>
                  <a:pt x="573555" y="1316736"/>
                </a:moveTo>
                <a:cubicBezTo>
                  <a:pt x="570893" y="1316736"/>
                  <a:pt x="568188" y="1316007"/>
                  <a:pt x="565826" y="1314636"/>
                </a:cubicBezTo>
                <a:lnTo>
                  <a:pt x="342725" y="1186048"/>
                </a:lnTo>
                <a:cubicBezTo>
                  <a:pt x="335339" y="1181762"/>
                  <a:pt x="332806" y="1172375"/>
                  <a:pt x="337057" y="1165003"/>
                </a:cubicBezTo>
                <a:lnTo>
                  <a:pt x="465868" y="942289"/>
                </a:lnTo>
                <a:cubicBezTo>
                  <a:pt x="467929" y="938732"/>
                  <a:pt x="471278" y="936117"/>
                  <a:pt x="475272" y="935088"/>
                </a:cubicBezTo>
                <a:cubicBezTo>
                  <a:pt x="479222" y="934103"/>
                  <a:pt x="483430" y="934531"/>
                  <a:pt x="486993" y="936631"/>
                </a:cubicBezTo>
                <a:lnTo>
                  <a:pt x="710095" y="1065219"/>
                </a:lnTo>
                <a:cubicBezTo>
                  <a:pt x="717480" y="1069505"/>
                  <a:pt x="720013" y="1078892"/>
                  <a:pt x="715763" y="1086264"/>
                </a:cubicBezTo>
                <a:lnTo>
                  <a:pt x="586951" y="1308978"/>
                </a:lnTo>
                <a:cubicBezTo>
                  <a:pt x="584890" y="1312536"/>
                  <a:pt x="581541" y="1315150"/>
                  <a:pt x="577548" y="1316179"/>
                </a:cubicBezTo>
                <a:cubicBezTo>
                  <a:pt x="576217" y="1316522"/>
                  <a:pt x="574886" y="1316736"/>
                  <a:pt x="573555" y="1316736"/>
                </a:cubicBezTo>
                <a:close/>
                <a:moveTo>
                  <a:pt x="371535" y="1167060"/>
                </a:moveTo>
                <a:lnTo>
                  <a:pt x="567844" y="1280217"/>
                </a:lnTo>
                <a:lnTo>
                  <a:pt x="681198" y="1084250"/>
                </a:lnTo>
                <a:lnTo>
                  <a:pt x="484889" y="971093"/>
                </a:lnTo>
                <a:lnTo>
                  <a:pt x="371535" y="1167060"/>
                </a:lnTo>
                <a:close/>
                <a:moveTo>
                  <a:pt x="852646" y="1316736"/>
                </a:moveTo>
                <a:cubicBezTo>
                  <a:pt x="784934" y="1316736"/>
                  <a:pt x="729846" y="1261743"/>
                  <a:pt x="729846" y="1194149"/>
                </a:cubicBezTo>
                <a:cubicBezTo>
                  <a:pt x="729846" y="1126555"/>
                  <a:pt x="784934" y="1071563"/>
                  <a:pt x="852646" y="1071563"/>
                </a:cubicBezTo>
                <a:cubicBezTo>
                  <a:pt x="920358" y="1071563"/>
                  <a:pt x="975447" y="1126555"/>
                  <a:pt x="975447" y="1194149"/>
                </a:cubicBezTo>
                <a:cubicBezTo>
                  <a:pt x="975447" y="1261743"/>
                  <a:pt x="920358" y="1316736"/>
                  <a:pt x="852646" y="1316736"/>
                </a:cubicBezTo>
                <a:close/>
                <a:moveTo>
                  <a:pt x="852646" y="1102424"/>
                </a:moveTo>
                <a:cubicBezTo>
                  <a:pt x="801981" y="1102424"/>
                  <a:pt x="760761" y="1143572"/>
                  <a:pt x="760761" y="1194149"/>
                </a:cubicBezTo>
                <a:cubicBezTo>
                  <a:pt x="760761" y="1244727"/>
                  <a:pt x="801981" y="1285875"/>
                  <a:pt x="852646" y="1285875"/>
                </a:cubicBezTo>
                <a:cubicBezTo>
                  <a:pt x="903312" y="1285875"/>
                  <a:pt x="944532" y="1244727"/>
                  <a:pt x="944532" y="1194149"/>
                </a:cubicBezTo>
                <a:cubicBezTo>
                  <a:pt x="944532" y="1143572"/>
                  <a:pt x="903312" y="1102424"/>
                  <a:pt x="852646" y="1102424"/>
                </a:cubicBezTo>
                <a:close/>
                <a:moveTo>
                  <a:pt x="122800" y="1316736"/>
                </a:moveTo>
                <a:cubicBezTo>
                  <a:pt x="55088" y="1316736"/>
                  <a:pt x="0" y="1261743"/>
                  <a:pt x="0" y="1194149"/>
                </a:cubicBezTo>
                <a:cubicBezTo>
                  <a:pt x="0" y="1126555"/>
                  <a:pt x="55088" y="1071563"/>
                  <a:pt x="122800" y="1071563"/>
                </a:cubicBezTo>
                <a:cubicBezTo>
                  <a:pt x="190512" y="1071563"/>
                  <a:pt x="245601" y="1126555"/>
                  <a:pt x="245601" y="1194149"/>
                </a:cubicBezTo>
                <a:cubicBezTo>
                  <a:pt x="245601" y="1261743"/>
                  <a:pt x="190512" y="1316736"/>
                  <a:pt x="122800" y="1316736"/>
                </a:cubicBezTo>
                <a:close/>
                <a:moveTo>
                  <a:pt x="122800" y="1102424"/>
                </a:moveTo>
                <a:cubicBezTo>
                  <a:pt x="72134" y="1102424"/>
                  <a:pt x="30915" y="1143572"/>
                  <a:pt x="30915" y="1194149"/>
                </a:cubicBezTo>
                <a:cubicBezTo>
                  <a:pt x="30915" y="1244727"/>
                  <a:pt x="72134" y="1285875"/>
                  <a:pt x="122800" y="1285875"/>
                </a:cubicBezTo>
                <a:cubicBezTo>
                  <a:pt x="173466" y="1285875"/>
                  <a:pt x="214686" y="1244727"/>
                  <a:pt x="214686" y="1194149"/>
                </a:cubicBezTo>
                <a:cubicBezTo>
                  <a:pt x="214686" y="1143572"/>
                  <a:pt x="173466" y="1102424"/>
                  <a:pt x="122800" y="1102424"/>
                </a:cubicBezTo>
                <a:close/>
                <a:moveTo>
                  <a:pt x="1077852" y="1097752"/>
                </a:moveTo>
                <a:lnTo>
                  <a:pt x="949040" y="969164"/>
                </a:lnTo>
                <a:lnTo>
                  <a:pt x="970938" y="947304"/>
                </a:lnTo>
                <a:lnTo>
                  <a:pt x="1099750" y="1075892"/>
                </a:lnTo>
                <a:lnTo>
                  <a:pt x="1077852" y="1097752"/>
                </a:lnTo>
                <a:close/>
                <a:moveTo>
                  <a:pt x="240963" y="1011984"/>
                </a:moveTo>
                <a:lnTo>
                  <a:pt x="219108" y="990124"/>
                </a:lnTo>
                <a:lnTo>
                  <a:pt x="347920" y="861536"/>
                </a:lnTo>
                <a:lnTo>
                  <a:pt x="369775" y="883396"/>
                </a:lnTo>
                <a:lnTo>
                  <a:pt x="240963" y="1011984"/>
                </a:lnTo>
                <a:close/>
                <a:moveTo>
                  <a:pt x="788241" y="930802"/>
                </a:moveTo>
                <a:cubicBezTo>
                  <a:pt x="732336" y="930802"/>
                  <a:pt x="686909" y="885411"/>
                  <a:pt x="686909" y="829647"/>
                </a:cubicBezTo>
                <a:cubicBezTo>
                  <a:pt x="686909" y="773882"/>
                  <a:pt x="732379" y="728491"/>
                  <a:pt x="788241" y="728491"/>
                </a:cubicBezTo>
                <a:cubicBezTo>
                  <a:pt x="844102" y="728491"/>
                  <a:pt x="889572" y="773882"/>
                  <a:pt x="889572" y="829647"/>
                </a:cubicBezTo>
                <a:cubicBezTo>
                  <a:pt x="889572" y="885411"/>
                  <a:pt x="844145" y="930802"/>
                  <a:pt x="788241" y="930802"/>
                </a:cubicBezTo>
                <a:close/>
                <a:moveTo>
                  <a:pt x="788241" y="759352"/>
                </a:moveTo>
                <a:cubicBezTo>
                  <a:pt x="749425" y="759352"/>
                  <a:pt x="717781" y="790856"/>
                  <a:pt x="717781" y="829647"/>
                </a:cubicBezTo>
                <a:cubicBezTo>
                  <a:pt x="717781" y="868437"/>
                  <a:pt x="749383" y="899941"/>
                  <a:pt x="788241" y="899941"/>
                </a:cubicBezTo>
                <a:cubicBezTo>
                  <a:pt x="827099" y="899941"/>
                  <a:pt x="858658" y="868437"/>
                  <a:pt x="858658" y="829647"/>
                </a:cubicBezTo>
                <a:cubicBezTo>
                  <a:pt x="858658" y="790856"/>
                  <a:pt x="827056" y="759352"/>
                  <a:pt x="788241" y="759352"/>
                </a:cubicBezTo>
                <a:close/>
                <a:moveTo>
                  <a:pt x="509149" y="802215"/>
                </a:moveTo>
                <a:cubicBezTo>
                  <a:pt x="441437" y="802215"/>
                  <a:pt x="386349" y="747222"/>
                  <a:pt x="386349" y="679628"/>
                </a:cubicBezTo>
                <a:cubicBezTo>
                  <a:pt x="386349" y="612034"/>
                  <a:pt x="441437" y="557041"/>
                  <a:pt x="509149" y="557041"/>
                </a:cubicBezTo>
                <a:cubicBezTo>
                  <a:pt x="576861" y="557041"/>
                  <a:pt x="631949" y="612034"/>
                  <a:pt x="631949" y="679628"/>
                </a:cubicBezTo>
                <a:cubicBezTo>
                  <a:pt x="631906" y="747222"/>
                  <a:pt x="576861" y="802215"/>
                  <a:pt x="509149" y="802215"/>
                </a:cubicBezTo>
                <a:close/>
                <a:moveTo>
                  <a:pt x="509149" y="587902"/>
                </a:moveTo>
                <a:cubicBezTo>
                  <a:pt x="458483" y="587902"/>
                  <a:pt x="417263" y="629050"/>
                  <a:pt x="417263" y="679628"/>
                </a:cubicBezTo>
                <a:cubicBezTo>
                  <a:pt x="417263" y="730206"/>
                  <a:pt x="458483" y="771311"/>
                  <a:pt x="509149" y="771311"/>
                </a:cubicBezTo>
                <a:cubicBezTo>
                  <a:pt x="559815" y="771311"/>
                  <a:pt x="601035" y="730206"/>
                  <a:pt x="601035" y="679628"/>
                </a:cubicBezTo>
                <a:cubicBezTo>
                  <a:pt x="601035" y="629050"/>
                  <a:pt x="559815" y="587902"/>
                  <a:pt x="509149" y="587902"/>
                </a:cubicBezTo>
                <a:close/>
                <a:moveTo>
                  <a:pt x="144054" y="716532"/>
                </a:moveTo>
                <a:cubicBezTo>
                  <a:pt x="139932" y="716532"/>
                  <a:pt x="136025" y="714904"/>
                  <a:pt x="133148" y="712032"/>
                </a:cubicBezTo>
                <a:lnTo>
                  <a:pt x="11722" y="590774"/>
                </a:lnTo>
                <a:lnTo>
                  <a:pt x="33577" y="568957"/>
                </a:lnTo>
                <a:lnTo>
                  <a:pt x="128640" y="663854"/>
                </a:lnTo>
                <a:lnTo>
                  <a:pt x="128640" y="401107"/>
                </a:lnTo>
                <a:lnTo>
                  <a:pt x="159555" y="401107"/>
                </a:lnTo>
                <a:lnTo>
                  <a:pt x="159555" y="663897"/>
                </a:lnTo>
                <a:lnTo>
                  <a:pt x="254617" y="569000"/>
                </a:lnTo>
                <a:lnTo>
                  <a:pt x="276472" y="590817"/>
                </a:lnTo>
                <a:lnTo>
                  <a:pt x="155003" y="712032"/>
                </a:lnTo>
                <a:cubicBezTo>
                  <a:pt x="152083" y="714904"/>
                  <a:pt x="148176" y="716532"/>
                  <a:pt x="144054" y="716532"/>
                </a:cubicBezTo>
                <a:close/>
                <a:moveTo>
                  <a:pt x="1045864" y="682157"/>
                </a:moveTo>
                <a:cubicBezTo>
                  <a:pt x="1040539" y="682157"/>
                  <a:pt x="1035344" y="679413"/>
                  <a:pt x="1032467" y="674441"/>
                </a:cubicBezTo>
                <a:lnTo>
                  <a:pt x="903656" y="451728"/>
                </a:lnTo>
                <a:cubicBezTo>
                  <a:pt x="901595" y="448170"/>
                  <a:pt x="901037" y="443970"/>
                  <a:pt x="902110" y="440026"/>
                </a:cubicBezTo>
                <a:cubicBezTo>
                  <a:pt x="903183" y="436083"/>
                  <a:pt x="905760" y="432697"/>
                  <a:pt x="909324" y="430640"/>
                </a:cubicBezTo>
                <a:lnTo>
                  <a:pt x="1132425" y="302052"/>
                </a:lnTo>
                <a:cubicBezTo>
                  <a:pt x="1139810" y="297852"/>
                  <a:pt x="1149256" y="300295"/>
                  <a:pt x="1153507" y="307710"/>
                </a:cubicBezTo>
                <a:lnTo>
                  <a:pt x="1282319" y="530423"/>
                </a:lnTo>
                <a:cubicBezTo>
                  <a:pt x="1284380" y="533981"/>
                  <a:pt x="1284938" y="538182"/>
                  <a:pt x="1283864" y="542125"/>
                </a:cubicBezTo>
                <a:cubicBezTo>
                  <a:pt x="1282791" y="546068"/>
                  <a:pt x="1280215" y="549454"/>
                  <a:pt x="1276651" y="551512"/>
                </a:cubicBezTo>
                <a:lnTo>
                  <a:pt x="1053549" y="680099"/>
                </a:lnTo>
                <a:cubicBezTo>
                  <a:pt x="1051145" y="681514"/>
                  <a:pt x="1048526" y="682157"/>
                  <a:pt x="1045864" y="682157"/>
                </a:cubicBezTo>
                <a:close/>
                <a:moveTo>
                  <a:pt x="938177" y="449670"/>
                </a:moveTo>
                <a:lnTo>
                  <a:pt x="1051531" y="645638"/>
                </a:lnTo>
                <a:lnTo>
                  <a:pt x="1247840" y="532481"/>
                </a:lnTo>
                <a:lnTo>
                  <a:pt x="1134486" y="336514"/>
                </a:lnTo>
                <a:lnTo>
                  <a:pt x="938177" y="449670"/>
                </a:lnTo>
                <a:close/>
                <a:moveTo>
                  <a:pt x="684977" y="568785"/>
                </a:moveTo>
                <a:lnTo>
                  <a:pt x="663122" y="546968"/>
                </a:lnTo>
                <a:lnTo>
                  <a:pt x="905974" y="304495"/>
                </a:lnTo>
                <a:lnTo>
                  <a:pt x="927872" y="326312"/>
                </a:lnTo>
                <a:lnTo>
                  <a:pt x="684977" y="568785"/>
                </a:lnTo>
                <a:close/>
                <a:moveTo>
                  <a:pt x="569175" y="488975"/>
                </a:moveTo>
                <a:cubicBezTo>
                  <a:pt x="565139" y="488975"/>
                  <a:pt x="561189" y="487389"/>
                  <a:pt x="558269" y="484475"/>
                </a:cubicBezTo>
                <a:lnTo>
                  <a:pt x="347920" y="274491"/>
                </a:lnTo>
                <a:cubicBezTo>
                  <a:pt x="344013" y="270591"/>
                  <a:pt x="342510" y="264933"/>
                  <a:pt x="343927" y="259575"/>
                </a:cubicBezTo>
                <a:cubicBezTo>
                  <a:pt x="345344" y="254260"/>
                  <a:pt x="349509" y="250103"/>
                  <a:pt x="354833" y="248688"/>
                </a:cubicBezTo>
                <a:lnTo>
                  <a:pt x="642168" y="171836"/>
                </a:lnTo>
                <a:cubicBezTo>
                  <a:pt x="647493" y="170421"/>
                  <a:pt x="653203" y="171921"/>
                  <a:pt x="657111" y="175822"/>
                </a:cubicBezTo>
                <a:cubicBezTo>
                  <a:pt x="661018" y="179722"/>
                  <a:pt x="662521" y="185380"/>
                  <a:pt x="661104" y="190738"/>
                </a:cubicBezTo>
                <a:lnTo>
                  <a:pt x="584117" y="477574"/>
                </a:lnTo>
                <a:cubicBezTo>
                  <a:pt x="582700" y="482889"/>
                  <a:pt x="578536" y="487047"/>
                  <a:pt x="573211" y="488461"/>
                </a:cubicBezTo>
                <a:cubicBezTo>
                  <a:pt x="571880" y="488804"/>
                  <a:pt x="570549" y="488975"/>
                  <a:pt x="569175" y="488975"/>
                </a:cubicBezTo>
                <a:close/>
                <a:moveTo>
                  <a:pt x="388710" y="271577"/>
                </a:moveTo>
                <a:lnTo>
                  <a:pt x="561189" y="443755"/>
                </a:lnTo>
                <a:lnTo>
                  <a:pt x="624349" y="208569"/>
                </a:lnTo>
                <a:lnTo>
                  <a:pt x="388710" y="271577"/>
                </a:lnTo>
                <a:close/>
                <a:moveTo>
                  <a:pt x="208675" y="253575"/>
                </a:moveTo>
                <a:lnTo>
                  <a:pt x="79863" y="253575"/>
                </a:lnTo>
                <a:cubicBezTo>
                  <a:pt x="74367" y="253575"/>
                  <a:pt x="69215" y="250660"/>
                  <a:pt x="66467" y="245859"/>
                </a:cubicBezTo>
                <a:lnTo>
                  <a:pt x="2061" y="134503"/>
                </a:lnTo>
                <a:cubicBezTo>
                  <a:pt x="-687" y="129745"/>
                  <a:pt x="-687" y="123830"/>
                  <a:pt x="2061" y="119072"/>
                </a:cubicBezTo>
                <a:lnTo>
                  <a:pt x="66467" y="7715"/>
                </a:lnTo>
                <a:cubicBezTo>
                  <a:pt x="69215" y="2915"/>
                  <a:pt x="74367" y="0"/>
                  <a:pt x="79863" y="0"/>
                </a:cubicBezTo>
                <a:lnTo>
                  <a:pt x="208675" y="0"/>
                </a:lnTo>
                <a:cubicBezTo>
                  <a:pt x="214171" y="0"/>
                  <a:pt x="219323" y="2915"/>
                  <a:pt x="222071" y="7715"/>
                </a:cubicBezTo>
                <a:lnTo>
                  <a:pt x="286477" y="119072"/>
                </a:lnTo>
                <a:cubicBezTo>
                  <a:pt x="289225" y="123830"/>
                  <a:pt x="289225" y="129745"/>
                  <a:pt x="286477" y="134503"/>
                </a:cubicBezTo>
                <a:lnTo>
                  <a:pt x="222071" y="245859"/>
                </a:lnTo>
                <a:cubicBezTo>
                  <a:pt x="219323" y="250660"/>
                  <a:pt x="214171" y="253575"/>
                  <a:pt x="208675" y="253575"/>
                </a:cubicBezTo>
                <a:close/>
                <a:moveTo>
                  <a:pt x="88794" y="222714"/>
                </a:moveTo>
                <a:lnTo>
                  <a:pt x="199744" y="222714"/>
                </a:lnTo>
                <a:lnTo>
                  <a:pt x="255219" y="126787"/>
                </a:lnTo>
                <a:lnTo>
                  <a:pt x="199744" y="30861"/>
                </a:lnTo>
                <a:lnTo>
                  <a:pt x="88794" y="30861"/>
                </a:lnTo>
                <a:lnTo>
                  <a:pt x="33319" y="126787"/>
                </a:lnTo>
                <a:lnTo>
                  <a:pt x="88794" y="222714"/>
                </a:lnTo>
                <a:close/>
              </a:path>
            </a:pathLst>
          </a:custGeom>
          <a:solidFill>
            <a:schemeClr val="tx1"/>
          </a:solidFill>
          <a:ln w="42565" cap="flat">
            <a:noFill/>
            <a:prstDash val="solid"/>
            <a:miter/>
          </a:ln>
        </p:spPr>
        <p:txBody>
          <a:bodyPr rtlCol="0" anchor="ctr"/>
          <a:lstStyle/>
          <a:p>
            <a:endParaRPr lang="en-US" sz="1200" dirty="0">
              <a:latin typeface="IBM Plex Sans Light"/>
            </a:endParaRPr>
          </a:p>
        </p:txBody>
      </p:sp>
      <p:sp>
        <p:nvSpPr>
          <p:cNvPr id="181" name="TextBox 180">
            <a:extLst>
              <a:ext uri="{FF2B5EF4-FFF2-40B4-BE49-F238E27FC236}">
                <a16:creationId xmlns:a16="http://schemas.microsoft.com/office/drawing/2014/main" id="{F0544A81-1DC1-F3DA-4761-4D158D257E2A}"/>
              </a:ext>
            </a:extLst>
          </p:cNvPr>
          <p:cNvSpPr txBox="1"/>
          <p:nvPr/>
        </p:nvSpPr>
        <p:spPr>
          <a:xfrm>
            <a:off x="2936597" y="4606385"/>
            <a:ext cx="970054"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Knows dark data</a:t>
            </a:r>
            <a:endParaRPr lang="en-US" sz="900" dirty="0">
              <a:latin typeface="IBM Plex Sans Light"/>
              <a:cs typeface="IBM Plex Sans Light" panose="020B0604020202020204" pitchFamily="34" charset="0"/>
            </a:endParaRPr>
          </a:p>
        </p:txBody>
      </p:sp>
      <p:sp>
        <p:nvSpPr>
          <p:cNvPr id="183" name="Freeform 217">
            <a:extLst>
              <a:ext uri="{FF2B5EF4-FFF2-40B4-BE49-F238E27FC236}">
                <a16:creationId xmlns:a16="http://schemas.microsoft.com/office/drawing/2014/main" id="{1CCDE033-3F74-5332-19F7-2AD7664C0DC2}"/>
              </a:ext>
            </a:extLst>
          </p:cNvPr>
          <p:cNvSpPr>
            <a:spLocks noChangeAspect="1"/>
          </p:cNvSpPr>
          <p:nvPr/>
        </p:nvSpPr>
        <p:spPr>
          <a:xfrm>
            <a:off x="4138390" y="2910120"/>
            <a:ext cx="429768" cy="429768"/>
          </a:xfrm>
          <a:custGeom>
            <a:avLst/>
            <a:gdLst>
              <a:gd name="connsiteX0" fmla="*/ 729932 w 1217698"/>
              <a:gd name="connsiteY0" fmla="*/ 1145286 h 1145286"/>
              <a:gd name="connsiteX1" fmla="*/ 353631 w 1217698"/>
              <a:gd name="connsiteY1" fmla="*/ 968221 h 1145286"/>
              <a:gd name="connsiteX2" fmla="*/ 377504 w 1217698"/>
              <a:gd name="connsiteY2" fmla="*/ 948547 h 1145286"/>
              <a:gd name="connsiteX3" fmla="*/ 729932 w 1217698"/>
              <a:gd name="connsiteY3" fmla="*/ 1114382 h 1145286"/>
              <a:gd name="connsiteX4" fmla="*/ 1186783 w 1217698"/>
              <a:gd name="connsiteY4" fmla="*/ 658325 h 1145286"/>
              <a:gd name="connsiteX5" fmla="*/ 729932 w 1217698"/>
              <a:gd name="connsiteY5" fmla="*/ 202268 h 1145286"/>
              <a:gd name="connsiteX6" fmla="*/ 377504 w 1217698"/>
              <a:gd name="connsiteY6" fmla="*/ 368146 h 1145286"/>
              <a:gd name="connsiteX7" fmla="*/ 353674 w 1217698"/>
              <a:gd name="connsiteY7" fmla="*/ 348472 h 1145286"/>
              <a:gd name="connsiteX8" fmla="*/ 714475 w 1217698"/>
              <a:gd name="connsiteY8" fmla="*/ 171664 h 1145286"/>
              <a:gd name="connsiteX9" fmla="*/ 714475 w 1217698"/>
              <a:gd name="connsiteY9" fmla="*/ 116586 h 1145286"/>
              <a:gd name="connsiteX10" fmla="*/ 601120 w 1217698"/>
              <a:gd name="connsiteY10" fmla="*/ 116586 h 1145286"/>
              <a:gd name="connsiteX11" fmla="*/ 585663 w 1217698"/>
              <a:gd name="connsiteY11" fmla="*/ 101155 h 1145286"/>
              <a:gd name="connsiteX12" fmla="*/ 585663 w 1217698"/>
              <a:gd name="connsiteY12" fmla="*/ 15430 h 1145286"/>
              <a:gd name="connsiteX13" fmla="*/ 601120 w 1217698"/>
              <a:gd name="connsiteY13" fmla="*/ 0 h 1145286"/>
              <a:gd name="connsiteX14" fmla="*/ 858743 w 1217698"/>
              <a:gd name="connsiteY14" fmla="*/ 0 h 1145286"/>
              <a:gd name="connsiteX15" fmla="*/ 874201 w 1217698"/>
              <a:gd name="connsiteY15" fmla="*/ 15430 h 1145286"/>
              <a:gd name="connsiteX16" fmla="*/ 874201 w 1217698"/>
              <a:gd name="connsiteY16" fmla="*/ 101155 h 1145286"/>
              <a:gd name="connsiteX17" fmla="*/ 858743 w 1217698"/>
              <a:gd name="connsiteY17" fmla="*/ 116586 h 1145286"/>
              <a:gd name="connsiteX18" fmla="*/ 745389 w 1217698"/>
              <a:gd name="connsiteY18" fmla="*/ 116586 h 1145286"/>
              <a:gd name="connsiteX19" fmla="*/ 745389 w 1217698"/>
              <a:gd name="connsiteY19" fmla="*/ 171707 h 1145286"/>
              <a:gd name="connsiteX20" fmla="*/ 1217698 w 1217698"/>
              <a:gd name="connsiteY20" fmla="*/ 658368 h 1145286"/>
              <a:gd name="connsiteX21" fmla="*/ 729932 w 1217698"/>
              <a:gd name="connsiteY21" fmla="*/ 1145286 h 1145286"/>
              <a:gd name="connsiteX22" fmla="*/ 616578 w 1217698"/>
              <a:gd name="connsiteY22" fmla="*/ 85725 h 1145286"/>
              <a:gd name="connsiteX23" fmla="*/ 843286 w 1217698"/>
              <a:gd name="connsiteY23" fmla="*/ 85725 h 1145286"/>
              <a:gd name="connsiteX24" fmla="*/ 843286 w 1217698"/>
              <a:gd name="connsiteY24" fmla="*/ 30861 h 1145286"/>
              <a:gd name="connsiteX25" fmla="*/ 616578 w 1217698"/>
              <a:gd name="connsiteY25" fmla="*/ 30861 h 1145286"/>
              <a:gd name="connsiteX26" fmla="*/ 616578 w 1217698"/>
              <a:gd name="connsiteY26" fmla="*/ 85725 h 1145286"/>
              <a:gd name="connsiteX27" fmla="*/ 515246 w 1217698"/>
              <a:gd name="connsiteY27" fmla="*/ 888111 h 1145286"/>
              <a:gd name="connsiteX28" fmla="*/ 85874 w 1217698"/>
              <a:gd name="connsiteY28" fmla="*/ 888111 h 1145286"/>
              <a:gd name="connsiteX29" fmla="*/ 85874 w 1217698"/>
              <a:gd name="connsiteY29" fmla="*/ 857250 h 1145286"/>
              <a:gd name="connsiteX30" fmla="*/ 515246 w 1217698"/>
              <a:gd name="connsiteY30" fmla="*/ 857250 h 1145286"/>
              <a:gd name="connsiteX31" fmla="*/ 515246 w 1217698"/>
              <a:gd name="connsiteY31" fmla="*/ 888111 h 1145286"/>
              <a:gd name="connsiteX32" fmla="*/ 429372 w 1217698"/>
              <a:gd name="connsiteY32" fmla="*/ 673799 h 1145286"/>
              <a:gd name="connsiteX33" fmla="*/ 0 w 1217698"/>
              <a:gd name="connsiteY33" fmla="*/ 673799 h 1145286"/>
              <a:gd name="connsiteX34" fmla="*/ 0 w 1217698"/>
              <a:gd name="connsiteY34" fmla="*/ 642938 h 1145286"/>
              <a:gd name="connsiteX35" fmla="*/ 429372 w 1217698"/>
              <a:gd name="connsiteY35" fmla="*/ 642938 h 1145286"/>
              <a:gd name="connsiteX36" fmla="*/ 429372 w 1217698"/>
              <a:gd name="connsiteY36" fmla="*/ 673799 h 1145286"/>
              <a:gd name="connsiteX37" fmla="*/ 737618 w 1217698"/>
              <a:gd name="connsiteY37" fmla="*/ 671741 h 1145286"/>
              <a:gd name="connsiteX38" fmla="*/ 722289 w 1217698"/>
              <a:gd name="connsiteY38" fmla="*/ 644952 h 1145286"/>
              <a:gd name="connsiteX39" fmla="*/ 1022849 w 1217698"/>
              <a:gd name="connsiteY39" fmla="*/ 473502 h 1145286"/>
              <a:gd name="connsiteX40" fmla="*/ 1038178 w 1217698"/>
              <a:gd name="connsiteY40" fmla="*/ 500291 h 1145286"/>
              <a:gd name="connsiteX41" fmla="*/ 737618 w 1217698"/>
              <a:gd name="connsiteY41" fmla="*/ 671741 h 1145286"/>
              <a:gd name="connsiteX42" fmla="*/ 515246 w 1217698"/>
              <a:gd name="connsiteY42" fmla="*/ 459486 h 1145286"/>
              <a:gd name="connsiteX43" fmla="*/ 85874 w 1217698"/>
              <a:gd name="connsiteY43" fmla="*/ 459486 h 1145286"/>
              <a:gd name="connsiteX44" fmla="*/ 85874 w 1217698"/>
              <a:gd name="connsiteY44" fmla="*/ 428625 h 1145286"/>
              <a:gd name="connsiteX45" fmla="*/ 515246 w 1217698"/>
              <a:gd name="connsiteY45" fmla="*/ 428625 h 1145286"/>
              <a:gd name="connsiteX46" fmla="*/ 515246 w 1217698"/>
              <a:gd name="connsiteY46" fmla="*/ 459486 h 1145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17698" h="1145286">
                <a:moveTo>
                  <a:pt x="729932" y="1145286"/>
                </a:moveTo>
                <a:cubicBezTo>
                  <a:pt x="583903" y="1145286"/>
                  <a:pt x="446718" y="1080735"/>
                  <a:pt x="353631" y="968221"/>
                </a:cubicBezTo>
                <a:lnTo>
                  <a:pt x="377504" y="948547"/>
                </a:lnTo>
                <a:cubicBezTo>
                  <a:pt x="464666" y="1053946"/>
                  <a:pt x="593134" y="1114382"/>
                  <a:pt x="729932" y="1114382"/>
                </a:cubicBezTo>
                <a:cubicBezTo>
                  <a:pt x="981844" y="1114382"/>
                  <a:pt x="1186783" y="909842"/>
                  <a:pt x="1186783" y="658325"/>
                </a:cubicBezTo>
                <a:cubicBezTo>
                  <a:pt x="1186783" y="406851"/>
                  <a:pt x="981887" y="202268"/>
                  <a:pt x="729932" y="202268"/>
                </a:cubicBezTo>
                <a:cubicBezTo>
                  <a:pt x="593134" y="202268"/>
                  <a:pt x="464709" y="262747"/>
                  <a:pt x="377504" y="368146"/>
                </a:cubicBezTo>
                <a:lnTo>
                  <a:pt x="353674" y="348472"/>
                </a:lnTo>
                <a:cubicBezTo>
                  <a:pt x="443455" y="239944"/>
                  <a:pt x="574242" y="176079"/>
                  <a:pt x="714475" y="171664"/>
                </a:cubicBezTo>
                <a:lnTo>
                  <a:pt x="714475" y="116586"/>
                </a:lnTo>
                <a:lnTo>
                  <a:pt x="601120" y="116586"/>
                </a:lnTo>
                <a:cubicBezTo>
                  <a:pt x="592576" y="116586"/>
                  <a:pt x="585663" y="109685"/>
                  <a:pt x="585663" y="101155"/>
                </a:cubicBezTo>
                <a:lnTo>
                  <a:pt x="585663" y="15430"/>
                </a:lnTo>
                <a:cubicBezTo>
                  <a:pt x="585663" y="6901"/>
                  <a:pt x="592576" y="0"/>
                  <a:pt x="601120" y="0"/>
                </a:cubicBezTo>
                <a:lnTo>
                  <a:pt x="858743" y="0"/>
                </a:lnTo>
                <a:cubicBezTo>
                  <a:pt x="867288" y="0"/>
                  <a:pt x="874201" y="6901"/>
                  <a:pt x="874201" y="15430"/>
                </a:cubicBezTo>
                <a:lnTo>
                  <a:pt x="874201" y="101155"/>
                </a:lnTo>
                <a:cubicBezTo>
                  <a:pt x="874201" y="109685"/>
                  <a:pt x="867288" y="116586"/>
                  <a:pt x="858743" y="116586"/>
                </a:cubicBezTo>
                <a:lnTo>
                  <a:pt x="745389" y="116586"/>
                </a:lnTo>
                <a:lnTo>
                  <a:pt x="745389" y="171707"/>
                </a:lnTo>
                <a:cubicBezTo>
                  <a:pt x="1007220" y="179894"/>
                  <a:pt x="1217698" y="395064"/>
                  <a:pt x="1217698" y="658368"/>
                </a:cubicBezTo>
                <a:cubicBezTo>
                  <a:pt x="1217698" y="926859"/>
                  <a:pt x="998890" y="1145286"/>
                  <a:pt x="729932" y="1145286"/>
                </a:cubicBezTo>
                <a:close/>
                <a:moveTo>
                  <a:pt x="616578" y="85725"/>
                </a:moveTo>
                <a:lnTo>
                  <a:pt x="843286" y="85725"/>
                </a:lnTo>
                <a:lnTo>
                  <a:pt x="843286" y="30861"/>
                </a:lnTo>
                <a:lnTo>
                  <a:pt x="616578" y="30861"/>
                </a:lnTo>
                <a:lnTo>
                  <a:pt x="616578" y="85725"/>
                </a:lnTo>
                <a:close/>
                <a:moveTo>
                  <a:pt x="515246" y="888111"/>
                </a:moveTo>
                <a:lnTo>
                  <a:pt x="85874" y="888111"/>
                </a:lnTo>
                <a:lnTo>
                  <a:pt x="85874" y="857250"/>
                </a:lnTo>
                <a:lnTo>
                  <a:pt x="515246" y="857250"/>
                </a:lnTo>
                <a:lnTo>
                  <a:pt x="515246" y="888111"/>
                </a:lnTo>
                <a:close/>
                <a:moveTo>
                  <a:pt x="429372" y="673799"/>
                </a:moveTo>
                <a:lnTo>
                  <a:pt x="0" y="673799"/>
                </a:lnTo>
                <a:lnTo>
                  <a:pt x="0" y="642938"/>
                </a:lnTo>
                <a:lnTo>
                  <a:pt x="429372" y="642938"/>
                </a:lnTo>
                <a:lnTo>
                  <a:pt x="429372" y="673799"/>
                </a:lnTo>
                <a:close/>
                <a:moveTo>
                  <a:pt x="737618" y="671741"/>
                </a:moveTo>
                <a:lnTo>
                  <a:pt x="722289" y="644952"/>
                </a:lnTo>
                <a:lnTo>
                  <a:pt x="1022849" y="473502"/>
                </a:lnTo>
                <a:lnTo>
                  <a:pt x="1038178" y="500291"/>
                </a:lnTo>
                <a:lnTo>
                  <a:pt x="737618" y="671741"/>
                </a:lnTo>
                <a:close/>
                <a:moveTo>
                  <a:pt x="515246" y="459486"/>
                </a:moveTo>
                <a:lnTo>
                  <a:pt x="85874" y="459486"/>
                </a:lnTo>
                <a:lnTo>
                  <a:pt x="85874" y="428625"/>
                </a:lnTo>
                <a:lnTo>
                  <a:pt x="515246" y="428625"/>
                </a:lnTo>
                <a:lnTo>
                  <a:pt x="515246" y="459486"/>
                </a:lnTo>
                <a:close/>
              </a:path>
            </a:pathLst>
          </a:custGeom>
          <a:solidFill>
            <a:schemeClr val="tx1"/>
          </a:solidFill>
          <a:ln w="42565" cap="flat">
            <a:noFill/>
            <a:prstDash val="solid"/>
            <a:miter/>
          </a:ln>
        </p:spPr>
        <p:txBody>
          <a:bodyPr rtlCol="0" anchor="ctr"/>
          <a:lstStyle/>
          <a:p>
            <a:endParaRPr lang="en-US" sz="1200">
              <a:latin typeface="IBM Plex Sans Light"/>
            </a:endParaRPr>
          </a:p>
        </p:txBody>
      </p:sp>
      <p:sp>
        <p:nvSpPr>
          <p:cNvPr id="185" name="TextBox 184">
            <a:extLst>
              <a:ext uri="{FF2B5EF4-FFF2-40B4-BE49-F238E27FC236}">
                <a16:creationId xmlns:a16="http://schemas.microsoft.com/office/drawing/2014/main" id="{DB226A79-57B2-F007-21B6-53435CD29642}"/>
              </a:ext>
            </a:extLst>
          </p:cNvPr>
          <p:cNvSpPr txBox="1"/>
          <p:nvPr/>
        </p:nvSpPr>
        <p:spPr>
          <a:xfrm>
            <a:off x="3915874" y="3451537"/>
            <a:ext cx="874801"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Accelerated computing</a:t>
            </a:r>
            <a:endParaRPr lang="en-US" sz="900" dirty="0">
              <a:latin typeface="IBM Plex Sans Light"/>
              <a:cs typeface="IBM Plex Sans Light" panose="020B0604020202020204" pitchFamily="34" charset="0"/>
            </a:endParaRPr>
          </a:p>
        </p:txBody>
      </p:sp>
      <p:pic>
        <p:nvPicPr>
          <p:cNvPr id="195" name="Graphic 194">
            <a:extLst>
              <a:ext uri="{FF2B5EF4-FFF2-40B4-BE49-F238E27FC236}">
                <a16:creationId xmlns:a16="http://schemas.microsoft.com/office/drawing/2014/main" id="{418CBDC5-E832-16DA-4B0C-662CD0F7C635}"/>
              </a:ext>
            </a:extLst>
          </p:cNvPr>
          <p:cNvPicPr>
            <a:picLocks noChangeAspect="1"/>
          </p:cNvPicPr>
          <p:nvPr/>
        </p:nvPicPr>
        <p:blipFill>
          <a:blip>
            <a:biLevel thresh="50000"/>
            <a:extLst>
              <a:ext uri="{96DAC541-7B7A-43D3-8B79-37D633B846F1}">
                <asvg:svgBlip xmlns:asvg="http://schemas.microsoft.com/office/drawing/2016/SVG/main" r:embed="rId12"/>
              </a:ext>
            </a:extLst>
          </a:blip>
          <a:srcRect/>
          <a:stretch/>
        </p:blipFill>
        <p:spPr>
          <a:xfrm>
            <a:off x="1314505" y="1914329"/>
            <a:ext cx="429768" cy="429768"/>
          </a:xfrm>
          <a:prstGeom prst="rect">
            <a:avLst/>
          </a:prstGeom>
        </p:spPr>
      </p:pic>
      <p:sp>
        <p:nvSpPr>
          <p:cNvPr id="197" name="TextBox 196">
            <a:extLst>
              <a:ext uri="{FF2B5EF4-FFF2-40B4-BE49-F238E27FC236}">
                <a16:creationId xmlns:a16="http://schemas.microsoft.com/office/drawing/2014/main" id="{DF808564-45D1-1FB8-4784-F0AC267433DF}"/>
              </a:ext>
            </a:extLst>
          </p:cNvPr>
          <p:cNvSpPr txBox="1"/>
          <p:nvPr/>
        </p:nvSpPr>
        <p:spPr>
          <a:xfrm>
            <a:off x="1314505" y="2427678"/>
            <a:ext cx="429768" cy="231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Q-Q plot</a:t>
            </a:r>
            <a:endParaRPr lang="en-US" sz="900" dirty="0">
              <a:latin typeface="IBM Plex Sans Light"/>
              <a:cs typeface="IBM Plex Sans Light" panose="020B0604020202020204" pitchFamily="34" charset="0"/>
            </a:endParaRPr>
          </a:p>
        </p:txBody>
      </p:sp>
      <p:sp>
        <p:nvSpPr>
          <p:cNvPr id="199" name="TextBox 198">
            <a:extLst>
              <a:ext uri="{FF2B5EF4-FFF2-40B4-BE49-F238E27FC236}">
                <a16:creationId xmlns:a16="http://schemas.microsoft.com/office/drawing/2014/main" id="{060E5BD9-12BD-E216-936A-0E97295A1C81}"/>
              </a:ext>
            </a:extLst>
          </p:cNvPr>
          <p:cNvSpPr txBox="1"/>
          <p:nvPr/>
        </p:nvSpPr>
        <p:spPr>
          <a:xfrm>
            <a:off x="3786124" y="6919916"/>
            <a:ext cx="979282"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management infrastructure</a:t>
            </a:r>
            <a:endParaRPr lang="en-US" sz="900" dirty="0">
              <a:latin typeface="IBM Plex Sans Light"/>
              <a:cs typeface="IBM Plex Sans Light" panose="020B0604020202020204" pitchFamily="34" charset="0"/>
            </a:endParaRPr>
          </a:p>
        </p:txBody>
      </p:sp>
      <p:pic>
        <p:nvPicPr>
          <p:cNvPr id="201" name="Graphic 200">
            <a:extLst>
              <a:ext uri="{FF2B5EF4-FFF2-40B4-BE49-F238E27FC236}">
                <a16:creationId xmlns:a16="http://schemas.microsoft.com/office/drawing/2014/main" id="{8B125928-E725-3DE5-3DDD-8D43CB9E497F}"/>
              </a:ext>
            </a:extLst>
          </p:cNvPr>
          <p:cNvPicPr>
            <a:picLocks noChangeAspect="1"/>
          </p:cNvPicPr>
          <p:nvPr/>
        </p:nvPicPr>
        <p:blipFill>
          <a:blip>
            <a:biLevel thresh="50000"/>
            <a:extLst>
              <a:ext uri="{96DAC541-7B7A-43D3-8B79-37D633B846F1}">
                <asvg:svgBlip xmlns:asvg="http://schemas.microsoft.com/office/drawing/2016/SVG/main" r:embed="rId13"/>
              </a:ext>
            </a:extLst>
          </a:blip>
          <a:srcRect/>
          <a:stretch/>
        </p:blipFill>
        <p:spPr>
          <a:xfrm>
            <a:off x="4060881" y="6347909"/>
            <a:ext cx="429768" cy="429768"/>
          </a:xfrm>
          <a:prstGeom prst="rect">
            <a:avLst/>
          </a:prstGeom>
        </p:spPr>
      </p:pic>
      <p:pic>
        <p:nvPicPr>
          <p:cNvPr id="221" name="Graphic 220">
            <a:extLst>
              <a:ext uri="{FF2B5EF4-FFF2-40B4-BE49-F238E27FC236}">
                <a16:creationId xmlns:a16="http://schemas.microsoft.com/office/drawing/2014/main" id="{34641482-91D0-8C65-D381-F54DC3F206F7}"/>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388576" y="853405"/>
            <a:ext cx="429768" cy="429768"/>
          </a:xfrm>
          <a:prstGeom prst="rect">
            <a:avLst/>
          </a:prstGeom>
        </p:spPr>
      </p:pic>
      <p:pic>
        <p:nvPicPr>
          <p:cNvPr id="227" name="Graphic 226">
            <a:extLst>
              <a:ext uri="{FF2B5EF4-FFF2-40B4-BE49-F238E27FC236}">
                <a16:creationId xmlns:a16="http://schemas.microsoft.com/office/drawing/2014/main" id="{C1823478-C154-6610-6632-F6BA4557FE69}"/>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1314505" y="853405"/>
            <a:ext cx="429768" cy="429768"/>
          </a:xfrm>
          <a:prstGeom prst="rect">
            <a:avLst/>
          </a:prstGeom>
        </p:spPr>
      </p:pic>
      <p:pic>
        <p:nvPicPr>
          <p:cNvPr id="231" name="Graphic 230">
            <a:extLst>
              <a:ext uri="{FF2B5EF4-FFF2-40B4-BE49-F238E27FC236}">
                <a16:creationId xmlns:a16="http://schemas.microsoft.com/office/drawing/2014/main" id="{0C26044A-FC44-F3E5-B35F-8C72DD5F434A}"/>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4138390" y="4040880"/>
            <a:ext cx="429768" cy="429768"/>
          </a:xfrm>
          <a:prstGeom prst="rect">
            <a:avLst/>
          </a:prstGeom>
        </p:spPr>
      </p:pic>
      <p:pic>
        <p:nvPicPr>
          <p:cNvPr id="233" name="Graphic 232">
            <a:extLst>
              <a:ext uri="{FF2B5EF4-FFF2-40B4-BE49-F238E27FC236}">
                <a16:creationId xmlns:a16="http://schemas.microsoft.com/office/drawing/2014/main" id="{5D56962A-E092-B5EE-0C90-A63D5F504850}"/>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5979259" y="4047143"/>
            <a:ext cx="429768" cy="429768"/>
          </a:xfrm>
          <a:prstGeom prst="rect">
            <a:avLst/>
          </a:prstGeom>
        </p:spPr>
      </p:pic>
      <p:pic>
        <p:nvPicPr>
          <p:cNvPr id="235" name="Graphic 234">
            <a:extLst>
              <a:ext uri="{FF2B5EF4-FFF2-40B4-BE49-F238E27FC236}">
                <a16:creationId xmlns:a16="http://schemas.microsoft.com/office/drawing/2014/main" id="{9C8137C8-26C1-849B-9DE3-CEF2E38DB1DF}"/>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5028581" y="4040880"/>
            <a:ext cx="429768" cy="429768"/>
          </a:xfrm>
          <a:prstGeom prst="rect">
            <a:avLst/>
          </a:prstGeom>
        </p:spPr>
      </p:pic>
      <p:pic>
        <p:nvPicPr>
          <p:cNvPr id="237" name="Graphic 236">
            <a:extLst>
              <a:ext uri="{FF2B5EF4-FFF2-40B4-BE49-F238E27FC236}">
                <a16:creationId xmlns:a16="http://schemas.microsoft.com/office/drawing/2014/main" id="{E6EF15CC-5448-7DFF-2455-95D8FEEBCF4C}"/>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314505" y="5119340"/>
            <a:ext cx="429768" cy="429768"/>
          </a:xfrm>
          <a:prstGeom prst="rect">
            <a:avLst/>
          </a:prstGeom>
        </p:spPr>
      </p:pic>
      <p:pic>
        <p:nvPicPr>
          <p:cNvPr id="239" name="Graphic 238">
            <a:extLst>
              <a:ext uri="{FF2B5EF4-FFF2-40B4-BE49-F238E27FC236}">
                <a16:creationId xmlns:a16="http://schemas.microsoft.com/office/drawing/2014/main" id="{DA456C68-00A1-1116-715D-EE2D37D9C558}"/>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388576" y="5119340"/>
            <a:ext cx="429768" cy="429768"/>
          </a:xfrm>
          <a:prstGeom prst="rect">
            <a:avLst/>
          </a:prstGeom>
        </p:spPr>
      </p:pic>
      <p:pic>
        <p:nvPicPr>
          <p:cNvPr id="241" name="Graphic 240">
            <a:extLst>
              <a:ext uri="{FF2B5EF4-FFF2-40B4-BE49-F238E27FC236}">
                <a16:creationId xmlns:a16="http://schemas.microsoft.com/office/drawing/2014/main" id="{D55F5688-EB8B-FA72-F7C9-F7215790FA0B}"/>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6932851" y="4040880"/>
            <a:ext cx="429768" cy="429768"/>
          </a:xfrm>
          <a:prstGeom prst="rect">
            <a:avLst/>
          </a:prstGeom>
        </p:spPr>
      </p:pic>
      <p:pic>
        <p:nvPicPr>
          <p:cNvPr id="243" name="Graphic 242">
            <a:extLst>
              <a:ext uri="{FF2B5EF4-FFF2-40B4-BE49-F238E27FC236}">
                <a16:creationId xmlns:a16="http://schemas.microsoft.com/office/drawing/2014/main" id="{74A83752-9EA9-90E6-2C0D-935BCBBF24D7}"/>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3206740" y="5119340"/>
            <a:ext cx="429768" cy="429768"/>
          </a:xfrm>
          <a:prstGeom prst="rect">
            <a:avLst/>
          </a:prstGeom>
        </p:spPr>
      </p:pic>
      <p:pic>
        <p:nvPicPr>
          <p:cNvPr id="245" name="Graphic 244">
            <a:extLst>
              <a:ext uri="{FF2B5EF4-FFF2-40B4-BE49-F238E27FC236}">
                <a16:creationId xmlns:a16="http://schemas.microsoft.com/office/drawing/2014/main" id="{6B0FE29F-6985-79C2-5517-9AC4EE568A71}"/>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2253850" y="5119340"/>
            <a:ext cx="429768" cy="429768"/>
          </a:xfrm>
          <a:prstGeom prst="rect">
            <a:avLst/>
          </a:prstGeom>
        </p:spPr>
      </p:pic>
      <p:pic>
        <p:nvPicPr>
          <p:cNvPr id="247" name="Graphic 246">
            <a:extLst>
              <a:ext uri="{FF2B5EF4-FFF2-40B4-BE49-F238E27FC236}">
                <a16:creationId xmlns:a16="http://schemas.microsoft.com/office/drawing/2014/main" id="{121E48C9-295A-98BF-AF17-A3D51ADB5EF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979259" y="2916383"/>
            <a:ext cx="429768" cy="429768"/>
          </a:xfrm>
          <a:prstGeom prst="rect">
            <a:avLst/>
          </a:prstGeom>
        </p:spPr>
      </p:pic>
      <p:pic>
        <p:nvPicPr>
          <p:cNvPr id="249" name="Graphic 248">
            <a:extLst>
              <a:ext uri="{FF2B5EF4-FFF2-40B4-BE49-F238E27FC236}">
                <a16:creationId xmlns:a16="http://schemas.microsoft.com/office/drawing/2014/main" id="{19651DE6-24BA-7945-C47B-03C3E2AC16AE}"/>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5028581" y="5119340"/>
            <a:ext cx="429768" cy="429768"/>
          </a:xfrm>
          <a:prstGeom prst="rect">
            <a:avLst/>
          </a:prstGeom>
        </p:spPr>
      </p:pic>
      <p:pic>
        <p:nvPicPr>
          <p:cNvPr id="251" name="Graphic 250">
            <a:extLst>
              <a:ext uri="{FF2B5EF4-FFF2-40B4-BE49-F238E27FC236}">
                <a16:creationId xmlns:a16="http://schemas.microsoft.com/office/drawing/2014/main" id="{9210990C-EE65-5AA4-834F-7A6D84151BB2}"/>
              </a:ext>
            </a:extLst>
          </p:cNvPr>
          <p:cNvPicPr>
            <a:picLocks noChangeAspect="1"/>
          </p:cNvPicPr>
          <p:nvPr/>
        </p:nvPicPr>
        <p:blipFill>
          <a:blip>
            <a:extLst>
              <a:ext uri="{96DAC541-7B7A-43D3-8B79-37D633B846F1}">
                <asvg:svgBlip xmlns:asvg="http://schemas.microsoft.com/office/drawing/2016/SVG/main" r:embed="rId26"/>
              </a:ext>
            </a:extLst>
          </a:blip>
          <a:srcRect/>
          <a:stretch/>
        </p:blipFill>
        <p:spPr>
          <a:xfrm>
            <a:off x="2253850" y="1914329"/>
            <a:ext cx="429768" cy="429768"/>
          </a:xfrm>
          <a:prstGeom prst="rect">
            <a:avLst/>
          </a:prstGeom>
        </p:spPr>
      </p:pic>
      <p:pic>
        <p:nvPicPr>
          <p:cNvPr id="253" name="Graphic 252">
            <a:extLst>
              <a:ext uri="{FF2B5EF4-FFF2-40B4-BE49-F238E27FC236}">
                <a16:creationId xmlns:a16="http://schemas.microsoft.com/office/drawing/2014/main" id="{C425C41E-280B-344C-B32F-3E102E511F9E}"/>
              </a:ext>
            </a:extLst>
          </p:cNvPr>
          <p:cNvPicPr>
            <a:picLocks noChangeAspect="1"/>
          </p:cNvPicPr>
          <p:nvPr/>
        </p:nvPicPr>
        <p:blipFill>
          <a:blip>
            <a:extLst>
              <a:ext uri="{96DAC541-7B7A-43D3-8B79-37D633B846F1}">
                <asvg:svgBlip xmlns:asvg="http://schemas.microsoft.com/office/drawing/2016/SVG/main" r:embed="rId27"/>
              </a:ext>
            </a:extLst>
          </a:blip>
          <a:srcRect/>
          <a:stretch/>
        </p:blipFill>
        <p:spPr>
          <a:xfrm>
            <a:off x="4138390" y="1914329"/>
            <a:ext cx="429768" cy="429768"/>
          </a:xfrm>
          <a:prstGeom prst="rect">
            <a:avLst/>
          </a:prstGeom>
        </p:spPr>
      </p:pic>
      <p:pic>
        <p:nvPicPr>
          <p:cNvPr id="255" name="Graphic 254">
            <a:extLst>
              <a:ext uri="{FF2B5EF4-FFF2-40B4-BE49-F238E27FC236}">
                <a16:creationId xmlns:a16="http://schemas.microsoft.com/office/drawing/2014/main" id="{06B0D326-A9E6-11FA-D38D-8EDE34BEE9F9}"/>
              </a:ext>
            </a:extLst>
          </p:cNvPr>
          <p:cNvPicPr>
            <a:picLocks noChangeAspect="1"/>
          </p:cNvPicPr>
          <p:nvPr/>
        </p:nvPicPr>
        <p:blipFill>
          <a:blip>
            <a:extLst>
              <a:ext uri="{96DAC541-7B7A-43D3-8B79-37D633B846F1}">
                <asvg:svgBlip xmlns:asvg="http://schemas.microsoft.com/office/drawing/2016/SVG/main" r:embed="rId28"/>
              </a:ext>
            </a:extLst>
          </a:blip>
          <a:srcRect/>
          <a:stretch/>
        </p:blipFill>
        <p:spPr>
          <a:xfrm>
            <a:off x="5028581" y="1914329"/>
            <a:ext cx="429768" cy="429768"/>
          </a:xfrm>
          <a:prstGeom prst="rect">
            <a:avLst/>
          </a:prstGeom>
        </p:spPr>
      </p:pic>
      <p:pic>
        <p:nvPicPr>
          <p:cNvPr id="257" name="Graphic 256">
            <a:extLst>
              <a:ext uri="{FF2B5EF4-FFF2-40B4-BE49-F238E27FC236}">
                <a16:creationId xmlns:a16="http://schemas.microsoft.com/office/drawing/2014/main" id="{F1D81765-0E3C-7FD8-3845-3DA0DBFAEB7C}"/>
              </a:ext>
            </a:extLst>
          </p:cNvPr>
          <p:cNvPicPr>
            <a:picLocks noChangeAspect="1"/>
          </p:cNvPicPr>
          <p:nvPr/>
        </p:nvPicPr>
        <p:blipFill>
          <a:blip>
            <a:extLst>
              <a:ext uri="{96DAC541-7B7A-43D3-8B79-37D633B846F1}">
                <asvg:svgBlip xmlns:asvg="http://schemas.microsoft.com/office/drawing/2016/SVG/main" r:embed="rId29"/>
              </a:ext>
            </a:extLst>
          </a:blip>
          <a:srcRect/>
          <a:stretch/>
        </p:blipFill>
        <p:spPr>
          <a:xfrm>
            <a:off x="3206740" y="1914329"/>
            <a:ext cx="429768" cy="429768"/>
          </a:xfrm>
          <a:prstGeom prst="rect">
            <a:avLst/>
          </a:prstGeom>
        </p:spPr>
      </p:pic>
      <p:pic>
        <p:nvPicPr>
          <p:cNvPr id="259" name="Graphic 258">
            <a:extLst>
              <a:ext uri="{FF2B5EF4-FFF2-40B4-BE49-F238E27FC236}">
                <a16:creationId xmlns:a16="http://schemas.microsoft.com/office/drawing/2014/main" id="{B0C5D8D3-FCC3-85F6-CFA8-54296B4B406F}"/>
              </a:ext>
            </a:extLst>
          </p:cNvPr>
          <p:cNvPicPr>
            <a:picLocks noChangeAspect="1"/>
          </p:cNvPicPr>
          <p:nvPr/>
        </p:nvPicPr>
        <p:blipFill>
          <a:blip>
            <a:extLst>
              <a:ext uri="{96DAC541-7B7A-43D3-8B79-37D633B846F1}">
                <asvg:svgBlip xmlns:asvg="http://schemas.microsoft.com/office/drawing/2016/SVG/main" r:embed="rId30"/>
              </a:ext>
            </a:extLst>
          </a:blip>
          <a:srcRect/>
          <a:stretch/>
        </p:blipFill>
        <p:spPr>
          <a:xfrm>
            <a:off x="5979259" y="1920592"/>
            <a:ext cx="429768" cy="429768"/>
          </a:xfrm>
          <a:prstGeom prst="rect">
            <a:avLst/>
          </a:prstGeom>
        </p:spPr>
      </p:pic>
      <p:pic>
        <p:nvPicPr>
          <p:cNvPr id="261" name="Graphic 260">
            <a:extLst>
              <a:ext uri="{FF2B5EF4-FFF2-40B4-BE49-F238E27FC236}">
                <a16:creationId xmlns:a16="http://schemas.microsoft.com/office/drawing/2014/main" id="{4BCD19F5-CA06-325E-9F09-CE185A0BEDA7}"/>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a:off x="6932851" y="1914329"/>
            <a:ext cx="429768" cy="429768"/>
          </a:xfrm>
          <a:prstGeom prst="rect">
            <a:avLst/>
          </a:prstGeom>
        </p:spPr>
      </p:pic>
      <p:pic>
        <p:nvPicPr>
          <p:cNvPr id="263" name="Graphic 262">
            <a:extLst>
              <a:ext uri="{FF2B5EF4-FFF2-40B4-BE49-F238E27FC236}">
                <a16:creationId xmlns:a16="http://schemas.microsoft.com/office/drawing/2014/main" id="{2E22E739-FBE8-4A51-7B56-3C18395C4D5B}"/>
              </a:ext>
            </a:extLst>
          </p:cNvPr>
          <p:cNvPicPr>
            <a:picLocks noChangeAspect="1"/>
          </p:cNvPicPr>
          <p:nvPr/>
        </p:nvPicPr>
        <p:blipFill>
          <a:blip>
            <a:extLst>
              <a:ext uri="{96DAC541-7B7A-43D3-8B79-37D633B846F1}">
                <asvg:svgBlip xmlns:asvg="http://schemas.microsoft.com/office/drawing/2016/SVG/main" r:embed="rId32"/>
              </a:ext>
            </a:extLst>
          </a:blip>
          <a:srcRect/>
          <a:stretch/>
        </p:blipFill>
        <p:spPr>
          <a:xfrm>
            <a:off x="2253850" y="2910120"/>
            <a:ext cx="429768" cy="429768"/>
          </a:xfrm>
          <a:prstGeom prst="rect">
            <a:avLst/>
          </a:prstGeom>
        </p:spPr>
      </p:pic>
      <p:pic>
        <p:nvPicPr>
          <p:cNvPr id="265" name="Graphic 264">
            <a:extLst>
              <a:ext uri="{FF2B5EF4-FFF2-40B4-BE49-F238E27FC236}">
                <a16:creationId xmlns:a16="http://schemas.microsoft.com/office/drawing/2014/main" id="{84E45CC9-C5D7-EE9A-AC11-A3AF956B48CE}"/>
              </a:ext>
            </a:extLst>
          </p:cNvPr>
          <p:cNvPicPr>
            <a:picLocks noChangeAspect="1"/>
          </p:cNvPicPr>
          <p:nvPr/>
        </p:nvPicPr>
        <p:blipFill>
          <a:blip>
            <a:extLst>
              <a:ext uri="{96DAC541-7B7A-43D3-8B79-37D633B846F1}">
                <asvg:svgBlip xmlns:asvg="http://schemas.microsoft.com/office/drawing/2016/SVG/main" r:embed="rId33"/>
              </a:ext>
            </a:extLst>
          </a:blip>
          <a:srcRect/>
          <a:stretch/>
        </p:blipFill>
        <p:spPr>
          <a:xfrm>
            <a:off x="1314505" y="2910120"/>
            <a:ext cx="429768" cy="429768"/>
          </a:xfrm>
          <a:prstGeom prst="rect">
            <a:avLst/>
          </a:prstGeom>
        </p:spPr>
      </p:pic>
      <p:pic>
        <p:nvPicPr>
          <p:cNvPr id="267" name="Graphic 266">
            <a:extLst>
              <a:ext uri="{FF2B5EF4-FFF2-40B4-BE49-F238E27FC236}">
                <a16:creationId xmlns:a16="http://schemas.microsoft.com/office/drawing/2014/main" id="{26CAD25F-5BDD-690C-EF83-F8771E389790}"/>
              </a:ext>
            </a:extLst>
          </p:cNvPr>
          <p:cNvPicPr>
            <a:picLocks noChangeAspect="1"/>
          </p:cNvPicPr>
          <p:nvPr/>
        </p:nvPicPr>
        <p:blipFill>
          <a:blip>
            <a:extLst>
              <a:ext uri="{96DAC541-7B7A-43D3-8B79-37D633B846F1}">
                <asvg:svgBlip xmlns:asvg="http://schemas.microsoft.com/office/drawing/2016/SVG/main" r:embed="rId34"/>
              </a:ext>
            </a:extLst>
          </a:blip>
          <a:srcRect/>
          <a:stretch/>
        </p:blipFill>
        <p:spPr>
          <a:xfrm>
            <a:off x="3206740" y="2910120"/>
            <a:ext cx="429768" cy="429768"/>
          </a:xfrm>
          <a:prstGeom prst="rect">
            <a:avLst/>
          </a:prstGeom>
        </p:spPr>
      </p:pic>
      <p:pic>
        <p:nvPicPr>
          <p:cNvPr id="269" name="Graphic 268">
            <a:extLst>
              <a:ext uri="{FF2B5EF4-FFF2-40B4-BE49-F238E27FC236}">
                <a16:creationId xmlns:a16="http://schemas.microsoft.com/office/drawing/2014/main" id="{7EA72D89-18CF-A1EB-078D-4FB7AF60C35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388576" y="2910120"/>
            <a:ext cx="429768" cy="429768"/>
          </a:xfrm>
          <a:prstGeom prst="rect">
            <a:avLst/>
          </a:prstGeom>
        </p:spPr>
      </p:pic>
      <p:pic>
        <p:nvPicPr>
          <p:cNvPr id="271" name="Graphic 270">
            <a:extLst>
              <a:ext uri="{FF2B5EF4-FFF2-40B4-BE49-F238E27FC236}">
                <a16:creationId xmlns:a16="http://schemas.microsoft.com/office/drawing/2014/main" id="{6737D3D8-95ED-BBBD-4E82-0610E9629E06}"/>
              </a:ext>
            </a:extLst>
          </p:cNvPr>
          <p:cNvPicPr>
            <a:picLocks noChangeAspect="1"/>
          </p:cNvPicPr>
          <p:nvPr/>
        </p:nvPicPr>
        <p:blipFill>
          <a:blip>
            <a:extLst>
              <a:ext uri="{96DAC541-7B7A-43D3-8B79-37D633B846F1}">
                <asvg:svgBlip xmlns:asvg="http://schemas.microsoft.com/office/drawing/2016/SVG/main" r:embed="rId36"/>
              </a:ext>
            </a:extLst>
          </a:blip>
          <a:srcRect/>
          <a:stretch/>
        </p:blipFill>
        <p:spPr>
          <a:xfrm>
            <a:off x="5965151" y="6347909"/>
            <a:ext cx="429768" cy="429768"/>
          </a:xfrm>
          <a:prstGeom prst="rect">
            <a:avLst/>
          </a:prstGeom>
        </p:spPr>
      </p:pic>
      <p:pic>
        <p:nvPicPr>
          <p:cNvPr id="273" name="Graphic 272">
            <a:extLst>
              <a:ext uri="{FF2B5EF4-FFF2-40B4-BE49-F238E27FC236}">
                <a16:creationId xmlns:a16="http://schemas.microsoft.com/office/drawing/2014/main" id="{23C9A296-C052-3DF2-0C94-2CDEED6A9337}"/>
              </a:ext>
            </a:extLst>
          </p:cNvPr>
          <p:cNvPicPr>
            <a:picLocks noChangeAspect="1"/>
          </p:cNvPicPr>
          <p:nvPr/>
        </p:nvPicPr>
        <p:blipFill>
          <a:blip>
            <a:extLst>
              <a:ext uri="{96DAC541-7B7A-43D3-8B79-37D633B846F1}">
                <asvg:svgBlip xmlns:asvg="http://schemas.microsoft.com/office/drawing/2016/SVG/main" r:embed="rId37"/>
              </a:ext>
            </a:extLst>
          </a:blip>
          <a:srcRect/>
          <a:stretch/>
        </p:blipFill>
        <p:spPr>
          <a:xfrm>
            <a:off x="383705" y="7520964"/>
            <a:ext cx="429768" cy="429768"/>
          </a:xfrm>
          <a:prstGeom prst="rect">
            <a:avLst/>
          </a:prstGeom>
        </p:spPr>
      </p:pic>
      <p:pic>
        <p:nvPicPr>
          <p:cNvPr id="275" name="Graphic 274">
            <a:extLst>
              <a:ext uri="{FF2B5EF4-FFF2-40B4-BE49-F238E27FC236}">
                <a16:creationId xmlns:a16="http://schemas.microsoft.com/office/drawing/2014/main" id="{C622F7F1-7CF6-D48F-97BD-075B5E9A1743}"/>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2275940" y="7520964"/>
            <a:ext cx="429768" cy="429768"/>
          </a:xfrm>
          <a:prstGeom prst="rect">
            <a:avLst/>
          </a:prstGeom>
        </p:spPr>
      </p:pic>
      <p:pic>
        <p:nvPicPr>
          <p:cNvPr id="277" name="Graphic 276">
            <a:extLst>
              <a:ext uri="{FF2B5EF4-FFF2-40B4-BE49-F238E27FC236}">
                <a16:creationId xmlns:a16="http://schemas.microsoft.com/office/drawing/2014/main" id="{DF77A0B4-5BD9-1320-08B9-4CC04E384982}"/>
              </a:ext>
            </a:extLst>
          </p:cNvPr>
          <p:cNvPicPr>
            <a:picLocks noChangeAspect="1"/>
          </p:cNvPicPr>
          <p:nvPr/>
        </p:nvPicPr>
        <p:blipFill>
          <a:blip>
            <a:extLst>
              <a:ext uri="{96DAC541-7B7A-43D3-8B79-37D633B846F1}">
                <asvg:svgBlip xmlns:asvg="http://schemas.microsoft.com/office/drawing/2016/SVG/main" r:embed="rId39"/>
              </a:ext>
            </a:extLst>
          </a:blip>
          <a:srcRect/>
          <a:stretch/>
        </p:blipFill>
        <p:spPr>
          <a:xfrm>
            <a:off x="1323050" y="7520964"/>
            <a:ext cx="429768" cy="429768"/>
          </a:xfrm>
          <a:prstGeom prst="rect">
            <a:avLst/>
          </a:prstGeom>
        </p:spPr>
      </p:pic>
      <p:pic>
        <p:nvPicPr>
          <p:cNvPr id="279" name="Graphic 278">
            <a:extLst>
              <a:ext uri="{FF2B5EF4-FFF2-40B4-BE49-F238E27FC236}">
                <a16:creationId xmlns:a16="http://schemas.microsoft.com/office/drawing/2014/main" id="{7FEFF7F6-78AB-DF02-7F44-F5DD5561D1F1}"/>
              </a:ext>
            </a:extLst>
          </p:cNvPr>
          <p:cNvPicPr>
            <a:picLocks noChangeAspect="1"/>
          </p:cNvPicPr>
          <p:nvPr/>
        </p:nvPicPr>
        <p:blipFill>
          <a:blip>
            <a:extLst>
              <a:ext uri="{96DAC541-7B7A-43D3-8B79-37D633B846F1}">
                <asvg:svgBlip xmlns:asvg="http://schemas.microsoft.com/office/drawing/2016/SVG/main" r:embed="rId40"/>
              </a:ext>
            </a:extLst>
          </a:blip>
          <a:srcRect/>
          <a:stretch/>
        </p:blipFill>
        <p:spPr>
          <a:xfrm>
            <a:off x="388576" y="6347909"/>
            <a:ext cx="429768" cy="429768"/>
          </a:xfrm>
          <a:prstGeom prst="rect">
            <a:avLst/>
          </a:prstGeom>
        </p:spPr>
      </p:pic>
      <p:pic>
        <p:nvPicPr>
          <p:cNvPr id="281" name="Graphic 280">
            <a:extLst>
              <a:ext uri="{FF2B5EF4-FFF2-40B4-BE49-F238E27FC236}">
                <a16:creationId xmlns:a16="http://schemas.microsoft.com/office/drawing/2014/main" id="{089B3DE4-7078-8231-8273-9E604B792F39}"/>
              </a:ext>
            </a:extLst>
          </p:cNvPr>
          <p:cNvPicPr>
            <a:picLocks noChangeAspect="1"/>
          </p:cNvPicPr>
          <p:nvPr/>
        </p:nvPicPr>
        <p:blipFill>
          <a:blip>
            <a:extLst>
              <a:ext uri="{96DAC541-7B7A-43D3-8B79-37D633B846F1}">
                <asvg:svgBlip xmlns:asvg="http://schemas.microsoft.com/office/drawing/2016/SVG/main" r:embed="rId41"/>
              </a:ext>
            </a:extLst>
          </a:blip>
          <a:srcRect/>
          <a:stretch/>
        </p:blipFill>
        <p:spPr>
          <a:xfrm>
            <a:off x="3207590" y="7520964"/>
            <a:ext cx="429768" cy="429768"/>
          </a:xfrm>
          <a:prstGeom prst="rect">
            <a:avLst/>
          </a:prstGeom>
        </p:spPr>
      </p:pic>
      <p:pic>
        <p:nvPicPr>
          <p:cNvPr id="283" name="Graphic 282">
            <a:extLst>
              <a:ext uri="{FF2B5EF4-FFF2-40B4-BE49-F238E27FC236}">
                <a16:creationId xmlns:a16="http://schemas.microsoft.com/office/drawing/2014/main" id="{0A257BFE-70BE-21F9-52AC-4F08B25CD56B}"/>
              </a:ext>
            </a:extLst>
          </p:cNvPr>
          <p:cNvPicPr>
            <a:picLocks noChangeAspect="1"/>
          </p:cNvPicPr>
          <p:nvPr/>
        </p:nvPicPr>
        <p:blipFill>
          <a:blip>
            <a:extLst>
              <a:ext uri="{96DAC541-7B7A-43D3-8B79-37D633B846F1}">
                <asvg:svgBlip xmlns:asvg="http://schemas.microsoft.com/office/drawing/2016/SVG/main" r:embed="rId42"/>
              </a:ext>
            </a:extLst>
          </a:blip>
          <a:srcRect/>
          <a:stretch/>
        </p:blipFill>
        <p:spPr>
          <a:xfrm>
            <a:off x="4097781" y="7520964"/>
            <a:ext cx="429768" cy="429768"/>
          </a:xfrm>
          <a:prstGeom prst="rect">
            <a:avLst/>
          </a:prstGeom>
        </p:spPr>
      </p:pic>
      <p:pic>
        <p:nvPicPr>
          <p:cNvPr id="285" name="Graphic 284">
            <a:extLst>
              <a:ext uri="{FF2B5EF4-FFF2-40B4-BE49-F238E27FC236}">
                <a16:creationId xmlns:a16="http://schemas.microsoft.com/office/drawing/2014/main" id="{5723230B-0D64-D4FF-3AEA-3AA3B61A3581}"/>
              </a:ext>
            </a:extLst>
          </p:cNvPr>
          <p:cNvPicPr>
            <a:picLocks noChangeAspect="1"/>
          </p:cNvPicPr>
          <p:nvPr/>
        </p:nvPicPr>
        <p:blipFill>
          <a:blip>
            <a:extLst>
              <a:ext uri="{96DAC541-7B7A-43D3-8B79-37D633B846F1}">
                <asvg:svgBlip xmlns:asvg="http://schemas.microsoft.com/office/drawing/2016/SVG/main" r:embed="rId43"/>
              </a:ext>
            </a:extLst>
          </a:blip>
          <a:srcRect/>
          <a:stretch/>
        </p:blipFill>
        <p:spPr>
          <a:xfrm>
            <a:off x="6002051" y="7520964"/>
            <a:ext cx="429768" cy="429768"/>
          </a:xfrm>
          <a:prstGeom prst="rect">
            <a:avLst/>
          </a:prstGeom>
        </p:spPr>
      </p:pic>
      <p:pic>
        <p:nvPicPr>
          <p:cNvPr id="287" name="Graphic 286">
            <a:extLst>
              <a:ext uri="{FF2B5EF4-FFF2-40B4-BE49-F238E27FC236}">
                <a16:creationId xmlns:a16="http://schemas.microsoft.com/office/drawing/2014/main" id="{98E93F31-3A07-C449-199A-B0ADABA3327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926298" y="6395044"/>
            <a:ext cx="429768" cy="429768"/>
          </a:xfrm>
          <a:prstGeom prst="rect">
            <a:avLst/>
          </a:prstGeom>
        </p:spPr>
      </p:pic>
      <p:sp>
        <p:nvSpPr>
          <p:cNvPr id="289" name="TextBox 288">
            <a:extLst>
              <a:ext uri="{FF2B5EF4-FFF2-40B4-BE49-F238E27FC236}">
                <a16:creationId xmlns:a16="http://schemas.microsoft.com/office/drawing/2014/main" id="{92C2C4A0-8828-F208-7C4E-3AB1CBB60EA3}"/>
              </a:ext>
            </a:extLst>
          </p:cNvPr>
          <p:cNvSpPr txBox="1"/>
          <p:nvPr/>
        </p:nvSpPr>
        <p:spPr>
          <a:xfrm>
            <a:off x="5869055" y="3451537"/>
            <a:ext cx="650176"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Users</a:t>
            </a:r>
            <a:endParaRPr lang="en-US" sz="900" dirty="0">
              <a:latin typeface="IBM Plex Sans Light"/>
              <a:cs typeface="IBM Plex Sans Light" panose="020B0604020202020204" pitchFamily="34" charset="0"/>
            </a:endParaRPr>
          </a:p>
        </p:txBody>
      </p:sp>
      <p:sp>
        <p:nvSpPr>
          <p:cNvPr id="291" name="TextBox 290">
            <a:extLst>
              <a:ext uri="{FF2B5EF4-FFF2-40B4-BE49-F238E27FC236}">
                <a16:creationId xmlns:a16="http://schemas.microsoft.com/office/drawing/2014/main" id="{37EEB9B7-E382-D335-66DE-B539791640F3}"/>
              </a:ext>
            </a:extLst>
          </p:cNvPr>
          <p:cNvSpPr txBox="1"/>
          <p:nvPr/>
        </p:nvSpPr>
        <p:spPr>
          <a:xfrm>
            <a:off x="3024523" y="5725242"/>
            <a:ext cx="794202"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Assets</a:t>
            </a:r>
            <a:endParaRPr lang="en-US" sz="900" dirty="0">
              <a:latin typeface="IBM Plex Sans Light"/>
              <a:cs typeface="IBM Plex Sans Light" panose="020B0604020202020204" pitchFamily="34" charset="0"/>
            </a:endParaRPr>
          </a:p>
        </p:txBody>
      </p:sp>
      <p:sp>
        <p:nvSpPr>
          <p:cNvPr id="293" name="TextBox 292">
            <a:extLst>
              <a:ext uri="{FF2B5EF4-FFF2-40B4-BE49-F238E27FC236}">
                <a16:creationId xmlns:a16="http://schemas.microsoft.com/office/drawing/2014/main" id="{5820C29C-C789-945E-8EB3-658CB33D1471}"/>
              </a:ext>
            </a:extLst>
          </p:cNvPr>
          <p:cNvSpPr txBox="1"/>
          <p:nvPr/>
        </p:nvSpPr>
        <p:spPr>
          <a:xfrm>
            <a:off x="4823595" y="5725242"/>
            <a:ext cx="839741"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Executives</a:t>
            </a:r>
            <a:endParaRPr lang="en-US" sz="900" dirty="0">
              <a:latin typeface="IBM Plex Sans Light"/>
              <a:cs typeface="IBM Plex Sans Light" panose="020B0604020202020204" pitchFamily="34" charset="0"/>
            </a:endParaRPr>
          </a:p>
        </p:txBody>
      </p:sp>
      <p:sp>
        <p:nvSpPr>
          <p:cNvPr id="295" name="TextBox 294">
            <a:extLst>
              <a:ext uri="{FF2B5EF4-FFF2-40B4-BE49-F238E27FC236}">
                <a16:creationId xmlns:a16="http://schemas.microsoft.com/office/drawing/2014/main" id="{73B1F3D9-08D0-E9C7-D386-EAA7150855F1}"/>
              </a:ext>
            </a:extLst>
          </p:cNvPr>
          <p:cNvSpPr txBox="1"/>
          <p:nvPr/>
        </p:nvSpPr>
        <p:spPr>
          <a:xfrm>
            <a:off x="4835383" y="6919916"/>
            <a:ext cx="782120"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Innovate</a:t>
            </a:r>
            <a:endParaRPr lang="en-US" sz="900" dirty="0">
              <a:latin typeface="IBM Plex Sans Light"/>
              <a:cs typeface="IBM Plex Sans Light" panose="020B0604020202020204" pitchFamily="34" charset="0"/>
            </a:endParaRPr>
          </a:p>
        </p:txBody>
      </p:sp>
      <p:sp>
        <p:nvSpPr>
          <p:cNvPr id="297" name="TextBox 296">
            <a:extLst>
              <a:ext uri="{FF2B5EF4-FFF2-40B4-BE49-F238E27FC236}">
                <a16:creationId xmlns:a16="http://schemas.microsoft.com/office/drawing/2014/main" id="{DE08E8CE-D15B-0867-3EBD-877A40CBFEE8}"/>
              </a:ext>
            </a:extLst>
          </p:cNvPr>
          <p:cNvSpPr txBox="1"/>
          <p:nvPr/>
        </p:nvSpPr>
        <p:spPr>
          <a:xfrm>
            <a:off x="5775728" y="6919916"/>
            <a:ext cx="808615"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Data security</a:t>
            </a:r>
            <a:endParaRPr lang="en-US" sz="900" dirty="0">
              <a:latin typeface="IBM Plex Sans Light"/>
              <a:cs typeface="IBM Plex Sans Light" panose="020B0604020202020204" pitchFamily="34" charset="0"/>
            </a:endParaRPr>
          </a:p>
        </p:txBody>
      </p:sp>
      <p:sp>
        <p:nvSpPr>
          <p:cNvPr id="315" name="TextBox 314">
            <a:extLst>
              <a:ext uri="{FF2B5EF4-FFF2-40B4-BE49-F238E27FC236}">
                <a16:creationId xmlns:a16="http://schemas.microsoft.com/office/drawing/2014/main" id="{00CFA252-8EE6-1B99-7DB2-0C9FC802F19C}"/>
              </a:ext>
            </a:extLst>
          </p:cNvPr>
          <p:cNvSpPr txBox="1"/>
          <p:nvPr/>
        </p:nvSpPr>
        <p:spPr>
          <a:xfrm>
            <a:off x="143263" y="1345172"/>
            <a:ext cx="920395"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Govern users and identities</a:t>
            </a:r>
            <a:endParaRPr lang="en-US" sz="900" dirty="0">
              <a:latin typeface="IBM Plex Sans Light"/>
              <a:cs typeface="IBM Plex Sans Light" panose="020B0604020202020204" pitchFamily="34" charset="0"/>
            </a:endParaRPr>
          </a:p>
        </p:txBody>
      </p:sp>
      <p:sp>
        <p:nvSpPr>
          <p:cNvPr id="317" name="TextBox 316">
            <a:extLst>
              <a:ext uri="{FF2B5EF4-FFF2-40B4-BE49-F238E27FC236}">
                <a16:creationId xmlns:a16="http://schemas.microsoft.com/office/drawing/2014/main" id="{1C2B8A0B-67C1-528B-DC79-6461CECE2F2B}"/>
              </a:ext>
            </a:extLst>
          </p:cNvPr>
          <p:cNvSpPr txBox="1"/>
          <p:nvPr/>
        </p:nvSpPr>
        <p:spPr>
          <a:xfrm>
            <a:off x="1091989" y="1345172"/>
            <a:ext cx="874800"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Deliver digital identity trust</a:t>
            </a:r>
            <a:endParaRPr lang="en-US" sz="900" dirty="0">
              <a:latin typeface="IBM Plex Sans Light"/>
              <a:cs typeface="IBM Plex Sans Light" panose="020B0604020202020204" pitchFamily="34" charset="0"/>
            </a:endParaRPr>
          </a:p>
        </p:txBody>
      </p:sp>
      <p:sp>
        <p:nvSpPr>
          <p:cNvPr id="319" name="TextBox 318">
            <a:extLst>
              <a:ext uri="{FF2B5EF4-FFF2-40B4-BE49-F238E27FC236}">
                <a16:creationId xmlns:a16="http://schemas.microsoft.com/office/drawing/2014/main" id="{BFFC78C4-049B-B3FC-F90D-77A55EEFF75D}"/>
              </a:ext>
            </a:extLst>
          </p:cNvPr>
          <p:cNvSpPr txBox="1"/>
          <p:nvPr/>
        </p:nvSpPr>
        <p:spPr>
          <a:xfrm>
            <a:off x="2047022" y="2427678"/>
            <a:ext cx="843424"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Secure hybrid cloud</a:t>
            </a:r>
            <a:endParaRPr lang="en-US" sz="900" dirty="0">
              <a:latin typeface="IBM Plex Sans Light"/>
              <a:cs typeface="IBM Plex Sans Light" panose="020B0604020202020204" pitchFamily="34" charset="0"/>
            </a:endParaRPr>
          </a:p>
        </p:txBody>
      </p:sp>
      <p:sp>
        <p:nvSpPr>
          <p:cNvPr id="321" name="TextBox 320">
            <a:extLst>
              <a:ext uri="{FF2B5EF4-FFF2-40B4-BE49-F238E27FC236}">
                <a16:creationId xmlns:a16="http://schemas.microsoft.com/office/drawing/2014/main" id="{8B592F8C-8F41-D643-4B7B-1FA40A22F713}"/>
              </a:ext>
            </a:extLst>
          </p:cNvPr>
          <p:cNvSpPr txBox="1"/>
          <p:nvPr/>
        </p:nvSpPr>
        <p:spPr>
          <a:xfrm>
            <a:off x="2926569" y="2427678"/>
            <a:ext cx="990111"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Unify endpoint management</a:t>
            </a:r>
            <a:endParaRPr lang="en-US" sz="900" dirty="0">
              <a:latin typeface="IBM Plex Sans Light"/>
              <a:cs typeface="IBM Plex Sans Light" panose="020B0604020202020204" pitchFamily="34" charset="0"/>
            </a:endParaRPr>
          </a:p>
        </p:txBody>
      </p:sp>
      <p:sp>
        <p:nvSpPr>
          <p:cNvPr id="323" name="TextBox 322">
            <a:extLst>
              <a:ext uri="{FF2B5EF4-FFF2-40B4-BE49-F238E27FC236}">
                <a16:creationId xmlns:a16="http://schemas.microsoft.com/office/drawing/2014/main" id="{A48BCE68-21C3-4207-7E69-93FB88B96AE4}"/>
              </a:ext>
            </a:extLst>
          </p:cNvPr>
          <p:cNvSpPr txBox="1"/>
          <p:nvPr/>
        </p:nvSpPr>
        <p:spPr>
          <a:xfrm>
            <a:off x="3960242" y="2427678"/>
            <a:ext cx="786065"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Advanced threats</a:t>
            </a:r>
            <a:endParaRPr lang="en-US" sz="900" dirty="0">
              <a:latin typeface="IBM Plex Sans Light"/>
              <a:cs typeface="IBM Plex Sans Light" panose="020B0604020202020204" pitchFamily="34" charset="0"/>
            </a:endParaRPr>
          </a:p>
        </p:txBody>
      </p:sp>
      <p:sp>
        <p:nvSpPr>
          <p:cNvPr id="325" name="TextBox 324">
            <a:extLst>
              <a:ext uri="{FF2B5EF4-FFF2-40B4-BE49-F238E27FC236}">
                <a16:creationId xmlns:a16="http://schemas.microsoft.com/office/drawing/2014/main" id="{9A169366-E596-360E-E905-653ED53DA0FA}"/>
              </a:ext>
            </a:extLst>
          </p:cNvPr>
          <p:cNvSpPr txBox="1"/>
          <p:nvPr/>
        </p:nvSpPr>
        <p:spPr>
          <a:xfrm>
            <a:off x="4837441" y="2427678"/>
            <a:ext cx="812049"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Skills shortage</a:t>
            </a:r>
            <a:endParaRPr lang="en-US" sz="900" dirty="0">
              <a:latin typeface="IBM Plex Sans Light"/>
              <a:cs typeface="IBM Plex Sans Light" panose="020B0604020202020204" pitchFamily="34" charset="0"/>
            </a:endParaRPr>
          </a:p>
        </p:txBody>
      </p:sp>
      <p:sp>
        <p:nvSpPr>
          <p:cNvPr id="327" name="TextBox 326">
            <a:extLst>
              <a:ext uri="{FF2B5EF4-FFF2-40B4-BE49-F238E27FC236}">
                <a16:creationId xmlns:a16="http://schemas.microsoft.com/office/drawing/2014/main" id="{DFB59E88-662E-1AF6-15B4-CFA10F338859}"/>
              </a:ext>
            </a:extLst>
          </p:cNvPr>
          <p:cNvSpPr txBox="1"/>
          <p:nvPr/>
        </p:nvSpPr>
        <p:spPr>
          <a:xfrm>
            <a:off x="5788119" y="2427678"/>
            <a:ext cx="812048"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Tool overload</a:t>
            </a:r>
            <a:endParaRPr lang="en-US" sz="900" dirty="0">
              <a:latin typeface="IBM Plex Sans Light"/>
              <a:cs typeface="IBM Plex Sans Light" panose="020B0604020202020204" pitchFamily="34" charset="0"/>
            </a:endParaRPr>
          </a:p>
        </p:txBody>
      </p:sp>
      <p:sp>
        <p:nvSpPr>
          <p:cNvPr id="329" name="TextBox 328">
            <a:extLst>
              <a:ext uri="{FF2B5EF4-FFF2-40B4-BE49-F238E27FC236}">
                <a16:creationId xmlns:a16="http://schemas.microsoft.com/office/drawing/2014/main" id="{F59BA38D-000E-A991-C28B-F2A63167C6DC}"/>
              </a:ext>
            </a:extLst>
          </p:cNvPr>
          <p:cNvSpPr txBox="1"/>
          <p:nvPr/>
        </p:nvSpPr>
        <p:spPr>
          <a:xfrm>
            <a:off x="6627409" y="2427678"/>
            <a:ext cx="1040653"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Underutilized security</a:t>
            </a:r>
            <a:endParaRPr lang="en-US" sz="900" dirty="0">
              <a:latin typeface="IBM Plex Sans Light"/>
              <a:cs typeface="IBM Plex Sans Light" panose="020B0604020202020204" pitchFamily="34" charset="0"/>
            </a:endParaRPr>
          </a:p>
        </p:txBody>
      </p:sp>
      <p:sp>
        <p:nvSpPr>
          <p:cNvPr id="331" name="TextBox 330">
            <a:extLst>
              <a:ext uri="{FF2B5EF4-FFF2-40B4-BE49-F238E27FC236}">
                <a16:creationId xmlns:a16="http://schemas.microsoft.com/office/drawing/2014/main" id="{893F4FB7-66ED-3461-82A9-12C24ADC658F}"/>
              </a:ext>
            </a:extLst>
          </p:cNvPr>
          <p:cNvSpPr txBox="1"/>
          <p:nvPr/>
        </p:nvSpPr>
        <p:spPr>
          <a:xfrm>
            <a:off x="156450" y="3451537"/>
            <a:ext cx="894020"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Security-as-a-service</a:t>
            </a:r>
            <a:endParaRPr lang="en-US" sz="900" dirty="0">
              <a:latin typeface="IBM Plex Sans Light"/>
              <a:cs typeface="IBM Plex Sans Light" panose="020B0604020202020204" pitchFamily="34" charset="0"/>
            </a:endParaRPr>
          </a:p>
        </p:txBody>
      </p:sp>
      <p:sp>
        <p:nvSpPr>
          <p:cNvPr id="333" name="TextBox 332">
            <a:extLst>
              <a:ext uri="{FF2B5EF4-FFF2-40B4-BE49-F238E27FC236}">
                <a16:creationId xmlns:a16="http://schemas.microsoft.com/office/drawing/2014/main" id="{CE92E058-FBF7-9F10-E1CF-34ECF74A81D5}"/>
              </a:ext>
            </a:extLst>
          </p:cNvPr>
          <p:cNvSpPr txBox="1"/>
          <p:nvPr/>
        </p:nvSpPr>
        <p:spPr>
          <a:xfrm>
            <a:off x="1107677" y="3451537"/>
            <a:ext cx="843424"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Systems integration</a:t>
            </a:r>
            <a:endParaRPr lang="en-US" sz="900" dirty="0">
              <a:latin typeface="IBM Plex Sans Light"/>
              <a:cs typeface="IBM Plex Sans Light" panose="020B0604020202020204" pitchFamily="34" charset="0"/>
            </a:endParaRPr>
          </a:p>
        </p:txBody>
      </p:sp>
      <p:sp>
        <p:nvSpPr>
          <p:cNvPr id="335" name="TextBox 334">
            <a:extLst>
              <a:ext uri="{FF2B5EF4-FFF2-40B4-BE49-F238E27FC236}">
                <a16:creationId xmlns:a16="http://schemas.microsoft.com/office/drawing/2014/main" id="{2B3B2275-6E00-E8BD-738B-35EC57A6E8C9}"/>
              </a:ext>
            </a:extLst>
          </p:cNvPr>
          <p:cNvSpPr txBox="1"/>
          <p:nvPr/>
        </p:nvSpPr>
        <p:spPr>
          <a:xfrm>
            <a:off x="2061439" y="3451537"/>
            <a:ext cx="814591"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Network protection</a:t>
            </a:r>
            <a:endParaRPr lang="en-US" sz="900" dirty="0">
              <a:latin typeface="IBM Plex Sans Light"/>
              <a:cs typeface="IBM Plex Sans Light" panose="020B0604020202020204" pitchFamily="34" charset="0"/>
            </a:endParaRPr>
          </a:p>
        </p:txBody>
      </p:sp>
      <p:sp>
        <p:nvSpPr>
          <p:cNvPr id="337" name="TextBox 336">
            <a:extLst>
              <a:ext uri="{FF2B5EF4-FFF2-40B4-BE49-F238E27FC236}">
                <a16:creationId xmlns:a16="http://schemas.microsoft.com/office/drawing/2014/main" id="{AB1FCE4C-4AA2-1220-DB9C-66C4CC046156}"/>
              </a:ext>
            </a:extLst>
          </p:cNvPr>
          <p:cNvSpPr txBox="1"/>
          <p:nvPr/>
        </p:nvSpPr>
        <p:spPr>
          <a:xfrm>
            <a:off x="2836943" y="3451537"/>
            <a:ext cx="1169363" cy="3623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Advanced fraud protection</a:t>
            </a:r>
            <a:endParaRPr lang="en-US" sz="900" dirty="0">
              <a:latin typeface="IBM Plex Sans Light"/>
              <a:cs typeface="IBM Plex Sans Light" panose="020B0604020202020204" pitchFamily="34" charset="0"/>
            </a:endParaRPr>
          </a:p>
        </p:txBody>
      </p:sp>
      <p:sp>
        <p:nvSpPr>
          <p:cNvPr id="339" name="TextBox 338">
            <a:extLst>
              <a:ext uri="{FF2B5EF4-FFF2-40B4-BE49-F238E27FC236}">
                <a16:creationId xmlns:a16="http://schemas.microsoft.com/office/drawing/2014/main" id="{F0A0A820-DCED-C1CB-0605-AF62428FD8A1}"/>
              </a:ext>
            </a:extLst>
          </p:cNvPr>
          <p:cNvSpPr txBox="1"/>
          <p:nvPr/>
        </p:nvSpPr>
        <p:spPr>
          <a:xfrm>
            <a:off x="6709491" y="6918930"/>
            <a:ext cx="863382"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Application security</a:t>
            </a:r>
            <a:endParaRPr lang="en-US" sz="900" dirty="0">
              <a:latin typeface="IBM Plex Sans Light"/>
              <a:cs typeface="IBM Plex Sans Light" panose="020B0604020202020204" pitchFamily="34" charset="0"/>
            </a:endParaRPr>
          </a:p>
        </p:txBody>
      </p:sp>
      <p:sp>
        <p:nvSpPr>
          <p:cNvPr id="341" name="TextBox 340">
            <a:extLst>
              <a:ext uri="{FF2B5EF4-FFF2-40B4-BE49-F238E27FC236}">
                <a16:creationId xmlns:a16="http://schemas.microsoft.com/office/drawing/2014/main" id="{79D561B4-6979-E7A4-7846-FAE44C033ABA}"/>
              </a:ext>
            </a:extLst>
          </p:cNvPr>
          <p:cNvSpPr txBox="1"/>
          <p:nvPr/>
        </p:nvSpPr>
        <p:spPr>
          <a:xfrm>
            <a:off x="192981" y="8044850"/>
            <a:ext cx="811216"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Endpoint protection</a:t>
            </a:r>
            <a:endParaRPr lang="en-US" sz="900" dirty="0">
              <a:latin typeface="IBM Plex Sans Light"/>
              <a:cs typeface="IBM Plex Sans Light" panose="020B0604020202020204" pitchFamily="34" charset="0"/>
            </a:endParaRPr>
          </a:p>
        </p:txBody>
      </p:sp>
      <p:sp>
        <p:nvSpPr>
          <p:cNvPr id="343" name="TextBox 342">
            <a:extLst>
              <a:ext uri="{FF2B5EF4-FFF2-40B4-BE49-F238E27FC236}">
                <a16:creationId xmlns:a16="http://schemas.microsoft.com/office/drawing/2014/main" id="{A54CB546-8197-B1AB-C5F9-55BC6A9C1098}"/>
              </a:ext>
            </a:extLst>
          </p:cNvPr>
          <p:cNvSpPr txBox="1"/>
          <p:nvPr/>
        </p:nvSpPr>
        <p:spPr>
          <a:xfrm>
            <a:off x="1121458" y="8044850"/>
            <a:ext cx="832953"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intelligence</a:t>
            </a:r>
            <a:endParaRPr lang="en-US" sz="900" dirty="0">
              <a:latin typeface="IBM Plex Sans Light"/>
              <a:cs typeface="IBM Plex Sans Light" panose="020B0604020202020204" pitchFamily="34" charset="0"/>
            </a:endParaRPr>
          </a:p>
        </p:txBody>
      </p:sp>
      <p:sp>
        <p:nvSpPr>
          <p:cNvPr id="345" name="TextBox 344">
            <a:extLst>
              <a:ext uri="{FF2B5EF4-FFF2-40B4-BE49-F238E27FC236}">
                <a16:creationId xmlns:a16="http://schemas.microsoft.com/office/drawing/2014/main" id="{D078C2AE-A622-9157-9580-9B58849D9E55}"/>
              </a:ext>
            </a:extLst>
          </p:cNvPr>
          <p:cNvSpPr txBox="1"/>
          <p:nvPr/>
        </p:nvSpPr>
        <p:spPr>
          <a:xfrm>
            <a:off x="2069112" y="8044850"/>
            <a:ext cx="843424"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Security hygiene</a:t>
            </a:r>
            <a:endParaRPr lang="en-US" sz="900" dirty="0">
              <a:latin typeface="IBM Plex Sans Light"/>
              <a:cs typeface="IBM Plex Sans Light" panose="020B0604020202020204" pitchFamily="34" charset="0"/>
            </a:endParaRPr>
          </a:p>
        </p:txBody>
      </p:sp>
      <p:sp>
        <p:nvSpPr>
          <p:cNvPr id="347" name="TextBox 346">
            <a:extLst>
              <a:ext uri="{FF2B5EF4-FFF2-40B4-BE49-F238E27FC236}">
                <a16:creationId xmlns:a16="http://schemas.microsoft.com/office/drawing/2014/main" id="{5D224B58-5C29-B9E0-A7F1-706899E2D9C4}"/>
              </a:ext>
            </a:extLst>
          </p:cNvPr>
          <p:cNvSpPr txBox="1"/>
          <p:nvPr/>
        </p:nvSpPr>
        <p:spPr>
          <a:xfrm>
            <a:off x="3033000" y="8044850"/>
            <a:ext cx="778949"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Continuous security</a:t>
            </a:r>
            <a:endParaRPr lang="en-US" sz="900" dirty="0">
              <a:latin typeface="IBM Plex Sans Light"/>
              <a:cs typeface="IBM Plex Sans Light" panose="020B0604020202020204" pitchFamily="34" charset="0"/>
            </a:endParaRPr>
          </a:p>
        </p:txBody>
      </p:sp>
      <p:sp>
        <p:nvSpPr>
          <p:cNvPr id="349" name="TextBox 348">
            <a:extLst>
              <a:ext uri="{FF2B5EF4-FFF2-40B4-BE49-F238E27FC236}">
                <a16:creationId xmlns:a16="http://schemas.microsoft.com/office/drawing/2014/main" id="{B4C97B42-4880-719F-998C-F6B3371C98D0}"/>
              </a:ext>
            </a:extLst>
          </p:cNvPr>
          <p:cNvSpPr txBox="1"/>
          <p:nvPr/>
        </p:nvSpPr>
        <p:spPr>
          <a:xfrm>
            <a:off x="3915565" y="8044850"/>
            <a:ext cx="794201"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Digital identity</a:t>
            </a:r>
            <a:endParaRPr lang="en-US" sz="900" dirty="0">
              <a:latin typeface="IBM Plex Sans Light"/>
              <a:cs typeface="IBM Plex Sans Light" panose="020B0604020202020204" pitchFamily="34" charset="0"/>
            </a:endParaRPr>
          </a:p>
        </p:txBody>
      </p:sp>
      <p:sp>
        <p:nvSpPr>
          <p:cNvPr id="351" name="TextBox 350">
            <a:extLst>
              <a:ext uri="{FF2B5EF4-FFF2-40B4-BE49-F238E27FC236}">
                <a16:creationId xmlns:a16="http://schemas.microsoft.com/office/drawing/2014/main" id="{EBE132DC-1827-5978-0322-396FDBCF614D}"/>
              </a:ext>
            </a:extLst>
          </p:cNvPr>
          <p:cNvSpPr txBox="1"/>
          <p:nvPr/>
        </p:nvSpPr>
        <p:spPr>
          <a:xfrm>
            <a:off x="135421" y="6919916"/>
            <a:ext cx="936079" cy="137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Anonymous users</a:t>
            </a:r>
            <a:endParaRPr lang="en-US" sz="900" dirty="0">
              <a:latin typeface="IBM Plex Sans Light"/>
              <a:cs typeface="IBM Plex Sans Light" panose="020B0604020202020204" pitchFamily="34" charset="0"/>
            </a:endParaRPr>
          </a:p>
        </p:txBody>
      </p:sp>
      <p:sp>
        <p:nvSpPr>
          <p:cNvPr id="353" name="TextBox 352">
            <a:extLst>
              <a:ext uri="{FF2B5EF4-FFF2-40B4-BE49-F238E27FC236}">
                <a16:creationId xmlns:a16="http://schemas.microsoft.com/office/drawing/2014/main" id="{F0AA17E9-AD8A-9865-7141-467CC367FB7A}"/>
              </a:ext>
            </a:extLst>
          </p:cNvPr>
          <p:cNvSpPr txBox="1"/>
          <p:nvPr/>
        </p:nvSpPr>
        <p:spPr>
          <a:xfrm>
            <a:off x="5797065" y="8044850"/>
            <a:ext cx="839740"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High-risk users</a:t>
            </a:r>
            <a:endParaRPr lang="en-US" sz="900" dirty="0">
              <a:latin typeface="IBM Plex Sans Light"/>
              <a:cs typeface="IBM Plex Sans Light" panose="020B0604020202020204" pitchFamily="34" charset="0"/>
            </a:endParaRPr>
          </a:p>
        </p:txBody>
      </p:sp>
      <p:sp>
        <p:nvSpPr>
          <p:cNvPr id="355" name="TextBox 354">
            <a:extLst>
              <a:ext uri="{FF2B5EF4-FFF2-40B4-BE49-F238E27FC236}">
                <a16:creationId xmlns:a16="http://schemas.microsoft.com/office/drawing/2014/main" id="{FF222022-DF99-FCCE-20EE-8A42AB2FF71A}"/>
              </a:ext>
            </a:extLst>
          </p:cNvPr>
          <p:cNvSpPr txBox="1"/>
          <p:nvPr/>
        </p:nvSpPr>
        <p:spPr>
          <a:xfrm>
            <a:off x="3931562" y="4606385"/>
            <a:ext cx="843424"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Trusted users</a:t>
            </a:r>
            <a:endParaRPr lang="en-US" sz="900" dirty="0">
              <a:latin typeface="IBM Plex Sans Light"/>
              <a:cs typeface="IBM Plex Sans Light" panose="020B0604020202020204" pitchFamily="34" charset="0"/>
            </a:endParaRPr>
          </a:p>
        </p:txBody>
      </p:sp>
      <p:sp>
        <p:nvSpPr>
          <p:cNvPr id="357" name="TextBox 356">
            <a:extLst>
              <a:ext uri="{FF2B5EF4-FFF2-40B4-BE49-F238E27FC236}">
                <a16:creationId xmlns:a16="http://schemas.microsoft.com/office/drawing/2014/main" id="{3F0E9B06-1E57-D053-CF00-9F6406647DAC}"/>
              </a:ext>
            </a:extLst>
          </p:cNvPr>
          <p:cNvSpPr txBox="1"/>
          <p:nvPr/>
        </p:nvSpPr>
        <p:spPr>
          <a:xfrm>
            <a:off x="5707058" y="4606385"/>
            <a:ext cx="974170"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Identify users</a:t>
            </a:r>
            <a:endParaRPr lang="en-US" sz="900" dirty="0">
              <a:latin typeface="IBM Plex Sans Light"/>
              <a:cs typeface="IBM Plex Sans Light" panose="020B0604020202020204" pitchFamily="34" charset="0"/>
            </a:endParaRPr>
          </a:p>
        </p:txBody>
      </p:sp>
      <p:sp>
        <p:nvSpPr>
          <p:cNvPr id="359" name="TextBox 358">
            <a:extLst>
              <a:ext uri="{FF2B5EF4-FFF2-40B4-BE49-F238E27FC236}">
                <a16:creationId xmlns:a16="http://schemas.microsoft.com/office/drawing/2014/main" id="{F0859109-6B7E-21D0-BE19-D59E5442A06A}"/>
              </a:ext>
            </a:extLst>
          </p:cNvPr>
          <p:cNvSpPr txBox="1"/>
          <p:nvPr/>
        </p:nvSpPr>
        <p:spPr>
          <a:xfrm>
            <a:off x="4776913" y="4606385"/>
            <a:ext cx="933104"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Unauthorized user access</a:t>
            </a:r>
            <a:endParaRPr lang="en-US" sz="900" dirty="0">
              <a:latin typeface="IBM Plex Sans Light"/>
              <a:cs typeface="IBM Plex Sans Light" panose="020B0604020202020204" pitchFamily="34" charset="0"/>
            </a:endParaRPr>
          </a:p>
        </p:txBody>
      </p:sp>
      <p:sp>
        <p:nvSpPr>
          <p:cNvPr id="361" name="TextBox 360">
            <a:extLst>
              <a:ext uri="{FF2B5EF4-FFF2-40B4-BE49-F238E27FC236}">
                <a16:creationId xmlns:a16="http://schemas.microsoft.com/office/drawing/2014/main" id="{1C086FF4-1562-CDA1-F20F-D0C13FA81101}"/>
              </a:ext>
            </a:extLst>
          </p:cNvPr>
          <p:cNvSpPr txBox="1"/>
          <p:nvPr/>
        </p:nvSpPr>
        <p:spPr>
          <a:xfrm>
            <a:off x="6685023" y="4606385"/>
            <a:ext cx="925424"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Identity trust assessment</a:t>
            </a:r>
            <a:endParaRPr lang="en-US" sz="900" dirty="0">
              <a:latin typeface="IBM Plex Sans Light"/>
              <a:cs typeface="IBM Plex Sans Light" panose="020B0604020202020204" pitchFamily="34" charset="0"/>
            </a:endParaRPr>
          </a:p>
        </p:txBody>
      </p:sp>
      <p:sp>
        <p:nvSpPr>
          <p:cNvPr id="363" name="TextBox 362">
            <a:extLst>
              <a:ext uri="{FF2B5EF4-FFF2-40B4-BE49-F238E27FC236}">
                <a16:creationId xmlns:a16="http://schemas.microsoft.com/office/drawing/2014/main" id="{6E86CDFF-C713-80D7-5BC2-611ADC02206E}"/>
              </a:ext>
            </a:extLst>
          </p:cNvPr>
          <p:cNvSpPr txBox="1"/>
          <p:nvPr/>
        </p:nvSpPr>
        <p:spPr>
          <a:xfrm>
            <a:off x="131385" y="5725242"/>
            <a:ext cx="944150"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Collaboration</a:t>
            </a:r>
            <a:endParaRPr lang="en-US" sz="900" dirty="0">
              <a:latin typeface="IBM Plex Sans Light"/>
              <a:cs typeface="IBM Plex Sans Light" panose="020B0604020202020204" pitchFamily="34" charset="0"/>
            </a:endParaRPr>
          </a:p>
        </p:txBody>
      </p:sp>
      <p:sp>
        <p:nvSpPr>
          <p:cNvPr id="365" name="TextBox 364">
            <a:extLst>
              <a:ext uri="{FF2B5EF4-FFF2-40B4-BE49-F238E27FC236}">
                <a16:creationId xmlns:a16="http://schemas.microsoft.com/office/drawing/2014/main" id="{361D7093-2067-A42A-7D1B-481B0DD533F7}"/>
              </a:ext>
            </a:extLst>
          </p:cNvPr>
          <p:cNvSpPr txBox="1"/>
          <p:nvPr/>
        </p:nvSpPr>
        <p:spPr>
          <a:xfrm>
            <a:off x="1123365" y="5725242"/>
            <a:ext cx="812048"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Bug/virus/malware</a:t>
            </a:r>
            <a:endParaRPr lang="en-US" sz="900" dirty="0">
              <a:latin typeface="IBM Plex Sans Light"/>
              <a:cs typeface="IBM Plex Sans Light" panose="020B0604020202020204" pitchFamily="34" charset="0"/>
            </a:endParaRPr>
          </a:p>
        </p:txBody>
      </p:sp>
      <p:sp>
        <p:nvSpPr>
          <p:cNvPr id="367" name="TextBox 366">
            <a:extLst>
              <a:ext uri="{FF2B5EF4-FFF2-40B4-BE49-F238E27FC236}">
                <a16:creationId xmlns:a16="http://schemas.microsoft.com/office/drawing/2014/main" id="{E53166BB-E8E9-F7F9-768A-8498C0BA0B19}"/>
              </a:ext>
            </a:extLst>
          </p:cNvPr>
          <p:cNvSpPr txBox="1"/>
          <p:nvPr/>
        </p:nvSpPr>
        <p:spPr>
          <a:xfrm>
            <a:off x="1943451" y="5725242"/>
            <a:ext cx="1050567"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a:r>
              <a:rPr lang="en-US" sz="900" b="0" i="0" kern="1200" dirty="0">
                <a:solidFill>
                  <a:schemeClr val="tx1"/>
                </a:solidFill>
                <a:latin typeface="IBM Plex Sans Light"/>
                <a:ea typeface="IBM Plex Sans Light"/>
                <a:cs typeface="IBM Plex Sans Light"/>
              </a:rPr>
              <a:t>Authentication</a:t>
            </a:r>
          </a:p>
        </p:txBody>
      </p:sp>
      <p:pic>
        <p:nvPicPr>
          <p:cNvPr id="373" name="Graphic 372">
            <a:extLst>
              <a:ext uri="{FF2B5EF4-FFF2-40B4-BE49-F238E27FC236}">
                <a16:creationId xmlns:a16="http://schemas.microsoft.com/office/drawing/2014/main" id="{FAC853F5-C380-6F67-C6FB-D988625DF457}"/>
              </a:ext>
            </a:extLst>
          </p:cNvPr>
          <p:cNvPicPr>
            <a:picLocks noChangeAspect="1"/>
          </p:cNvPicPr>
          <p:nvPr/>
        </p:nvPicPr>
        <p:blipFill>
          <a:blip>
            <a:biLevel thresh="50000"/>
            <a:extLst>
              <a:ext uri="{96DAC541-7B7A-43D3-8B79-37D633B846F1}">
                <asvg:svgBlip xmlns:asvg="http://schemas.microsoft.com/office/drawing/2016/SVG/main" r:embed="rId45"/>
              </a:ext>
            </a:extLst>
          </a:blip>
          <a:srcRect/>
          <a:stretch/>
        </p:blipFill>
        <p:spPr>
          <a:xfrm>
            <a:off x="2253850" y="790653"/>
            <a:ext cx="429768" cy="429768"/>
          </a:xfrm>
          <a:prstGeom prst="rect">
            <a:avLst/>
          </a:prstGeom>
        </p:spPr>
      </p:pic>
      <p:sp>
        <p:nvSpPr>
          <p:cNvPr id="375" name="TextBox 374">
            <a:extLst>
              <a:ext uri="{FF2B5EF4-FFF2-40B4-BE49-F238E27FC236}">
                <a16:creationId xmlns:a16="http://schemas.microsoft.com/office/drawing/2014/main" id="{7E99AD85-4BED-00B7-B7D6-E761818173DF}"/>
              </a:ext>
            </a:extLst>
          </p:cNvPr>
          <p:cNvSpPr txBox="1"/>
          <p:nvPr/>
        </p:nvSpPr>
        <p:spPr>
          <a:xfrm>
            <a:off x="2053788" y="1345172"/>
            <a:ext cx="829892"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Rich text format</a:t>
            </a:r>
            <a:endParaRPr lang="en-US" sz="900" dirty="0">
              <a:latin typeface="IBM Plex Sans Light"/>
              <a:cs typeface="IBM Plex Sans Light" panose="020B0604020202020204" pitchFamily="34" charset="0"/>
            </a:endParaRPr>
          </a:p>
        </p:txBody>
      </p:sp>
      <p:pic>
        <p:nvPicPr>
          <p:cNvPr id="377" name="Picture Placeholder 24">
            <a:extLst>
              <a:ext uri="{FF2B5EF4-FFF2-40B4-BE49-F238E27FC236}">
                <a16:creationId xmlns:a16="http://schemas.microsoft.com/office/drawing/2014/main" id="{CFE3F9F4-DFA0-346C-4C7D-95C09C32A6AB}"/>
              </a:ext>
            </a:extLst>
          </p:cNvPr>
          <p:cNvPicPr>
            <a:picLocks noChangeAspect="1"/>
          </p:cNvPicPr>
          <p:nvPr/>
        </p:nvPicPr>
        <p:blipFill>
          <a:blip>
            <a:extLst>
              <a:ext uri="{96DAC541-7B7A-43D3-8B79-37D633B846F1}">
                <asvg:svgBlip xmlns:asvg="http://schemas.microsoft.com/office/drawing/2016/SVG/main" r:embed="rId46"/>
              </a:ext>
            </a:extLst>
          </a:blip>
          <a:srcRect/>
          <a:stretch/>
        </p:blipFill>
        <p:spPr>
          <a:xfrm>
            <a:off x="5979259" y="5125603"/>
            <a:ext cx="429768" cy="429768"/>
          </a:xfrm>
          <a:prstGeom prst="rect">
            <a:avLst/>
          </a:prstGeom>
        </p:spPr>
      </p:pic>
      <p:sp>
        <p:nvSpPr>
          <p:cNvPr id="379" name="TextBox 378">
            <a:extLst>
              <a:ext uri="{FF2B5EF4-FFF2-40B4-BE49-F238E27FC236}">
                <a16:creationId xmlns:a16="http://schemas.microsoft.com/office/drawing/2014/main" id="{A2C7F416-F605-D07C-2B5E-4D2D677E518C}"/>
              </a:ext>
            </a:extLst>
          </p:cNvPr>
          <p:cNvSpPr txBox="1"/>
          <p:nvPr/>
        </p:nvSpPr>
        <p:spPr>
          <a:xfrm>
            <a:off x="5774273" y="5725242"/>
            <a:ext cx="839741"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Integration 02</a:t>
            </a:r>
            <a:endParaRPr lang="en-US" sz="900" dirty="0">
              <a:latin typeface="IBM Plex Sans Light"/>
              <a:cs typeface="IBM Plex Sans Light" panose="020B0604020202020204" pitchFamily="34" charset="0"/>
            </a:endParaRPr>
          </a:p>
        </p:txBody>
      </p:sp>
      <p:pic>
        <p:nvPicPr>
          <p:cNvPr id="381" name="Picture Placeholder 24">
            <a:extLst>
              <a:ext uri="{FF2B5EF4-FFF2-40B4-BE49-F238E27FC236}">
                <a16:creationId xmlns:a16="http://schemas.microsoft.com/office/drawing/2014/main" id="{418DA7A6-9119-4959-D00B-39AC490B46F3}"/>
              </a:ext>
            </a:extLst>
          </p:cNvPr>
          <p:cNvPicPr>
            <a:picLocks noChangeAspect="1"/>
          </p:cNvPicPr>
          <p:nvPr/>
        </p:nvPicPr>
        <p:blipFill>
          <a:blip>
            <a:extLst>
              <a:ext uri="{96DAC541-7B7A-43D3-8B79-37D633B846F1}">
                <asvg:svgBlip xmlns:asvg="http://schemas.microsoft.com/office/drawing/2016/SVG/main" r:embed="rId47"/>
              </a:ext>
            </a:extLst>
          </a:blip>
          <a:srcRect/>
          <a:stretch/>
        </p:blipFill>
        <p:spPr>
          <a:xfrm>
            <a:off x="6929699" y="7520964"/>
            <a:ext cx="429768" cy="429768"/>
          </a:xfrm>
          <a:prstGeom prst="rect">
            <a:avLst/>
          </a:prstGeom>
        </p:spPr>
      </p:pic>
      <p:sp>
        <p:nvSpPr>
          <p:cNvPr id="383" name="TextBox 382">
            <a:extLst>
              <a:ext uri="{FF2B5EF4-FFF2-40B4-BE49-F238E27FC236}">
                <a16:creationId xmlns:a16="http://schemas.microsoft.com/office/drawing/2014/main" id="{5C5F539B-C7AA-9863-B680-A6E90555B27E}"/>
              </a:ext>
            </a:extLst>
          </p:cNvPr>
          <p:cNvSpPr txBox="1"/>
          <p:nvPr/>
        </p:nvSpPr>
        <p:spPr>
          <a:xfrm>
            <a:off x="6627409" y="8046368"/>
            <a:ext cx="1034349" cy="3371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App modernization</a:t>
            </a:r>
            <a:endParaRPr lang="en-US" sz="900" dirty="0">
              <a:latin typeface="IBM Plex Sans Light"/>
              <a:cs typeface="IBM Plex Sans Light" panose="020B0604020202020204" pitchFamily="34" charset="0"/>
            </a:endParaRPr>
          </a:p>
        </p:txBody>
      </p:sp>
      <p:sp>
        <p:nvSpPr>
          <p:cNvPr id="393" name="Freeform 311">
            <a:extLst>
              <a:ext uri="{FF2B5EF4-FFF2-40B4-BE49-F238E27FC236}">
                <a16:creationId xmlns:a16="http://schemas.microsoft.com/office/drawing/2014/main" id="{A85DEA20-27C3-C97C-6C55-220E1AA1989E}"/>
              </a:ext>
            </a:extLst>
          </p:cNvPr>
          <p:cNvSpPr/>
          <p:nvPr/>
        </p:nvSpPr>
        <p:spPr>
          <a:xfrm>
            <a:off x="3206740" y="790653"/>
            <a:ext cx="429768" cy="429768"/>
          </a:xfrm>
          <a:custGeom>
            <a:avLst/>
            <a:gdLst>
              <a:gd name="connsiteX0" fmla="*/ 808601 w 887277"/>
              <a:gd name="connsiteY0" fmla="*/ 571705 h 962420"/>
              <a:gd name="connsiteX1" fmla="*/ 729925 w 887277"/>
              <a:gd name="connsiteY1" fmla="*/ 650381 h 962420"/>
              <a:gd name="connsiteX2" fmla="*/ 808601 w 887277"/>
              <a:gd name="connsiteY2" fmla="*/ 729058 h 962420"/>
              <a:gd name="connsiteX3" fmla="*/ 887278 w 887277"/>
              <a:gd name="connsiteY3" fmla="*/ 650381 h 962420"/>
              <a:gd name="connsiteX4" fmla="*/ 808601 w 887277"/>
              <a:gd name="connsiteY4" fmla="*/ 571705 h 962420"/>
              <a:gd name="connsiteX5" fmla="*/ 808601 w 887277"/>
              <a:gd name="connsiteY5" fmla="*/ 705055 h 962420"/>
              <a:gd name="connsiteX6" fmla="*/ 753928 w 887277"/>
              <a:gd name="connsiteY6" fmla="*/ 650381 h 962420"/>
              <a:gd name="connsiteX7" fmla="*/ 808601 w 887277"/>
              <a:gd name="connsiteY7" fmla="*/ 595708 h 962420"/>
              <a:gd name="connsiteX8" fmla="*/ 863275 w 887277"/>
              <a:gd name="connsiteY8" fmla="*/ 650381 h 962420"/>
              <a:gd name="connsiteX9" fmla="*/ 808601 w 887277"/>
              <a:gd name="connsiteY9" fmla="*/ 705055 h 962420"/>
              <a:gd name="connsiteX10" fmla="*/ 575239 w 887277"/>
              <a:gd name="connsiteY10" fmla="*/ 571705 h 962420"/>
              <a:gd name="connsiteX11" fmla="*/ 496562 w 887277"/>
              <a:gd name="connsiteY11" fmla="*/ 650381 h 962420"/>
              <a:gd name="connsiteX12" fmla="*/ 575239 w 887277"/>
              <a:gd name="connsiteY12" fmla="*/ 729058 h 962420"/>
              <a:gd name="connsiteX13" fmla="*/ 653915 w 887277"/>
              <a:gd name="connsiteY13" fmla="*/ 650381 h 962420"/>
              <a:gd name="connsiteX14" fmla="*/ 575239 w 887277"/>
              <a:gd name="connsiteY14" fmla="*/ 571705 h 962420"/>
              <a:gd name="connsiteX15" fmla="*/ 575239 w 887277"/>
              <a:gd name="connsiteY15" fmla="*/ 705055 h 962420"/>
              <a:gd name="connsiteX16" fmla="*/ 520565 w 887277"/>
              <a:gd name="connsiteY16" fmla="*/ 650381 h 962420"/>
              <a:gd name="connsiteX17" fmla="*/ 575239 w 887277"/>
              <a:gd name="connsiteY17" fmla="*/ 595708 h 962420"/>
              <a:gd name="connsiteX18" fmla="*/ 629912 w 887277"/>
              <a:gd name="connsiteY18" fmla="*/ 650381 h 962420"/>
              <a:gd name="connsiteX19" fmla="*/ 575239 w 887277"/>
              <a:gd name="connsiteY19" fmla="*/ 705055 h 962420"/>
              <a:gd name="connsiteX20" fmla="*/ 575239 w 887277"/>
              <a:gd name="connsiteY20" fmla="*/ 805067 h 962420"/>
              <a:gd name="connsiteX21" fmla="*/ 496562 w 887277"/>
              <a:gd name="connsiteY21" fmla="*/ 883744 h 962420"/>
              <a:gd name="connsiteX22" fmla="*/ 575239 w 887277"/>
              <a:gd name="connsiteY22" fmla="*/ 962420 h 962420"/>
              <a:gd name="connsiteX23" fmla="*/ 653915 w 887277"/>
              <a:gd name="connsiteY23" fmla="*/ 883744 h 962420"/>
              <a:gd name="connsiteX24" fmla="*/ 575239 w 887277"/>
              <a:gd name="connsiteY24" fmla="*/ 805067 h 962420"/>
              <a:gd name="connsiteX25" fmla="*/ 575239 w 887277"/>
              <a:gd name="connsiteY25" fmla="*/ 938417 h 962420"/>
              <a:gd name="connsiteX26" fmla="*/ 520565 w 887277"/>
              <a:gd name="connsiteY26" fmla="*/ 883744 h 962420"/>
              <a:gd name="connsiteX27" fmla="*/ 575239 w 887277"/>
              <a:gd name="connsiteY27" fmla="*/ 829070 h 962420"/>
              <a:gd name="connsiteX28" fmla="*/ 629912 w 887277"/>
              <a:gd name="connsiteY28" fmla="*/ 883744 h 962420"/>
              <a:gd name="connsiteX29" fmla="*/ 575239 w 887277"/>
              <a:gd name="connsiteY29" fmla="*/ 938417 h 962420"/>
              <a:gd name="connsiteX30" fmla="*/ 341876 w 887277"/>
              <a:gd name="connsiteY30" fmla="*/ 729058 h 962420"/>
              <a:gd name="connsiteX31" fmla="*/ 420553 w 887277"/>
              <a:gd name="connsiteY31" fmla="*/ 650381 h 962420"/>
              <a:gd name="connsiteX32" fmla="*/ 341876 w 887277"/>
              <a:gd name="connsiteY32" fmla="*/ 571705 h 962420"/>
              <a:gd name="connsiteX33" fmla="*/ 263200 w 887277"/>
              <a:gd name="connsiteY33" fmla="*/ 650381 h 962420"/>
              <a:gd name="connsiteX34" fmla="*/ 341876 w 887277"/>
              <a:gd name="connsiteY34" fmla="*/ 729058 h 962420"/>
              <a:gd name="connsiteX35" fmla="*/ 341876 w 887277"/>
              <a:gd name="connsiteY35" fmla="*/ 595708 h 962420"/>
              <a:gd name="connsiteX36" fmla="*/ 396550 w 887277"/>
              <a:gd name="connsiteY36" fmla="*/ 650381 h 962420"/>
              <a:gd name="connsiteX37" fmla="*/ 341876 w 887277"/>
              <a:gd name="connsiteY37" fmla="*/ 705055 h 962420"/>
              <a:gd name="connsiteX38" fmla="*/ 287203 w 887277"/>
              <a:gd name="connsiteY38" fmla="*/ 650381 h 962420"/>
              <a:gd name="connsiteX39" fmla="*/ 341876 w 887277"/>
              <a:gd name="connsiteY39" fmla="*/ 595708 h 962420"/>
              <a:gd name="connsiteX40" fmla="*/ 266733 w 887277"/>
              <a:gd name="connsiteY40" fmla="*/ 141851 h 962420"/>
              <a:gd name="connsiteX41" fmla="*/ 324907 w 887277"/>
              <a:gd name="connsiteY41" fmla="*/ 83644 h 962420"/>
              <a:gd name="connsiteX42" fmla="*/ 266700 w 887277"/>
              <a:gd name="connsiteY42" fmla="*/ 25437 h 962420"/>
              <a:gd name="connsiteX43" fmla="*/ 283669 w 887277"/>
              <a:gd name="connsiteY43" fmla="*/ 8468 h 962420"/>
              <a:gd name="connsiteX44" fmla="*/ 341876 w 887277"/>
              <a:gd name="connsiteY44" fmla="*/ 66675 h 962420"/>
              <a:gd name="connsiteX45" fmla="*/ 400083 w 887277"/>
              <a:gd name="connsiteY45" fmla="*/ 8468 h 962420"/>
              <a:gd name="connsiteX46" fmla="*/ 417052 w 887277"/>
              <a:gd name="connsiteY46" fmla="*/ 25437 h 962420"/>
              <a:gd name="connsiteX47" fmla="*/ 358845 w 887277"/>
              <a:gd name="connsiteY47" fmla="*/ 83644 h 962420"/>
              <a:gd name="connsiteX48" fmla="*/ 417052 w 887277"/>
              <a:gd name="connsiteY48" fmla="*/ 141851 h 962420"/>
              <a:gd name="connsiteX49" fmla="*/ 400083 w 887277"/>
              <a:gd name="connsiteY49" fmla="*/ 158820 h 962420"/>
              <a:gd name="connsiteX50" fmla="*/ 341876 w 887277"/>
              <a:gd name="connsiteY50" fmla="*/ 100613 h 962420"/>
              <a:gd name="connsiteX51" fmla="*/ 283669 w 887277"/>
              <a:gd name="connsiteY51" fmla="*/ 158820 h 962420"/>
              <a:gd name="connsiteX52" fmla="*/ 266733 w 887277"/>
              <a:gd name="connsiteY52" fmla="*/ 141851 h 962420"/>
              <a:gd name="connsiteX53" fmla="*/ 500063 w 887277"/>
              <a:gd name="connsiteY53" fmla="*/ 475226 h 962420"/>
              <a:gd name="connsiteX54" fmla="*/ 558270 w 887277"/>
              <a:gd name="connsiteY54" fmla="*/ 417019 h 962420"/>
              <a:gd name="connsiteX55" fmla="*/ 500063 w 887277"/>
              <a:gd name="connsiteY55" fmla="*/ 358812 h 962420"/>
              <a:gd name="connsiteX56" fmla="*/ 517065 w 887277"/>
              <a:gd name="connsiteY56" fmla="*/ 341843 h 962420"/>
              <a:gd name="connsiteX57" fmla="*/ 575239 w 887277"/>
              <a:gd name="connsiteY57" fmla="*/ 400050 h 962420"/>
              <a:gd name="connsiteX58" fmla="*/ 633413 w 887277"/>
              <a:gd name="connsiteY58" fmla="*/ 341876 h 962420"/>
              <a:gd name="connsiteX59" fmla="*/ 650415 w 887277"/>
              <a:gd name="connsiteY59" fmla="*/ 358845 h 962420"/>
              <a:gd name="connsiteX60" fmla="*/ 592207 w 887277"/>
              <a:gd name="connsiteY60" fmla="*/ 417019 h 962420"/>
              <a:gd name="connsiteX61" fmla="*/ 650415 w 887277"/>
              <a:gd name="connsiteY61" fmla="*/ 475226 h 962420"/>
              <a:gd name="connsiteX62" fmla="*/ 633413 w 887277"/>
              <a:gd name="connsiteY62" fmla="*/ 492195 h 962420"/>
              <a:gd name="connsiteX63" fmla="*/ 575239 w 887277"/>
              <a:gd name="connsiteY63" fmla="*/ 433988 h 962420"/>
              <a:gd name="connsiteX64" fmla="*/ 517065 w 887277"/>
              <a:gd name="connsiteY64" fmla="*/ 492162 h 962420"/>
              <a:gd name="connsiteX65" fmla="*/ 500063 w 887277"/>
              <a:gd name="connsiteY65" fmla="*/ 475226 h 962420"/>
              <a:gd name="connsiteX66" fmla="*/ 808601 w 887277"/>
              <a:gd name="connsiteY66" fmla="*/ 300038 h 962420"/>
              <a:gd name="connsiteX67" fmla="*/ 866775 w 887277"/>
              <a:gd name="connsiteY67" fmla="*/ 241864 h 962420"/>
              <a:gd name="connsiteX68" fmla="*/ 883777 w 887277"/>
              <a:gd name="connsiteY68" fmla="*/ 258832 h 962420"/>
              <a:gd name="connsiteX69" fmla="*/ 825570 w 887277"/>
              <a:gd name="connsiteY69" fmla="*/ 317006 h 962420"/>
              <a:gd name="connsiteX70" fmla="*/ 883777 w 887277"/>
              <a:gd name="connsiteY70" fmla="*/ 375214 h 962420"/>
              <a:gd name="connsiteX71" fmla="*/ 866775 w 887277"/>
              <a:gd name="connsiteY71" fmla="*/ 392182 h 962420"/>
              <a:gd name="connsiteX72" fmla="*/ 808601 w 887277"/>
              <a:gd name="connsiteY72" fmla="*/ 333975 h 962420"/>
              <a:gd name="connsiteX73" fmla="*/ 750427 w 887277"/>
              <a:gd name="connsiteY73" fmla="*/ 392149 h 962420"/>
              <a:gd name="connsiteX74" fmla="*/ 733425 w 887277"/>
              <a:gd name="connsiteY74" fmla="*/ 375180 h 962420"/>
              <a:gd name="connsiteX75" fmla="*/ 791632 w 887277"/>
              <a:gd name="connsiteY75" fmla="*/ 317006 h 962420"/>
              <a:gd name="connsiteX76" fmla="*/ 733425 w 887277"/>
              <a:gd name="connsiteY76" fmla="*/ 258799 h 962420"/>
              <a:gd name="connsiteX77" fmla="*/ 750427 w 887277"/>
              <a:gd name="connsiteY77" fmla="*/ 241830 h 962420"/>
              <a:gd name="connsiteX78" fmla="*/ 808601 w 887277"/>
              <a:gd name="connsiteY78" fmla="*/ 300038 h 962420"/>
              <a:gd name="connsiteX79" fmla="*/ 241864 w 887277"/>
              <a:gd name="connsiteY79" fmla="*/ 871742 h 962420"/>
              <a:gd name="connsiteX80" fmla="*/ 441889 w 887277"/>
              <a:gd name="connsiteY80" fmla="*/ 871742 h 962420"/>
              <a:gd name="connsiteX81" fmla="*/ 441889 w 887277"/>
              <a:gd name="connsiteY81" fmla="*/ 895779 h 962420"/>
              <a:gd name="connsiteX82" fmla="*/ 241864 w 887277"/>
              <a:gd name="connsiteY82" fmla="*/ 895779 h 962420"/>
              <a:gd name="connsiteX83" fmla="*/ 63175 w 887277"/>
              <a:gd name="connsiteY83" fmla="*/ 717090 h 962420"/>
              <a:gd name="connsiteX84" fmla="*/ 63175 w 887277"/>
              <a:gd name="connsiteY84" fmla="*/ 145918 h 962420"/>
              <a:gd name="connsiteX85" fmla="*/ 17002 w 887277"/>
              <a:gd name="connsiteY85" fmla="*/ 192124 h 962420"/>
              <a:gd name="connsiteX86" fmla="*/ 0 w 887277"/>
              <a:gd name="connsiteY86" fmla="*/ 175155 h 962420"/>
              <a:gd name="connsiteX87" fmla="*/ 75076 w 887277"/>
              <a:gd name="connsiteY87" fmla="*/ 99979 h 962420"/>
              <a:gd name="connsiteX88" fmla="*/ 150319 w 887277"/>
              <a:gd name="connsiteY88" fmla="*/ 175122 h 962420"/>
              <a:gd name="connsiteX89" fmla="*/ 133350 w 887277"/>
              <a:gd name="connsiteY89" fmla="*/ 192124 h 962420"/>
              <a:gd name="connsiteX90" fmla="*/ 87178 w 887277"/>
              <a:gd name="connsiteY90" fmla="*/ 145985 h 962420"/>
              <a:gd name="connsiteX91" fmla="*/ 87178 w 887277"/>
              <a:gd name="connsiteY91" fmla="*/ 717056 h 962420"/>
              <a:gd name="connsiteX92" fmla="*/ 241864 w 887277"/>
              <a:gd name="connsiteY92" fmla="*/ 871742 h 962420"/>
              <a:gd name="connsiteX93" fmla="*/ 720257 w 887277"/>
              <a:gd name="connsiteY93" fmla="*/ 45606 h 962420"/>
              <a:gd name="connsiteX94" fmla="*/ 720590 w 887277"/>
              <a:gd name="connsiteY94" fmla="*/ 116915 h 962420"/>
              <a:gd name="connsiteX95" fmla="*/ 608576 w 887277"/>
              <a:gd name="connsiteY95" fmla="*/ 228995 h 962420"/>
              <a:gd name="connsiteX96" fmla="*/ 475226 w 887277"/>
              <a:gd name="connsiteY96" fmla="*/ 228995 h 962420"/>
              <a:gd name="connsiteX97" fmla="*/ 353878 w 887277"/>
              <a:gd name="connsiteY97" fmla="*/ 350377 h 962420"/>
              <a:gd name="connsiteX98" fmla="*/ 353878 w 887277"/>
              <a:gd name="connsiteY98" fmla="*/ 517065 h 962420"/>
              <a:gd name="connsiteX99" fmla="*/ 329875 w 887277"/>
              <a:gd name="connsiteY99" fmla="*/ 517065 h 962420"/>
              <a:gd name="connsiteX100" fmla="*/ 329875 w 887277"/>
              <a:gd name="connsiteY100" fmla="*/ 350377 h 962420"/>
              <a:gd name="connsiteX101" fmla="*/ 475226 w 887277"/>
              <a:gd name="connsiteY101" fmla="*/ 205026 h 962420"/>
              <a:gd name="connsiteX102" fmla="*/ 608576 w 887277"/>
              <a:gd name="connsiteY102" fmla="*/ 205026 h 962420"/>
              <a:gd name="connsiteX103" fmla="*/ 696587 w 887277"/>
              <a:gd name="connsiteY103" fmla="*/ 117015 h 962420"/>
              <a:gd name="connsiteX104" fmla="*/ 696254 w 887277"/>
              <a:gd name="connsiteY104" fmla="*/ 46339 h 962420"/>
              <a:gd name="connsiteX105" fmla="*/ 650448 w 887277"/>
              <a:gd name="connsiteY105" fmla="*/ 92145 h 962420"/>
              <a:gd name="connsiteX106" fmla="*/ 633446 w 887277"/>
              <a:gd name="connsiteY106" fmla="*/ 75176 h 962420"/>
              <a:gd name="connsiteX107" fmla="*/ 708589 w 887277"/>
              <a:gd name="connsiteY107" fmla="*/ 0 h 962420"/>
              <a:gd name="connsiteX108" fmla="*/ 783765 w 887277"/>
              <a:gd name="connsiteY108" fmla="*/ 75176 h 962420"/>
              <a:gd name="connsiteX109" fmla="*/ 766763 w 887277"/>
              <a:gd name="connsiteY109" fmla="*/ 92145 h 962420"/>
              <a:gd name="connsiteX110" fmla="*/ 720257 w 887277"/>
              <a:gd name="connsiteY110" fmla="*/ 45606 h 96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887277" h="962420">
                <a:moveTo>
                  <a:pt x="808601" y="571705"/>
                </a:moveTo>
                <a:cubicBezTo>
                  <a:pt x="765196" y="571705"/>
                  <a:pt x="729925" y="607009"/>
                  <a:pt x="729925" y="650381"/>
                </a:cubicBezTo>
                <a:cubicBezTo>
                  <a:pt x="729925" y="693753"/>
                  <a:pt x="765229" y="729058"/>
                  <a:pt x="808601" y="729058"/>
                </a:cubicBezTo>
                <a:cubicBezTo>
                  <a:pt x="851973" y="729058"/>
                  <a:pt x="887278" y="693753"/>
                  <a:pt x="887278" y="650381"/>
                </a:cubicBezTo>
                <a:cubicBezTo>
                  <a:pt x="887278" y="607009"/>
                  <a:pt x="852007" y="571705"/>
                  <a:pt x="808601" y="571705"/>
                </a:cubicBezTo>
                <a:close/>
                <a:moveTo>
                  <a:pt x="808601" y="705055"/>
                </a:moveTo>
                <a:cubicBezTo>
                  <a:pt x="778464" y="705055"/>
                  <a:pt x="753928" y="680552"/>
                  <a:pt x="753928" y="650381"/>
                </a:cubicBezTo>
                <a:cubicBezTo>
                  <a:pt x="753928" y="620211"/>
                  <a:pt x="778431" y="595708"/>
                  <a:pt x="808601" y="595708"/>
                </a:cubicBezTo>
                <a:cubicBezTo>
                  <a:pt x="838772" y="595708"/>
                  <a:pt x="863275" y="620211"/>
                  <a:pt x="863275" y="650381"/>
                </a:cubicBezTo>
                <a:cubicBezTo>
                  <a:pt x="863275" y="680552"/>
                  <a:pt x="838738" y="705055"/>
                  <a:pt x="808601" y="705055"/>
                </a:cubicBezTo>
                <a:close/>
                <a:moveTo>
                  <a:pt x="575239" y="571705"/>
                </a:moveTo>
                <a:cubicBezTo>
                  <a:pt x="531833" y="571705"/>
                  <a:pt x="496562" y="607009"/>
                  <a:pt x="496562" y="650381"/>
                </a:cubicBezTo>
                <a:cubicBezTo>
                  <a:pt x="496562" y="693753"/>
                  <a:pt x="531866" y="729058"/>
                  <a:pt x="575239" y="729058"/>
                </a:cubicBezTo>
                <a:cubicBezTo>
                  <a:pt x="618611" y="729058"/>
                  <a:pt x="653915" y="693753"/>
                  <a:pt x="653915" y="650381"/>
                </a:cubicBezTo>
                <a:cubicBezTo>
                  <a:pt x="653915" y="607009"/>
                  <a:pt x="618644" y="571705"/>
                  <a:pt x="575239" y="571705"/>
                </a:cubicBezTo>
                <a:close/>
                <a:moveTo>
                  <a:pt x="575239" y="705055"/>
                </a:moveTo>
                <a:cubicBezTo>
                  <a:pt x="545102" y="705055"/>
                  <a:pt x="520565" y="680552"/>
                  <a:pt x="520565" y="650381"/>
                </a:cubicBezTo>
                <a:cubicBezTo>
                  <a:pt x="520565" y="620211"/>
                  <a:pt x="545068" y="595708"/>
                  <a:pt x="575239" y="595708"/>
                </a:cubicBezTo>
                <a:cubicBezTo>
                  <a:pt x="605409" y="595708"/>
                  <a:pt x="629912" y="620211"/>
                  <a:pt x="629912" y="650381"/>
                </a:cubicBezTo>
                <a:cubicBezTo>
                  <a:pt x="629912" y="680552"/>
                  <a:pt x="605376" y="705055"/>
                  <a:pt x="575239" y="705055"/>
                </a:cubicBezTo>
                <a:close/>
                <a:moveTo>
                  <a:pt x="575239" y="805067"/>
                </a:moveTo>
                <a:cubicBezTo>
                  <a:pt x="531833" y="805067"/>
                  <a:pt x="496562" y="840372"/>
                  <a:pt x="496562" y="883744"/>
                </a:cubicBezTo>
                <a:cubicBezTo>
                  <a:pt x="496562" y="927116"/>
                  <a:pt x="531866" y="962420"/>
                  <a:pt x="575239" y="962420"/>
                </a:cubicBezTo>
                <a:cubicBezTo>
                  <a:pt x="618611" y="962420"/>
                  <a:pt x="653915" y="927116"/>
                  <a:pt x="653915" y="883744"/>
                </a:cubicBezTo>
                <a:cubicBezTo>
                  <a:pt x="653915" y="840372"/>
                  <a:pt x="618644" y="805067"/>
                  <a:pt x="575239" y="805067"/>
                </a:cubicBezTo>
                <a:close/>
                <a:moveTo>
                  <a:pt x="575239" y="938417"/>
                </a:moveTo>
                <a:cubicBezTo>
                  <a:pt x="545102" y="938417"/>
                  <a:pt x="520565" y="913914"/>
                  <a:pt x="520565" y="883744"/>
                </a:cubicBezTo>
                <a:cubicBezTo>
                  <a:pt x="520565" y="853573"/>
                  <a:pt x="545068" y="829070"/>
                  <a:pt x="575239" y="829070"/>
                </a:cubicBezTo>
                <a:cubicBezTo>
                  <a:pt x="605409" y="829070"/>
                  <a:pt x="629912" y="853573"/>
                  <a:pt x="629912" y="883744"/>
                </a:cubicBezTo>
                <a:cubicBezTo>
                  <a:pt x="629912" y="913914"/>
                  <a:pt x="605376" y="938417"/>
                  <a:pt x="575239" y="938417"/>
                </a:cubicBezTo>
                <a:close/>
                <a:moveTo>
                  <a:pt x="341876" y="729058"/>
                </a:moveTo>
                <a:cubicBezTo>
                  <a:pt x="385248" y="729058"/>
                  <a:pt x="420553" y="693753"/>
                  <a:pt x="420553" y="650381"/>
                </a:cubicBezTo>
                <a:cubicBezTo>
                  <a:pt x="420553" y="607009"/>
                  <a:pt x="385248" y="571705"/>
                  <a:pt x="341876" y="571705"/>
                </a:cubicBezTo>
                <a:cubicBezTo>
                  <a:pt x="298504" y="571705"/>
                  <a:pt x="263200" y="607009"/>
                  <a:pt x="263200" y="650381"/>
                </a:cubicBezTo>
                <a:cubicBezTo>
                  <a:pt x="263200" y="693753"/>
                  <a:pt x="298504" y="729058"/>
                  <a:pt x="341876" y="729058"/>
                </a:cubicBezTo>
                <a:close/>
                <a:moveTo>
                  <a:pt x="341876" y="595708"/>
                </a:moveTo>
                <a:cubicBezTo>
                  <a:pt x="372013" y="595708"/>
                  <a:pt x="396550" y="620211"/>
                  <a:pt x="396550" y="650381"/>
                </a:cubicBezTo>
                <a:cubicBezTo>
                  <a:pt x="396550" y="680552"/>
                  <a:pt x="372013" y="705055"/>
                  <a:pt x="341876" y="705055"/>
                </a:cubicBezTo>
                <a:cubicBezTo>
                  <a:pt x="311739" y="705055"/>
                  <a:pt x="287203" y="680552"/>
                  <a:pt x="287203" y="650381"/>
                </a:cubicBezTo>
                <a:cubicBezTo>
                  <a:pt x="287203" y="620211"/>
                  <a:pt x="311739" y="595708"/>
                  <a:pt x="341876" y="595708"/>
                </a:cubicBezTo>
                <a:close/>
                <a:moveTo>
                  <a:pt x="266733" y="141851"/>
                </a:moveTo>
                <a:lnTo>
                  <a:pt x="324907" y="83644"/>
                </a:lnTo>
                <a:lnTo>
                  <a:pt x="266700" y="25437"/>
                </a:lnTo>
                <a:lnTo>
                  <a:pt x="283669" y="8468"/>
                </a:lnTo>
                <a:lnTo>
                  <a:pt x="341876" y="66675"/>
                </a:lnTo>
                <a:lnTo>
                  <a:pt x="400083" y="8468"/>
                </a:lnTo>
                <a:lnTo>
                  <a:pt x="417052" y="25437"/>
                </a:lnTo>
                <a:lnTo>
                  <a:pt x="358845" y="83644"/>
                </a:lnTo>
                <a:lnTo>
                  <a:pt x="417052" y="141851"/>
                </a:lnTo>
                <a:lnTo>
                  <a:pt x="400083" y="158820"/>
                </a:lnTo>
                <a:lnTo>
                  <a:pt x="341876" y="100613"/>
                </a:lnTo>
                <a:lnTo>
                  <a:pt x="283669" y="158820"/>
                </a:lnTo>
                <a:lnTo>
                  <a:pt x="266733" y="141851"/>
                </a:lnTo>
                <a:close/>
                <a:moveTo>
                  <a:pt x="500063" y="475226"/>
                </a:moveTo>
                <a:lnTo>
                  <a:pt x="558270" y="417019"/>
                </a:lnTo>
                <a:lnTo>
                  <a:pt x="500063" y="358812"/>
                </a:lnTo>
                <a:lnTo>
                  <a:pt x="517065" y="341843"/>
                </a:lnTo>
                <a:lnTo>
                  <a:pt x="575239" y="400050"/>
                </a:lnTo>
                <a:lnTo>
                  <a:pt x="633413" y="341876"/>
                </a:lnTo>
                <a:lnTo>
                  <a:pt x="650415" y="358845"/>
                </a:lnTo>
                <a:lnTo>
                  <a:pt x="592207" y="417019"/>
                </a:lnTo>
                <a:lnTo>
                  <a:pt x="650415" y="475226"/>
                </a:lnTo>
                <a:lnTo>
                  <a:pt x="633413" y="492195"/>
                </a:lnTo>
                <a:lnTo>
                  <a:pt x="575239" y="433988"/>
                </a:lnTo>
                <a:lnTo>
                  <a:pt x="517065" y="492162"/>
                </a:lnTo>
                <a:lnTo>
                  <a:pt x="500063" y="475226"/>
                </a:lnTo>
                <a:close/>
                <a:moveTo>
                  <a:pt x="808601" y="300038"/>
                </a:moveTo>
                <a:lnTo>
                  <a:pt x="866775" y="241864"/>
                </a:lnTo>
                <a:lnTo>
                  <a:pt x="883777" y="258832"/>
                </a:lnTo>
                <a:lnTo>
                  <a:pt x="825570" y="317006"/>
                </a:lnTo>
                <a:lnTo>
                  <a:pt x="883777" y="375214"/>
                </a:lnTo>
                <a:lnTo>
                  <a:pt x="866775" y="392182"/>
                </a:lnTo>
                <a:lnTo>
                  <a:pt x="808601" y="333975"/>
                </a:lnTo>
                <a:lnTo>
                  <a:pt x="750427" y="392149"/>
                </a:lnTo>
                <a:lnTo>
                  <a:pt x="733425" y="375180"/>
                </a:lnTo>
                <a:lnTo>
                  <a:pt x="791632" y="317006"/>
                </a:lnTo>
                <a:lnTo>
                  <a:pt x="733425" y="258799"/>
                </a:lnTo>
                <a:lnTo>
                  <a:pt x="750427" y="241830"/>
                </a:lnTo>
                <a:lnTo>
                  <a:pt x="808601" y="300038"/>
                </a:lnTo>
                <a:close/>
                <a:moveTo>
                  <a:pt x="241864" y="871742"/>
                </a:moveTo>
                <a:lnTo>
                  <a:pt x="441889" y="871742"/>
                </a:lnTo>
                <a:lnTo>
                  <a:pt x="441889" y="895779"/>
                </a:lnTo>
                <a:lnTo>
                  <a:pt x="241864" y="895779"/>
                </a:lnTo>
                <a:cubicBezTo>
                  <a:pt x="240063" y="895779"/>
                  <a:pt x="63175" y="893712"/>
                  <a:pt x="63175" y="717090"/>
                </a:cubicBezTo>
                <a:lnTo>
                  <a:pt x="63175" y="145918"/>
                </a:lnTo>
                <a:lnTo>
                  <a:pt x="17002" y="192124"/>
                </a:lnTo>
                <a:lnTo>
                  <a:pt x="0" y="175155"/>
                </a:lnTo>
                <a:lnTo>
                  <a:pt x="75076" y="99979"/>
                </a:lnTo>
                <a:lnTo>
                  <a:pt x="150319" y="175122"/>
                </a:lnTo>
                <a:lnTo>
                  <a:pt x="133350" y="192124"/>
                </a:lnTo>
                <a:lnTo>
                  <a:pt x="87178" y="145985"/>
                </a:lnTo>
                <a:lnTo>
                  <a:pt x="87178" y="717056"/>
                </a:lnTo>
                <a:cubicBezTo>
                  <a:pt x="87178" y="869975"/>
                  <a:pt x="235563" y="871742"/>
                  <a:pt x="241864" y="871742"/>
                </a:cubicBezTo>
                <a:close/>
                <a:moveTo>
                  <a:pt x="720257" y="45606"/>
                </a:moveTo>
                <a:lnTo>
                  <a:pt x="720590" y="116915"/>
                </a:lnTo>
                <a:cubicBezTo>
                  <a:pt x="720590" y="205592"/>
                  <a:pt x="647314" y="228995"/>
                  <a:pt x="608576" y="228995"/>
                </a:cubicBezTo>
                <a:lnTo>
                  <a:pt x="475226" y="228995"/>
                </a:lnTo>
                <a:cubicBezTo>
                  <a:pt x="355744" y="228995"/>
                  <a:pt x="353878" y="345410"/>
                  <a:pt x="353878" y="350377"/>
                </a:cubicBezTo>
                <a:lnTo>
                  <a:pt x="353878" y="517065"/>
                </a:lnTo>
                <a:lnTo>
                  <a:pt x="329875" y="517065"/>
                </a:lnTo>
                <a:lnTo>
                  <a:pt x="329875" y="350377"/>
                </a:lnTo>
                <a:cubicBezTo>
                  <a:pt x="329875" y="348944"/>
                  <a:pt x="331541" y="205026"/>
                  <a:pt x="475226" y="205026"/>
                </a:cubicBezTo>
                <a:lnTo>
                  <a:pt x="608576" y="205026"/>
                </a:lnTo>
                <a:cubicBezTo>
                  <a:pt x="612110" y="205026"/>
                  <a:pt x="696587" y="203559"/>
                  <a:pt x="696587" y="117015"/>
                </a:cubicBezTo>
                <a:lnTo>
                  <a:pt x="696254" y="46339"/>
                </a:lnTo>
                <a:lnTo>
                  <a:pt x="650448" y="92145"/>
                </a:lnTo>
                <a:lnTo>
                  <a:pt x="633446" y="75176"/>
                </a:lnTo>
                <a:lnTo>
                  <a:pt x="708589" y="0"/>
                </a:lnTo>
                <a:lnTo>
                  <a:pt x="783765" y="75176"/>
                </a:lnTo>
                <a:lnTo>
                  <a:pt x="766763" y="92145"/>
                </a:lnTo>
                <a:lnTo>
                  <a:pt x="720257" y="45606"/>
                </a:lnTo>
                <a:close/>
              </a:path>
            </a:pathLst>
          </a:custGeom>
          <a:solidFill>
            <a:schemeClr val="tx1"/>
          </a:solidFill>
          <a:ln w="33338" cap="flat">
            <a:noFill/>
            <a:prstDash val="solid"/>
            <a:miter/>
          </a:ln>
        </p:spPr>
        <p:txBody>
          <a:bodyPr rtlCol="0" anchor="ctr"/>
          <a:lstStyle/>
          <a:p>
            <a:endParaRPr lang="en-US" sz="1800" dirty="0">
              <a:latin typeface="IBM Plex Sans Light"/>
            </a:endParaRPr>
          </a:p>
        </p:txBody>
      </p:sp>
      <p:sp>
        <p:nvSpPr>
          <p:cNvPr id="395" name="TextBox 394">
            <a:extLst>
              <a:ext uri="{FF2B5EF4-FFF2-40B4-BE49-F238E27FC236}">
                <a16:creationId xmlns:a16="http://schemas.microsoft.com/office/drawing/2014/main" id="{C4FB9E6A-E8E2-0270-AA54-B87ABE6A9225}"/>
              </a:ext>
            </a:extLst>
          </p:cNvPr>
          <p:cNvSpPr txBox="1"/>
          <p:nvPr/>
        </p:nvSpPr>
        <p:spPr>
          <a:xfrm>
            <a:off x="2979208" y="1345172"/>
            <a:ext cx="884832"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Strategy play</a:t>
            </a:r>
            <a:endParaRPr lang="en-US" sz="900" dirty="0">
              <a:latin typeface="IBM Plex Sans Light"/>
              <a:cs typeface="IBM Plex Sans Light" panose="020B0604020202020204" pitchFamily="34" charset="0"/>
            </a:endParaRPr>
          </a:p>
        </p:txBody>
      </p:sp>
      <p:sp>
        <p:nvSpPr>
          <p:cNvPr id="397" name="Freeform 313">
            <a:extLst>
              <a:ext uri="{FF2B5EF4-FFF2-40B4-BE49-F238E27FC236}">
                <a16:creationId xmlns:a16="http://schemas.microsoft.com/office/drawing/2014/main" id="{6CA53D66-85CF-43D7-506E-493A501CF52C}"/>
              </a:ext>
            </a:extLst>
          </p:cNvPr>
          <p:cNvSpPr/>
          <p:nvPr/>
        </p:nvSpPr>
        <p:spPr>
          <a:xfrm>
            <a:off x="338605" y="8713008"/>
            <a:ext cx="429768" cy="429768"/>
          </a:xfrm>
          <a:custGeom>
            <a:avLst/>
            <a:gdLst>
              <a:gd name="connsiteX0" fmla="*/ 512064 w 1024128"/>
              <a:gd name="connsiteY0" fmla="*/ 1024128 h 1024128"/>
              <a:gd name="connsiteX1" fmla="*/ 0 w 1024128"/>
              <a:gd name="connsiteY1" fmla="*/ 512064 h 1024128"/>
              <a:gd name="connsiteX2" fmla="*/ 512064 w 1024128"/>
              <a:gd name="connsiteY2" fmla="*/ 0 h 1024128"/>
              <a:gd name="connsiteX3" fmla="*/ 1024128 w 1024128"/>
              <a:gd name="connsiteY3" fmla="*/ 512064 h 1024128"/>
              <a:gd name="connsiteX4" fmla="*/ 512064 w 1024128"/>
              <a:gd name="connsiteY4" fmla="*/ 1024128 h 1024128"/>
              <a:gd name="connsiteX5" fmla="*/ 491561 w 1024128"/>
              <a:gd name="connsiteY5" fmla="*/ 999692 h 1024128"/>
              <a:gd name="connsiteX6" fmla="*/ 512064 w 1024128"/>
              <a:gd name="connsiteY6" fmla="*/ 1000125 h 1024128"/>
              <a:gd name="connsiteX7" fmla="*/ 900113 w 1024128"/>
              <a:gd name="connsiteY7" fmla="*/ 807768 h 1024128"/>
              <a:gd name="connsiteX8" fmla="*/ 900113 w 1024128"/>
              <a:gd name="connsiteY8" fmla="*/ 378981 h 1024128"/>
              <a:gd name="connsiteX9" fmla="*/ 924149 w 1024128"/>
              <a:gd name="connsiteY9" fmla="*/ 378981 h 1024128"/>
              <a:gd name="connsiteX10" fmla="*/ 924149 w 1024128"/>
              <a:gd name="connsiteY10" fmla="*/ 773397 h 1024128"/>
              <a:gd name="connsiteX11" fmla="*/ 1000125 w 1024128"/>
              <a:gd name="connsiteY11" fmla="*/ 512064 h 1024128"/>
              <a:gd name="connsiteX12" fmla="*/ 962454 w 1024128"/>
              <a:gd name="connsiteY12" fmla="*/ 324007 h 1024128"/>
              <a:gd name="connsiteX13" fmla="*/ 590841 w 1024128"/>
              <a:gd name="connsiteY13" fmla="*/ 109480 h 1024128"/>
              <a:gd name="connsiteX14" fmla="*/ 602842 w 1024128"/>
              <a:gd name="connsiteY14" fmla="*/ 88678 h 1024128"/>
              <a:gd name="connsiteX15" fmla="*/ 944518 w 1024128"/>
              <a:gd name="connsiteY15" fmla="*/ 285936 h 1024128"/>
              <a:gd name="connsiteX16" fmla="*/ 574439 w 1024128"/>
              <a:gd name="connsiteY16" fmla="*/ 27970 h 1024128"/>
              <a:gd name="connsiteX17" fmla="*/ 202792 w 1024128"/>
              <a:gd name="connsiteY17" fmla="*/ 242564 h 1024128"/>
              <a:gd name="connsiteX18" fmla="*/ 190791 w 1024128"/>
              <a:gd name="connsiteY18" fmla="*/ 221761 h 1024128"/>
              <a:gd name="connsiteX19" fmla="*/ 532567 w 1024128"/>
              <a:gd name="connsiteY19" fmla="*/ 24436 h 1024128"/>
              <a:gd name="connsiteX20" fmla="*/ 512064 w 1024128"/>
              <a:gd name="connsiteY20" fmla="*/ 24003 h 1024128"/>
              <a:gd name="connsiteX21" fmla="*/ 124016 w 1024128"/>
              <a:gd name="connsiteY21" fmla="*/ 216394 h 1024128"/>
              <a:gd name="connsiteX22" fmla="*/ 124016 w 1024128"/>
              <a:gd name="connsiteY22" fmla="*/ 645181 h 1024128"/>
              <a:gd name="connsiteX23" fmla="*/ 100013 w 1024128"/>
              <a:gd name="connsiteY23" fmla="*/ 645181 h 1024128"/>
              <a:gd name="connsiteX24" fmla="*/ 100013 w 1024128"/>
              <a:gd name="connsiteY24" fmla="*/ 250731 h 1024128"/>
              <a:gd name="connsiteX25" fmla="*/ 24003 w 1024128"/>
              <a:gd name="connsiteY25" fmla="*/ 512064 h 1024128"/>
              <a:gd name="connsiteX26" fmla="*/ 61674 w 1024128"/>
              <a:gd name="connsiteY26" fmla="*/ 700121 h 1024128"/>
              <a:gd name="connsiteX27" fmla="*/ 433288 w 1024128"/>
              <a:gd name="connsiteY27" fmla="*/ 914681 h 1024128"/>
              <a:gd name="connsiteX28" fmla="*/ 421286 w 1024128"/>
              <a:gd name="connsiteY28" fmla="*/ 935450 h 1024128"/>
              <a:gd name="connsiteX29" fmla="*/ 79610 w 1024128"/>
              <a:gd name="connsiteY29" fmla="*/ 738159 h 1024128"/>
              <a:gd name="connsiteX30" fmla="*/ 449690 w 1024128"/>
              <a:gd name="connsiteY30" fmla="*/ 996158 h 1024128"/>
              <a:gd name="connsiteX31" fmla="*/ 821336 w 1024128"/>
              <a:gd name="connsiteY31" fmla="*/ 781564 h 1024128"/>
              <a:gd name="connsiteX32" fmla="*/ 833304 w 1024128"/>
              <a:gd name="connsiteY32" fmla="*/ 802334 h 1024128"/>
              <a:gd name="connsiteX33" fmla="*/ 491561 w 1024128"/>
              <a:gd name="connsiteY33" fmla="*/ 999692 h 1024128"/>
              <a:gd name="connsiteX34" fmla="*/ 334475 w 1024128"/>
              <a:gd name="connsiteY34" fmla="*/ 701288 h 1024128"/>
              <a:gd name="connsiteX35" fmla="*/ 266200 w 1024128"/>
              <a:gd name="connsiteY35" fmla="*/ 661949 h 1024128"/>
              <a:gd name="connsiteX36" fmla="*/ 266200 w 1024128"/>
              <a:gd name="connsiteY36" fmla="*/ 661949 h 1024128"/>
              <a:gd name="connsiteX37" fmla="*/ 258432 w 1024128"/>
              <a:gd name="connsiteY37" fmla="*/ 602309 h 1024128"/>
              <a:gd name="connsiteX38" fmla="*/ 295004 w 1024128"/>
              <a:gd name="connsiteY38" fmla="*/ 554503 h 1024128"/>
              <a:gd name="connsiteX39" fmla="*/ 477860 w 1024128"/>
              <a:gd name="connsiteY39" fmla="*/ 448923 h 1024128"/>
              <a:gd name="connsiteX40" fmla="*/ 550402 w 1024128"/>
              <a:gd name="connsiteY40" fmla="*/ 330075 h 1024128"/>
              <a:gd name="connsiteX41" fmla="*/ 726791 w 1024128"/>
              <a:gd name="connsiteY41" fmla="*/ 354111 h 1024128"/>
              <a:gd name="connsiteX42" fmla="*/ 730125 w 1024128"/>
              <a:gd name="connsiteY42" fmla="*/ 364146 h 1024128"/>
              <a:gd name="connsiteX43" fmla="*/ 724224 w 1024128"/>
              <a:gd name="connsiteY43" fmla="*/ 372913 h 1024128"/>
              <a:gd name="connsiteX44" fmla="*/ 612410 w 1024128"/>
              <a:gd name="connsiteY44" fmla="*/ 437488 h 1024128"/>
              <a:gd name="connsiteX45" fmla="*/ 604609 w 1024128"/>
              <a:gd name="connsiteY45" fmla="*/ 466658 h 1024128"/>
              <a:gd name="connsiteX46" fmla="*/ 633779 w 1024128"/>
              <a:gd name="connsiteY46" fmla="*/ 474459 h 1024128"/>
              <a:gd name="connsiteX47" fmla="*/ 745593 w 1024128"/>
              <a:gd name="connsiteY47" fmla="*/ 409885 h 1024128"/>
              <a:gd name="connsiteX48" fmla="*/ 756095 w 1024128"/>
              <a:gd name="connsiteY48" fmla="*/ 409151 h 1024128"/>
              <a:gd name="connsiteX49" fmla="*/ 763129 w 1024128"/>
              <a:gd name="connsiteY49" fmla="*/ 417052 h 1024128"/>
              <a:gd name="connsiteX50" fmla="*/ 695754 w 1024128"/>
              <a:gd name="connsiteY50" fmla="*/ 581839 h 1024128"/>
              <a:gd name="connsiteX51" fmla="*/ 556536 w 1024128"/>
              <a:gd name="connsiteY51" fmla="*/ 585273 h 1024128"/>
              <a:gd name="connsiteX52" fmla="*/ 373713 w 1024128"/>
              <a:gd name="connsiteY52" fmla="*/ 690820 h 1024128"/>
              <a:gd name="connsiteX53" fmla="*/ 334475 w 1024128"/>
              <a:gd name="connsiteY53" fmla="*/ 701288 h 1024128"/>
              <a:gd name="connsiteX54" fmla="*/ 623078 w 1024128"/>
              <a:gd name="connsiteY54" fmla="*/ 334542 h 1024128"/>
              <a:gd name="connsiteX55" fmla="*/ 562370 w 1024128"/>
              <a:gd name="connsiteY55" fmla="*/ 350844 h 1024128"/>
              <a:gd name="connsiteX56" fmla="*/ 501663 w 1024128"/>
              <a:gd name="connsiteY56" fmla="*/ 455957 h 1024128"/>
              <a:gd name="connsiteX57" fmla="*/ 495662 w 1024128"/>
              <a:gd name="connsiteY57" fmla="*/ 466325 h 1024128"/>
              <a:gd name="connsiteX58" fmla="*/ 307005 w 1024128"/>
              <a:gd name="connsiteY58" fmla="*/ 575272 h 1024128"/>
              <a:gd name="connsiteX59" fmla="*/ 281602 w 1024128"/>
              <a:gd name="connsiteY59" fmla="*/ 608476 h 1024128"/>
              <a:gd name="connsiteX60" fmla="*/ 286969 w 1024128"/>
              <a:gd name="connsiteY60" fmla="*/ 649948 h 1024128"/>
              <a:gd name="connsiteX61" fmla="*/ 286969 w 1024128"/>
              <a:gd name="connsiteY61" fmla="*/ 649948 h 1024128"/>
              <a:gd name="connsiteX62" fmla="*/ 361679 w 1024128"/>
              <a:gd name="connsiteY62" fmla="*/ 669984 h 1024128"/>
              <a:gd name="connsiteX63" fmla="*/ 550369 w 1024128"/>
              <a:gd name="connsiteY63" fmla="*/ 561037 h 1024128"/>
              <a:gd name="connsiteX64" fmla="*/ 562337 w 1024128"/>
              <a:gd name="connsiteY64" fmla="*/ 561037 h 1024128"/>
              <a:gd name="connsiteX65" fmla="*/ 683752 w 1024128"/>
              <a:gd name="connsiteY65" fmla="*/ 561003 h 1024128"/>
              <a:gd name="connsiteX66" fmla="*/ 743260 w 1024128"/>
              <a:gd name="connsiteY66" fmla="*/ 438855 h 1024128"/>
              <a:gd name="connsiteX67" fmla="*/ 645714 w 1024128"/>
              <a:gd name="connsiteY67" fmla="*/ 495162 h 1024128"/>
              <a:gd name="connsiteX68" fmla="*/ 583806 w 1024128"/>
              <a:gd name="connsiteY68" fmla="*/ 478560 h 1024128"/>
              <a:gd name="connsiteX69" fmla="*/ 600408 w 1024128"/>
              <a:gd name="connsiteY69" fmla="*/ 416619 h 1024128"/>
              <a:gd name="connsiteX70" fmla="*/ 697921 w 1024128"/>
              <a:gd name="connsiteY70" fmla="*/ 360312 h 1024128"/>
              <a:gd name="connsiteX71" fmla="*/ 623078 w 1024128"/>
              <a:gd name="connsiteY71" fmla="*/ 334542 h 102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024128" h="1024128">
                <a:moveTo>
                  <a:pt x="512064" y="1024128"/>
                </a:moveTo>
                <a:cubicBezTo>
                  <a:pt x="229695" y="1024128"/>
                  <a:pt x="0" y="794433"/>
                  <a:pt x="0" y="512064"/>
                </a:cubicBezTo>
                <a:cubicBezTo>
                  <a:pt x="0" y="229695"/>
                  <a:pt x="229695" y="0"/>
                  <a:pt x="512064" y="0"/>
                </a:cubicBezTo>
                <a:cubicBezTo>
                  <a:pt x="794433" y="0"/>
                  <a:pt x="1024128" y="229695"/>
                  <a:pt x="1024128" y="512064"/>
                </a:cubicBezTo>
                <a:cubicBezTo>
                  <a:pt x="1024128" y="794433"/>
                  <a:pt x="794433" y="1024128"/>
                  <a:pt x="512064" y="1024128"/>
                </a:cubicBezTo>
                <a:close/>
                <a:moveTo>
                  <a:pt x="491561" y="999692"/>
                </a:moveTo>
                <a:cubicBezTo>
                  <a:pt x="498362" y="999992"/>
                  <a:pt x="505196" y="1000125"/>
                  <a:pt x="512064" y="1000125"/>
                </a:cubicBezTo>
                <a:cubicBezTo>
                  <a:pt x="670117" y="1000125"/>
                  <a:pt x="810868" y="924616"/>
                  <a:pt x="900113" y="807768"/>
                </a:cubicBezTo>
                <a:lnTo>
                  <a:pt x="900113" y="378981"/>
                </a:lnTo>
                <a:lnTo>
                  <a:pt x="924149" y="378981"/>
                </a:lnTo>
                <a:lnTo>
                  <a:pt x="924149" y="773397"/>
                </a:lnTo>
                <a:cubicBezTo>
                  <a:pt x="972222" y="697787"/>
                  <a:pt x="1000125" y="608143"/>
                  <a:pt x="1000125" y="512064"/>
                </a:cubicBezTo>
                <a:cubicBezTo>
                  <a:pt x="1000125" y="445422"/>
                  <a:pt x="986723" y="381914"/>
                  <a:pt x="962454" y="324007"/>
                </a:cubicBezTo>
                <a:lnTo>
                  <a:pt x="590841" y="109480"/>
                </a:lnTo>
                <a:lnTo>
                  <a:pt x="602842" y="88678"/>
                </a:lnTo>
                <a:lnTo>
                  <a:pt x="944518" y="285936"/>
                </a:lnTo>
                <a:cubicBezTo>
                  <a:pt x="872042" y="147885"/>
                  <a:pt x="735392" y="48606"/>
                  <a:pt x="574439" y="27970"/>
                </a:cubicBezTo>
                <a:lnTo>
                  <a:pt x="202792" y="242564"/>
                </a:lnTo>
                <a:lnTo>
                  <a:pt x="190791" y="221761"/>
                </a:lnTo>
                <a:lnTo>
                  <a:pt x="532567" y="24436"/>
                </a:lnTo>
                <a:cubicBezTo>
                  <a:pt x="525799" y="24136"/>
                  <a:pt x="518932" y="24003"/>
                  <a:pt x="512064" y="24003"/>
                </a:cubicBezTo>
                <a:cubicBezTo>
                  <a:pt x="354011" y="24003"/>
                  <a:pt x="213260" y="99546"/>
                  <a:pt x="124016" y="216394"/>
                </a:cubicBezTo>
                <a:lnTo>
                  <a:pt x="124016" y="645181"/>
                </a:lnTo>
                <a:lnTo>
                  <a:pt x="100013" y="645181"/>
                </a:lnTo>
                <a:lnTo>
                  <a:pt x="100013" y="250731"/>
                </a:lnTo>
                <a:cubicBezTo>
                  <a:pt x="51906" y="326341"/>
                  <a:pt x="24003" y="416019"/>
                  <a:pt x="24003" y="512064"/>
                </a:cubicBezTo>
                <a:cubicBezTo>
                  <a:pt x="24003" y="578672"/>
                  <a:pt x="37405" y="642180"/>
                  <a:pt x="61674" y="700121"/>
                </a:cubicBezTo>
                <a:lnTo>
                  <a:pt x="433288" y="914681"/>
                </a:lnTo>
                <a:lnTo>
                  <a:pt x="421286" y="935450"/>
                </a:lnTo>
                <a:lnTo>
                  <a:pt x="79610" y="738159"/>
                </a:lnTo>
                <a:cubicBezTo>
                  <a:pt x="152086" y="876243"/>
                  <a:pt x="288736" y="975522"/>
                  <a:pt x="449690" y="996158"/>
                </a:cubicBezTo>
                <a:lnTo>
                  <a:pt x="821336" y="781564"/>
                </a:lnTo>
                <a:lnTo>
                  <a:pt x="833304" y="802334"/>
                </a:lnTo>
                <a:lnTo>
                  <a:pt x="491561" y="999692"/>
                </a:lnTo>
                <a:close/>
                <a:moveTo>
                  <a:pt x="334475" y="701288"/>
                </a:moveTo>
                <a:cubicBezTo>
                  <a:pt x="307272" y="701288"/>
                  <a:pt x="280768" y="687186"/>
                  <a:pt x="266200" y="661949"/>
                </a:cubicBezTo>
                <a:lnTo>
                  <a:pt x="266200" y="661949"/>
                </a:lnTo>
                <a:cubicBezTo>
                  <a:pt x="255732" y="643814"/>
                  <a:pt x="252965" y="622645"/>
                  <a:pt x="258432" y="602309"/>
                </a:cubicBezTo>
                <a:cubicBezTo>
                  <a:pt x="263900" y="581939"/>
                  <a:pt x="276868" y="564971"/>
                  <a:pt x="295004" y="554503"/>
                </a:cubicBezTo>
                <a:lnTo>
                  <a:pt x="477860" y="448923"/>
                </a:lnTo>
                <a:cubicBezTo>
                  <a:pt x="480293" y="399817"/>
                  <a:pt x="507630" y="354744"/>
                  <a:pt x="550402" y="330075"/>
                </a:cubicBezTo>
                <a:cubicBezTo>
                  <a:pt x="607876" y="296904"/>
                  <a:pt x="680418" y="306772"/>
                  <a:pt x="726791" y="354111"/>
                </a:cubicBezTo>
                <a:cubicBezTo>
                  <a:pt x="729391" y="356778"/>
                  <a:pt x="730625" y="360445"/>
                  <a:pt x="730125" y="364146"/>
                </a:cubicBezTo>
                <a:cubicBezTo>
                  <a:pt x="729625" y="367813"/>
                  <a:pt x="727458" y="371080"/>
                  <a:pt x="724224" y="372913"/>
                </a:cubicBezTo>
                <a:lnTo>
                  <a:pt x="612410" y="437488"/>
                </a:lnTo>
                <a:cubicBezTo>
                  <a:pt x="602209" y="443355"/>
                  <a:pt x="598742" y="456457"/>
                  <a:pt x="604609" y="466658"/>
                </a:cubicBezTo>
                <a:cubicBezTo>
                  <a:pt x="610543" y="476826"/>
                  <a:pt x="623611" y="480393"/>
                  <a:pt x="633779" y="474459"/>
                </a:cubicBezTo>
                <a:lnTo>
                  <a:pt x="745593" y="409885"/>
                </a:lnTo>
                <a:cubicBezTo>
                  <a:pt x="748760" y="408018"/>
                  <a:pt x="752727" y="407784"/>
                  <a:pt x="756095" y="409151"/>
                </a:cubicBezTo>
                <a:cubicBezTo>
                  <a:pt x="759562" y="410551"/>
                  <a:pt x="762129" y="413452"/>
                  <a:pt x="763129" y="417052"/>
                </a:cubicBezTo>
                <a:cubicBezTo>
                  <a:pt x="780931" y="480927"/>
                  <a:pt x="753227" y="548669"/>
                  <a:pt x="695754" y="581839"/>
                </a:cubicBezTo>
                <a:cubicBezTo>
                  <a:pt x="653082" y="606542"/>
                  <a:pt x="600375" y="607643"/>
                  <a:pt x="556536" y="585273"/>
                </a:cubicBezTo>
                <a:lnTo>
                  <a:pt x="373713" y="690820"/>
                </a:lnTo>
                <a:cubicBezTo>
                  <a:pt x="361345" y="697887"/>
                  <a:pt x="347810" y="701288"/>
                  <a:pt x="334475" y="701288"/>
                </a:cubicBezTo>
                <a:close/>
                <a:moveTo>
                  <a:pt x="623078" y="334542"/>
                </a:moveTo>
                <a:cubicBezTo>
                  <a:pt x="602309" y="334542"/>
                  <a:pt x="581339" y="339876"/>
                  <a:pt x="562370" y="350844"/>
                </a:cubicBezTo>
                <a:cubicBezTo>
                  <a:pt x="524966" y="372447"/>
                  <a:pt x="501729" y="412718"/>
                  <a:pt x="501663" y="455957"/>
                </a:cubicBezTo>
                <a:cubicBezTo>
                  <a:pt x="501663" y="460224"/>
                  <a:pt x="499396" y="464191"/>
                  <a:pt x="495662" y="466325"/>
                </a:cubicBezTo>
                <a:lnTo>
                  <a:pt x="307005" y="575272"/>
                </a:lnTo>
                <a:cubicBezTo>
                  <a:pt x="294437" y="582540"/>
                  <a:pt x="285402" y="594341"/>
                  <a:pt x="281602" y="608476"/>
                </a:cubicBezTo>
                <a:cubicBezTo>
                  <a:pt x="277801" y="622645"/>
                  <a:pt x="279702" y="637346"/>
                  <a:pt x="286969" y="649948"/>
                </a:cubicBezTo>
                <a:lnTo>
                  <a:pt x="286969" y="649948"/>
                </a:lnTo>
                <a:cubicBezTo>
                  <a:pt x="302071" y="676051"/>
                  <a:pt x="335609" y="685052"/>
                  <a:pt x="361679" y="669984"/>
                </a:cubicBezTo>
                <a:lnTo>
                  <a:pt x="550369" y="561037"/>
                </a:lnTo>
                <a:cubicBezTo>
                  <a:pt x="554069" y="558903"/>
                  <a:pt x="558636" y="558903"/>
                  <a:pt x="562337" y="561037"/>
                </a:cubicBezTo>
                <a:cubicBezTo>
                  <a:pt x="599808" y="582606"/>
                  <a:pt x="646347" y="582573"/>
                  <a:pt x="683752" y="561003"/>
                </a:cubicBezTo>
                <a:cubicBezTo>
                  <a:pt x="727124" y="535967"/>
                  <a:pt x="750194" y="487361"/>
                  <a:pt x="743260" y="438855"/>
                </a:cubicBezTo>
                <a:lnTo>
                  <a:pt x="645714" y="495162"/>
                </a:lnTo>
                <a:cubicBezTo>
                  <a:pt x="624111" y="507663"/>
                  <a:pt x="596308" y="500196"/>
                  <a:pt x="583806" y="478560"/>
                </a:cubicBezTo>
                <a:cubicBezTo>
                  <a:pt x="571305" y="456890"/>
                  <a:pt x="578772" y="429120"/>
                  <a:pt x="600408" y="416619"/>
                </a:cubicBezTo>
                <a:lnTo>
                  <a:pt x="697921" y="360312"/>
                </a:lnTo>
                <a:cubicBezTo>
                  <a:pt x="676251" y="343376"/>
                  <a:pt x="649781" y="334542"/>
                  <a:pt x="623078" y="334542"/>
                </a:cubicBezTo>
                <a:close/>
              </a:path>
            </a:pathLst>
          </a:custGeom>
          <a:solidFill>
            <a:schemeClr val="tx1"/>
          </a:solidFill>
          <a:ln w="33338" cap="flat">
            <a:noFill/>
            <a:prstDash val="solid"/>
            <a:miter/>
          </a:ln>
        </p:spPr>
        <p:txBody>
          <a:bodyPr rtlCol="0" anchor="ctr"/>
          <a:lstStyle/>
          <a:p>
            <a:endParaRPr lang="en-US" sz="1800" dirty="0">
              <a:latin typeface="IBM Plex Sans Light"/>
            </a:endParaRPr>
          </a:p>
        </p:txBody>
      </p:sp>
      <p:sp>
        <p:nvSpPr>
          <p:cNvPr id="399" name="TextBox 398">
            <a:extLst>
              <a:ext uri="{FF2B5EF4-FFF2-40B4-BE49-F238E27FC236}">
                <a16:creationId xmlns:a16="http://schemas.microsoft.com/office/drawing/2014/main" id="{78986D48-F6D3-8EA8-4327-9D9CB547A2C0}"/>
              </a:ext>
            </a:extLst>
          </p:cNvPr>
          <p:cNvSpPr txBox="1"/>
          <p:nvPr/>
        </p:nvSpPr>
        <p:spPr>
          <a:xfrm>
            <a:off x="36315" y="9238412"/>
            <a:ext cx="1034349" cy="3371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Cloud builder professional services</a:t>
            </a:r>
            <a:endParaRPr lang="en-US" sz="900" dirty="0">
              <a:latin typeface="IBM Plex Sans Light"/>
              <a:cs typeface="IBM Plex Sans Light" panose="020B0604020202020204" pitchFamily="34" charset="0"/>
            </a:endParaRPr>
          </a:p>
        </p:txBody>
      </p:sp>
      <p:sp>
        <p:nvSpPr>
          <p:cNvPr id="401" name="Freeform 316">
            <a:extLst>
              <a:ext uri="{FF2B5EF4-FFF2-40B4-BE49-F238E27FC236}">
                <a16:creationId xmlns:a16="http://schemas.microsoft.com/office/drawing/2014/main" id="{B227DBFA-2E03-BB8F-E929-C47C05E20437}"/>
              </a:ext>
            </a:extLst>
          </p:cNvPr>
          <p:cNvSpPr>
            <a:spLocks noChangeAspect="1"/>
          </p:cNvSpPr>
          <p:nvPr/>
        </p:nvSpPr>
        <p:spPr>
          <a:xfrm>
            <a:off x="5028581" y="2910501"/>
            <a:ext cx="429768" cy="429006"/>
          </a:xfrm>
          <a:custGeom>
            <a:avLst/>
            <a:gdLst>
              <a:gd name="connsiteX0" fmla="*/ 582604 w 1319062"/>
              <a:gd name="connsiteY0" fmla="*/ 1316725 h 1316725"/>
              <a:gd name="connsiteX1" fmla="*/ 571698 w 1319062"/>
              <a:gd name="connsiteY1" fmla="*/ 1312225 h 1316725"/>
              <a:gd name="connsiteX2" fmla="*/ 4541 w 1319062"/>
              <a:gd name="connsiteY2" fmla="*/ 745883 h 1316725"/>
              <a:gd name="connsiteX3" fmla="*/ 4541 w 1319062"/>
              <a:gd name="connsiteY3" fmla="*/ 724023 h 1316725"/>
              <a:gd name="connsiteX4" fmla="*/ 725456 w 1319062"/>
              <a:gd name="connsiteY4" fmla="*/ 4533 h 1316725"/>
              <a:gd name="connsiteX5" fmla="*/ 747354 w 1319062"/>
              <a:gd name="connsiteY5" fmla="*/ 4533 h 1316725"/>
              <a:gd name="connsiteX6" fmla="*/ 1020091 w 1319062"/>
              <a:gd name="connsiteY6" fmla="*/ 276710 h 1316725"/>
              <a:gd name="connsiteX7" fmla="*/ 1163844 w 1319062"/>
              <a:gd name="connsiteY7" fmla="*/ 133120 h 1316725"/>
              <a:gd name="connsiteX8" fmla="*/ 1185742 w 1319062"/>
              <a:gd name="connsiteY8" fmla="*/ 133120 h 1316725"/>
              <a:gd name="connsiteX9" fmla="*/ 1185742 w 1319062"/>
              <a:gd name="connsiteY9" fmla="*/ 154937 h 1316725"/>
              <a:gd name="connsiteX10" fmla="*/ 1041989 w 1319062"/>
              <a:gd name="connsiteY10" fmla="*/ 298569 h 1316725"/>
              <a:gd name="connsiteX11" fmla="*/ 1314554 w 1319062"/>
              <a:gd name="connsiteY11" fmla="*/ 570575 h 1316725"/>
              <a:gd name="connsiteX12" fmla="*/ 1319062 w 1319062"/>
              <a:gd name="connsiteY12" fmla="*/ 581462 h 1316725"/>
              <a:gd name="connsiteX13" fmla="*/ 1314554 w 1319062"/>
              <a:gd name="connsiteY13" fmla="*/ 592349 h 1316725"/>
              <a:gd name="connsiteX14" fmla="*/ 593510 w 1319062"/>
              <a:gd name="connsiteY14" fmla="*/ 1312225 h 1316725"/>
              <a:gd name="connsiteX15" fmla="*/ 582604 w 1319062"/>
              <a:gd name="connsiteY15" fmla="*/ 1316725 h 1316725"/>
              <a:gd name="connsiteX16" fmla="*/ 37302 w 1319062"/>
              <a:gd name="connsiteY16" fmla="*/ 734953 h 1316725"/>
              <a:gd name="connsiteX17" fmla="*/ 582604 w 1319062"/>
              <a:gd name="connsiteY17" fmla="*/ 1279478 h 1316725"/>
              <a:gd name="connsiteX18" fmla="*/ 1281707 w 1319062"/>
              <a:gd name="connsiteY18" fmla="*/ 581419 h 1316725"/>
              <a:gd name="connsiteX19" fmla="*/ 1020091 w 1319062"/>
              <a:gd name="connsiteY19" fmla="*/ 320344 h 1316725"/>
              <a:gd name="connsiteX20" fmla="*/ 977583 w 1319062"/>
              <a:gd name="connsiteY20" fmla="*/ 362820 h 1316725"/>
              <a:gd name="connsiteX21" fmla="*/ 967450 w 1319062"/>
              <a:gd name="connsiteY21" fmla="*/ 491794 h 1316725"/>
              <a:gd name="connsiteX22" fmla="*/ 967450 w 1319062"/>
              <a:gd name="connsiteY22" fmla="*/ 491794 h 1316725"/>
              <a:gd name="connsiteX23" fmla="*/ 967450 w 1319062"/>
              <a:gd name="connsiteY23" fmla="*/ 491794 h 1316725"/>
              <a:gd name="connsiteX24" fmla="*/ 967450 w 1319062"/>
              <a:gd name="connsiteY24" fmla="*/ 491794 h 1316725"/>
              <a:gd name="connsiteX25" fmla="*/ 826315 w 1319062"/>
              <a:gd name="connsiteY25" fmla="*/ 491794 h 1316725"/>
              <a:gd name="connsiteX26" fmla="*/ 826315 w 1319062"/>
              <a:gd name="connsiteY26" fmla="*/ 350947 h 1316725"/>
              <a:gd name="connsiteX27" fmla="*/ 955814 w 1319062"/>
              <a:gd name="connsiteY27" fmla="*/ 340960 h 1316725"/>
              <a:gd name="connsiteX28" fmla="*/ 998236 w 1319062"/>
              <a:gd name="connsiteY28" fmla="*/ 298527 h 1316725"/>
              <a:gd name="connsiteX29" fmla="*/ 736405 w 1319062"/>
              <a:gd name="connsiteY29" fmla="*/ 37237 h 1316725"/>
              <a:gd name="connsiteX30" fmla="*/ 37302 w 1319062"/>
              <a:gd name="connsiteY30" fmla="*/ 734953 h 1316725"/>
              <a:gd name="connsiteX31" fmla="*/ 896861 w 1319062"/>
              <a:gd name="connsiteY31" fmla="*/ 352662 h 1316725"/>
              <a:gd name="connsiteX32" fmla="*/ 848170 w 1319062"/>
              <a:gd name="connsiteY32" fmla="*/ 372807 h 1316725"/>
              <a:gd name="connsiteX33" fmla="*/ 827990 w 1319062"/>
              <a:gd name="connsiteY33" fmla="*/ 421413 h 1316725"/>
              <a:gd name="connsiteX34" fmla="*/ 848170 w 1319062"/>
              <a:gd name="connsiteY34" fmla="*/ 470019 h 1316725"/>
              <a:gd name="connsiteX35" fmla="*/ 945552 w 1319062"/>
              <a:gd name="connsiteY35" fmla="*/ 470019 h 1316725"/>
              <a:gd name="connsiteX36" fmla="*/ 945552 w 1319062"/>
              <a:gd name="connsiteY36" fmla="*/ 470019 h 1316725"/>
              <a:gd name="connsiteX37" fmla="*/ 965732 w 1319062"/>
              <a:gd name="connsiteY37" fmla="*/ 421413 h 1316725"/>
              <a:gd name="connsiteX38" fmla="*/ 955384 w 1319062"/>
              <a:gd name="connsiteY38" fmla="*/ 385066 h 1316725"/>
              <a:gd name="connsiteX39" fmla="*/ 907982 w 1319062"/>
              <a:gd name="connsiteY39" fmla="*/ 432429 h 1316725"/>
              <a:gd name="connsiteX40" fmla="*/ 886084 w 1319062"/>
              <a:gd name="connsiteY40" fmla="*/ 432429 h 1316725"/>
              <a:gd name="connsiteX41" fmla="*/ 886084 w 1319062"/>
              <a:gd name="connsiteY41" fmla="*/ 410612 h 1316725"/>
              <a:gd name="connsiteX42" fmla="*/ 933529 w 1319062"/>
              <a:gd name="connsiteY42" fmla="*/ 363206 h 1316725"/>
              <a:gd name="connsiteX43" fmla="*/ 896861 w 1319062"/>
              <a:gd name="connsiteY43" fmla="*/ 352662 h 1316725"/>
              <a:gd name="connsiteX44" fmla="*/ 756113 w 1319062"/>
              <a:gd name="connsiteY44" fmla="*/ 583991 h 1316725"/>
              <a:gd name="connsiteX45" fmla="*/ 734215 w 1319062"/>
              <a:gd name="connsiteY45" fmla="*/ 562174 h 1316725"/>
              <a:gd name="connsiteX46" fmla="*/ 694326 w 1319062"/>
              <a:gd name="connsiteY46" fmla="*/ 601993 h 1316725"/>
              <a:gd name="connsiteX47" fmla="*/ 551818 w 1319062"/>
              <a:gd name="connsiteY47" fmla="*/ 606065 h 1316725"/>
              <a:gd name="connsiteX48" fmla="*/ 522749 w 1319062"/>
              <a:gd name="connsiteY48" fmla="*/ 682660 h 1316725"/>
              <a:gd name="connsiteX49" fmla="*/ 547696 w 1319062"/>
              <a:gd name="connsiteY49" fmla="*/ 748411 h 1316725"/>
              <a:gd name="connsiteX50" fmla="*/ 442800 w 1319062"/>
              <a:gd name="connsiteY50" fmla="*/ 853125 h 1316725"/>
              <a:gd name="connsiteX51" fmla="*/ 446922 w 1319062"/>
              <a:gd name="connsiteY51" fmla="*/ 754455 h 1316725"/>
              <a:gd name="connsiteX52" fmla="*/ 425067 w 1319062"/>
              <a:gd name="connsiteY52" fmla="*/ 732595 h 1316725"/>
              <a:gd name="connsiteX53" fmla="*/ 395999 w 1319062"/>
              <a:gd name="connsiteY53" fmla="*/ 809190 h 1316725"/>
              <a:gd name="connsiteX54" fmla="*/ 420945 w 1319062"/>
              <a:gd name="connsiteY54" fmla="*/ 874942 h 1316725"/>
              <a:gd name="connsiteX55" fmla="*/ 379511 w 1319062"/>
              <a:gd name="connsiteY55" fmla="*/ 916304 h 1316725"/>
              <a:gd name="connsiteX56" fmla="*/ 401366 w 1319062"/>
              <a:gd name="connsiteY56" fmla="*/ 938164 h 1316725"/>
              <a:gd name="connsiteX57" fmla="*/ 442929 w 1319062"/>
              <a:gd name="connsiteY57" fmla="*/ 896673 h 1316725"/>
              <a:gd name="connsiteX58" fmla="*/ 513518 w 1319062"/>
              <a:gd name="connsiteY58" fmla="*/ 921704 h 1316725"/>
              <a:gd name="connsiteX59" fmla="*/ 585395 w 1319062"/>
              <a:gd name="connsiteY59" fmla="*/ 892644 h 1316725"/>
              <a:gd name="connsiteX60" fmla="*/ 589474 w 1319062"/>
              <a:gd name="connsiteY60" fmla="*/ 750340 h 1316725"/>
              <a:gd name="connsiteX61" fmla="*/ 694455 w 1319062"/>
              <a:gd name="connsiteY61" fmla="*/ 645541 h 1316725"/>
              <a:gd name="connsiteX62" fmla="*/ 710385 w 1319062"/>
              <a:gd name="connsiteY62" fmla="*/ 690847 h 1316725"/>
              <a:gd name="connsiteX63" fmla="*/ 690333 w 1319062"/>
              <a:gd name="connsiteY63" fmla="*/ 744254 h 1316725"/>
              <a:gd name="connsiteX64" fmla="*/ 712188 w 1319062"/>
              <a:gd name="connsiteY64" fmla="*/ 766114 h 1316725"/>
              <a:gd name="connsiteX65" fmla="*/ 741257 w 1319062"/>
              <a:gd name="connsiteY65" fmla="*/ 689518 h 1316725"/>
              <a:gd name="connsiteX66" fmla="*/ 716310 w 1319062"/>
              <a:gd name="connsiteY66" fmla="*/ 623767 h 1316725"/>
              <a:gd name="connsiteX67" fmla="*/ 756113 w 1319062"/>
              <a:gd name="connsiteY67" fmla="*/ 583991 h 1316725"/>
              <a:gd name="connsiteX68" fmla="*/ 553664 w 1319062"/>
              <a:gd name="connsiteY68" fmla="*/ 681289 h 1316725"/>
              <a:gd name="connsiteX69" fmla="*/ 573673 w 1319062"/>
              <a:gd name="connsiteY69" fmla="*/ 627882 h 1316725"/>
              <a:gd name="connsiteX70" fmla="*/ 627173 w 1319062"/>
              <a:gd name="connsiteY70" fmla="*/ 607908 h 1316725"/>
              <a:gd name="connsiteX71" fmla="*/ 672514 w 1319062"/>
              <a:gd name="connsiteY71" fmla="*/ 623767 h 1316725"/>
              <a:gd name="connsiteX72" fmla="*/ 569551 w 1319062"/>
              <a:gd name="connsiteY72" fmla="*/ 726552 h 1316725"/>
              <a:gd name="connsiteX73" fmla="*/ 553664 w 1319062"/>
              <a:gd name="connsiteY73" fmla="*/ 681289 h 1316725"/>
              <a:gd name="connsiteX74" fmla="*/ 563497 w 1319062"/>
              <a:gd name="connsiteY74" fmla="*/ 870827 h 1316725"/>
              <a:gd name="connsiteX75" fmla="*/ 464655 w 1319062"/>
              <a:gd name="connsiteY75" fmla="*/ 874942 h 1316725"/>
              <a:gd name="connsiteX76" fmla="*/ 567576 w 1319062"/>
              <a:gd name="connsiteY76" fmla="*/ 772200 h 1316725"/>
              <a:gd name="connsiteX77" fmla="*/ 563497 w 1319062"/>
              <a:gd name="connsiteY77" fmla="*/ 870827 h 131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19062" h="1316725">
                <a:moveTo>
                  <a:pt x="582604" y="1316725"/>
                </a:moveTo>
                <a:cubicBezTo>
                  <a:pt x="578482" y="1316725"/>
                  <a:pt x="574575" y="1315097"/>
                  <a:pt x="571698" y="1312225"/>
                </a:cubicBezTo>
                <a:lnTo>
                  <a:pt x="4541" y="745883"/>
                </a:lnTo>
                <a:cubicBezTo>
                  <a:pt x="-1514" y="739839"/>
                  <a:pt x="-1514" y="730066"/>
                  <a:pt x="4541" y="724023"/>
                </a:cubicBezTo>
                <a:lnTo>
                  <a:pt x="725456" y="4533"/>
                </a:lnTo>
                <a:cubicBezTo>
                  <a:pt x="731510" y="-1511"/>
                  <a:pt x="741300" y="-1511"/>
                  <a:pt x="747354" y="4533"/>
                </a:cubicBezTo>
                <a:lnTo>
                  <a:pt x="1020091" y="276710"/>
                </a:lnTo>
                <a:lnTo>
                  <a:pt x="1163844" y="133120"/>
                </a:lnTo>
                <a:cubicBezTo>
                  <a:pt x="1169898" y="127077"/>
                  <a:pt x="1179688" y="127119"/>
                  <a:pt x="1185742" y="133120"/>
                </a:cubicBezTo>
                <a:cubicBezTo>
                  <a:pt x="1191796" y="139164"/>
                  <a:pt x="1191796" y="148936"/>
                  <a:pt x="1185742" y="154937"/>
                </a:cubicBezTo>
                <a:lnTo>
                  <a:pt x="1041989" y="298569"/>
                </a:lnTo>
                <a:lnTo>
                  <a:pt x="1314554" y="570575"/>
                </a:lnTo>
                <a:cubicBezTo>
                  <a:pt x="1317431" y="573447"/>
                  <a:pt x="1319062" y="577390"/>
                  <a:pt x="1319062" y="581462"/>
                </a:cubicBezTo>
                <a:cubicBezTo>
                  <a:pt x="1319062" y="585534"/>
                  <a:pt x="1317431" y="589477"/>
                  <a:pt x="1314554" y="592349"/>
                </a:cubicBezTo>
                <a:lnTo>
                  <a:pt x="593510" y="1312225"/>
                </a:lnTo>
                <a:cubicBezTo>
                  <a:pt x="590633" y="1315097"/>
                  <a:pt x="586726" y="1316725"/>
                  <a:pt x="582604" y="1316725"/>
                </a:cubicBezTo>
                <a:close/>
                <a:moveTo>
                  <a:pt x="37302" y="734953"/>
                </a:moveTo>
                <a:lnTo>
                  <a:pt x="582604" y="1279478"/>
                </a:lnTo>
                <a:lnTo>
                  <a:pt x="1281707" y="581419"/>
                </a:lnTo>
                <a:lnTo>
                  <a:pt x="1020091" y="320344"/>
                </a:lnTo>
                <a:lnTo>
                  <a:pt x="977583" y="362820"/>
                </a:lnTo>
                <a:cubicBezTo>
                  <a:pt x="1005964" y="401739"/>
                  <a:pt x="1002572" y="456732"/>
                  <a:pt x="967450" y="491794"/>
                </a:cubicBezTo>
                <a:lnTo>
                  <a:pt x="967450" y="491794"/>
                </a:lnTo>
                <a:lnTo>
                  <a:pt x="967450" y="491794"/>
                </a:lnTo>
                <a:lnTo>
                  <a:pt x="967450" y="491794"/>
                </a:lnTo>
                <a:cubicBezTo>
                  <a:pt x="929751" y="529384"/>
                  <a:pt x="864100" y="529470"/>
                  <a:pt x="826315" y="491794"/>
                </a:cubicBezTo>
                <a:cubicBezTo>
                  <a:pt x="787457" y="452960"/>
                  <a:pt x="787457" y="389781"/>
                  <a:pt x="826315" y="350947"/>
                </a:cubicBezTo>
                <a:cubicBezTo>
                  <a:pt x="860407" y="316957"/>
                  <a:pt x="917771" y="313014"/>
                  <a:pt x="955814" y="340960"/>
                </a:cubicBezTo>
                <a:lnTo>
                  <a:pt x="998236" y="298527"/>
                </a:lnTo>
                <a:lnTo>
                  <a:pt x="736405" y="37237"/>
                </a:lnTo>
                <a:lnTo>
                  <a:pt x="37302" y="734953"/>
                </a:lnTo>
                <a:close/>
                <a:moveTo>
                  <a:pt x="896861" y="352662"/>
                </a:moveTo>
                <a:cubicBezTo>
                  <a:pt x="878484" y="352662"/>
                  <a:pt x="861180" y="359820"/>
                  <a:pt x="848170" y="372807"/>
                </a:cubicBezTo>
                <a:cubicBezTo>
                  <a:pt x="835160" y="385752"/>
                  <a:pt x="827990" y="403025"/>
                  <a:pt x="827990" y="421413"/>
                </a:cubicBezTo>
                <a:cubicBezTo>
                  <a:pt x="827990" y="439759"/>
                  <a:pt x="835160" y="457032"/>
                  <a:pt x="848170" y="470019"/>
                </a:cubicBezTo>
                <a:cubicBezTo>
                  <a:pt x="874190" y="495994"/>
                  <a:pt x="919575" y="495908"/>
                  <a:pt x="945552" y="470019"/>
                </a:cubicBezTo>
                <a:lnTo>
                  <a:pt x="945552" y="470019"/>
                </a:lnTo>
                <a:cubicBezTo>
                  <a:pt x="958562" y="457032"/>
                  <a:pt x="965732" y="439759"/>
                  <a:pt x="965732" y="421413"/>
                </a:cubicBezTo>
                <a:cubicBezTo>
                  <a:pt x="965732" y="408340"/>
                  <a:pt x="962125" y="395867"/>
                  <a:pt x="955384" y="385066"/>
                </a:cubicBezTo>
                <a:lnTo>
                  <a:pt x="907982" y="432429"/>
                </a:lnTo>
                <a:cubicBezTo>
                  <a:pt x="901928" y="438473"/>
                  <a:pt x="892138" y="438430"/>
                  <a:pt x="886084" y="432429"/>
                </a:cubicBezTo>
                <a:cubicBezTo>
                  <a:pt x="880030" y="426385"/>
                  <a:pt x="880030" y="416613"/>
                  <a:pt x="886084" y="410612"/>
                </a:cubicBezTo>
                <a:lnTo>
                  <a:pt x="933529" y="363206"/>
                </a:lnTo>
                <a:cubicBezTo>
                  <a:pt x="922666" y="356305"/>
                  <a:pt x="910043" y="352662"/>
                  <a:pt x="896861" y="352662"/>
                </a:cubicBezTo>
                <a:close/>
                <a:moveTo>
                  <a:pt x="756113" y="583991"/>
                </a:moveTo>
                <a:lnTo>
                  <a:pt x="734215" y="562174"/>
                </a:lnTo>
                <a:lnTo>
                  <a:pt x="694326" y="601993"/>
                </a:lnTo>
                <a:cubicBezTo>
                  <a:pt x="650316" y="568046"/>
                  <a:pt x="589302" y="568646"/>
                  <a:pt x="551818" y="606065"/>
                </a:cubicBezTo>
                <a:cubicBezTo>
                  <a:pt x="531766" y="626039"/>
                  <a:pt x="521461" y="653257"/>
                  <a:pt x="522749" y="682660"/>
                </a:cubicBezTo>
                <a:cubicBezTo>
                  <a:pt x="523780" y="706492"/>
                  <a:pt x="532754" y="729209"/>
                  <a:pt x="547696" y="748411"/>
                </a:cubicBezTo>
                <a:lnTo>
                  <a:pt x="442800" y="853125"/>
                </a:lnTo>
                <a:cubicBezTo>
                  <a:pt x="420516" y="821663"/>
                  <a:pt x="421332" y="780001"/>
                  <a:pt x="446922" y="754455"/>
                </a:cubicBezTo>
                <a:lnTo>
                  <a:pt x="425067" y="732595"/>
                </a:lnTo>
                <a:cubicBezTo>
                  <a:pt x="405016" y="752612"/>
                  <a:pt x="394711" y="779830"/>
                  <a:pt x="395999" y="809190"/>
                </a:cubicBezTo>
                <a:cubicBezTo>
                  <a:pt x="397072" y="833022"/>
                  <a:pt x="406046" y="855739"/>
                  <a:pt x="420945" y="874942"/>
                </a:cubicBezTo>
                <a:lnTo>
                  <a:pt x="379511" y="916304"/>
                </a:lnTo>
                <a:lnTo>
                  <a:pt x="401366" y="938164"/>
                </a:lnTo>
                <a:lnTo>
                  <a:pt x="442929" y="896673"/>
                </a:lnTo>
                <a:cubicBezTo>
                  <a:pt x="464097" y="912961"/>
                  <a:pt x="488958" y="921704"/>
                  <a:pt x="513518" y="921704"/>
                </a:cubicBezTo>
                <a:cubicBezTo>
                  <a:pt x="540053" y="921704"/>
                  <a:pt x="565901" y="912060"/>
                  <a:pt x="585395" y="892644"/>
                </a:cubicBezTo>
                <a:cubicBezTo>
                  <a:pt x="622922" y="855182"/>
                  <a:pt x="623480" y="794317"/>
                  <a:pt x="589474" y="750340"/>
                </a:cubicBezTo>
                <a:lnTo>
                  <a:pt x="694455" y="645541"/>
                </a:lnTo>
                <a:cubicBezTo>
                  <a:pt x="704073" y="659043"/>
                  <a:pt x="709655" y="674688"/>
                  <a:pt x="710385" y="690847"/>
                </a:cubicBezTo>
                <a:cubicBezTo>
                  <a:pt x="711286" y="711464"/>
                  <a:pt x="704159" y="730452"/>
                  <a:pt x="690333" y="744254"/>
                </a:cubicBezTo>
                <a:lnTo>
                  <a:pt x="712188" y="766114"/>
                </a:lnTo>
                <a:cubicBezTo>
                  <a:pt x="732240" y="746097"/>
                  <a:pt x="742545" y="718879"/>
                  <a:pt x="741257" y="689518"/>
                </a:cubicBezTo>
                <a:cubicBezTo>
                  <a:pt x="740226" y="665687"/>
                  <a:pt x="731209" y="642970"/>
                  <a:pt x="716310" y="623767"/>
                </a:cubicBezTo>
                <a:lnTo>
                  <a:pt x="756113" y="583991"/>
                </a:lnTo>
                <a:close/>
                <a:moveTo>
                  <a:pt x="553664" y="681289"/>
                </a:moveTo>
                <a:cubicBezTo>
                  <a:pt x="552762" y="660672"/>
                  <a:pt x="559890" y="641684"/>
                  <a:pt x="573673" y="627882"/>
                </a:cubicBezTo>
                <a:cubicBezTo>
                  <a:pt x="587499" y="614080"/>
                  <a:pt x="606692" y="606708"/>
                  <a:pt x="627173" y="607908"/>
                </a:cubicBezTo>
                <a:cubicBezTo>
                  <a:pt x="643360" y="608594"/>
                  <a:pt x="658989" y="614209"/>
                  <a:pt x="672514" y="623767"/>
                </a:cubicBezTo>
                <a:lnTo>
                  <a:pt x="569551" y="726552"/>
                </a:lnTo>
                <a:cubicBezTo>
                  <a:pt x="559976" y="713093"/>
                  <a:pt x="554351" y="697448"/>
                  <a:pt x="553664" y="681289"/>
                </a:cubicBezTo>
                <a:close/>
                <a:moveTo>
                  <a:pt x="563497" y="870827"/>
                </a:moveTo>
                <a:cubicBezTo>
                  <a:pt x="537906" y="896373"/>
                  <a:pt x="496214" y="897187"/>
                  <a:pt x="464655" y="874942"/>
                </a:cubicBezTo>
                <a:lnTo>
                  <a:pt x="567576" y="772200"/>
                </a:lnTo>
                <a:cubicBezTo>
                  <a:pt x="589903" y="803661"/>
                  <a:pt x="589044" y="845324"/>
                  <a:pt x="563497" y="870827"/>
                </a:cubicBezTo>
                <a:close/>
              </a:path>
            </a:pathLst>
          </a:custGeom>
          <a:solidFill>
            <a:schemeClr val="tx1"/>
          </a:solidFill>
          <a:ln w="42565" cap="flat">
            <a:noFill/>
            <a:prstDash val="solid"/>
            <a:miter/>
          </a:ln>
        </p:spPr>
        <p:txBody>
          <a:bodyPr rtlCol="0" anchor="ctr"/>
          <a:lstStyle/>
          <a:p>
            <a:endParaRPr lang="en-US" dirty="0">
              <a:latin typeface="IBM Plex Sans Light"/>
            </a:endParaRPr>
          </a:p>
        </p:txBody>
      </p:sp>
      <p:sp>
        <p:nvSpPr>
          <p:cNvPr id="403" name="TextBox 402">
            <a:extLst>
              <a:ext uri="{FF2B5EF4-FFF2-40B4-BE49-F238E27FC236}">
                <a16:creationId xmlns:a16="http://schemas.microsoft.com/office/drawing/2014/main" id="{8485F414-6EBB-8700-79BD-CC3CEDC19358}"/>
              </a:ext>
            </a:extLst>
          </p:cNvPr>
          <p:cNvSpPr txBox="1"/>
          <p:nvPr/>
        </p:nvSpPr>
        <p:spPr>
          <a:xfrm>
            <a:off x="4790675" y="3451537"/>
            <a:ext cx="827737" cy="1994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Price</a:t>
            </a:r>
            <a:endParaRPr lang="en-US" sz="900" dirty="0">
              <a:latin typeface="IBM Plex Sans Light"/>
              <a:cs typeface="IBM Plex Sans Light" panose="020B0604020202020204" pitchFamily="34" charset="0"/>
            </a:endParaRPr>
          </a:p>
        </p:txBody>
      </p:sp>
      <p:sp>
        <p:nvSpPr>
          <p:cNvPr id="405" name="Freeform 318">
            <a:extLst>
              <a:ext uri="{FF2B5EF4-FFF2-40B4-BE49-F238E27FC236}">
                <a16:creationId xmlns:a16="http://schemas.microsoft.com/office/drawing/2014/main" id="{7BA087DD-234B-6CAA-F522-C5E7567547A4}"/>
              </a:ext>
            </a:extLst>
          </p:cNvPr>
          <p:cNvSpPr>
            <a:spLocks noChangeAspect="1"/>
          </p:cNvSpPr>
          <p:nvPr/>
        </p:nvSpPr>
        <p:spPr>
          <a:xfrm>
            <a:off x="6932851" y="5119714"/>
            <a:ext cx="429768" cy="429021"/>
          </a:xfrm>
          <a:custGeom>
            <a:avLst/>
            <a:gdLst>
              <a:gd name="connsiteX0" fmla="*/ 659515 w 1319029"/>
              <a:gd name="connsiteY0" fmla="*/ 1316736 h 1316736"/>
              <a:gd name="connsiteX1" fmla="*/ 0 w 1319029"/>
              <a:gd name="connsiteY1" fmla="*/ 658368 h 1316736"/>
              <a:gd name="connsiteX2" fmla="*/ 659515 w 1319029"/>
              <a:gd name="connsiteY2" fmla="*/ 0 h 1316736"/>
              <a:gd name="connsiteX3" fmla="*/ 1060763 w 1319029"/>
              <a:gd name="connsiteY3" fmla="*/ 135788 h 1316736"/>
              <a:gd name="connsiteX4" fmla="*/ 1088887 w 1319029"/>
              <a:gd name="connsiteY4" fmla="*/ 128588 h 1316736"/>
              <a:gd name="connsiteX5" fmla="*/ 1147281 w 1319029"/>
              <a:gd name="connsiteY5" fmla="*/ 186881 h 1316736"/>
              <a:gd name="connsiteX6" fmla="*/ 1142472 w 1319029"/>
              <a:gd name="connsiteY6" fmla="*/ 210069 h 1316736"/>
              <a:gd name="connsiteX7" fmla="*/ 1319030 w 1319029"/>
              <a:gd name="connsiteY7" fmla="*/ 658368 h 1316736"/>
              <a:gd name="connsiteX8" fmla="*/ 659515 w 1319029"/>
              <a:gd name="connsiteY8" fmla="*/ 1316736 h 1316736"/>
              <a:gd name="connsiteX9" fmla="*/ 674972 w 1319029"/>
              <a:gd name="connsiteY9" fmla="*/ 500291 h 1316736"/>
              <a:gd name="connsiteX10" fmla="*/ 674972 w 1319029"/>
              <a:gd name="connsiteY10" fmla="*/ 1285704 h 1316736"/>
              <a:gd name="connsiteX11" fmla="*/ 858743 w 1319029"/>
              <a:gd name="connsiteY11" fmla="*/ 1253600 h 1316736"/>
              <a:gd name="connsiteX12" fmla="*/ 858743 w 1319029"/>
              <a:gd name="connsiteY12" fmla="*/ 371704 h 1316736"/>
              <a:gd name="connsiteX13" fmla="*/ 815806 w 1319029"/>
              <a:gd name="connsiteY13" fmla="*/ 315468 h 1316736"/>
              <a:gd name="connsiteX14" fmla="*/ 874201 w 1319029"/>
              <a:gd name="connsiteY14" fmla="*/ 257175 h 1316736"/>
              <a:gd name="connsiteX15" fmla="*/ 932595 w 1319029"/>
              <a:gd name="connsiteY15" fmla="*/ 315468 h 1316736"/>
              <a:gd name="connsiteX16" fmla="*/ 889658 w 1319029"/>
              <a:gd name="connsiteY16" fmla="*/ 371704 h 1316736"/>
              <a:gd name="connsiteX17" fmla="*/ 889658 w 1319029"/>
              <a:gd name="connsiteY17" fmla="*/ 1242327 h 1316736"/>
              <a:gd name="connsiteX18" fmla="*/ 1073386 w 1319029"/>
              <a:gd name="connsiteY18" fmla="*/ 1130284 h 1316736"/>
              <a:gd name="connsiteX19" fmla="*/ 1073386 w 1319029"/>
              <a:gd name="connsiteY19" fmla="*/ 243116 h 1316736"/>
              <a:gd name="connsiteX20" fmla="*/ 1030449 w 1319029"/>
              <a:gd name="connsiteY20" fmla="*/ 186881 h 1316736"/>
              <a:gd name="connsiteX21" fmla="*/ 1038393 w 1319029"/>
              <a:gd name="connsiteY21" fmla="*/ 157605 h 1316736"/>
              <a:gd name="connsiteX22" fmla="*/ 659515 w 1319029"/>
              <a:gd name="connsiteY22" fmla="*/ 30861 h 1316736"/>
              <a:gd name="connsiteX23" fmla="*/ 30915 w 1319029"/>
              <a:gd name="connsiteY23" fmla="*/ 658368 h 1316736"/>
              <a:gd name="connsiteX24" fmla="*/ 214686 w 1319029"/>
              <a:gd name="connsiteY24" fmla="*/ 1101309 h 1316736"/>
              <a:gd name="connsiteX25" fmla="*/ 214686 w 1319029"/>
              <a:gd name="connsiteY25" fmla="*/ 757466 h 1316736"/>
              <a:gd name="connsiteX26" fmla="*/ 171749 w 1319029"/>
              <a:gd name="connsiteY26" fmla="*/ 701231 h 1316736"/>
              <a:gd name="connsiteX27" fmla="*/ 230143 w 1319029"/>
              <a:gd name="connsiteY27" fmla="*/ 642938 h 1316736"/>
              <a:gd name="connsiteX28" fmla="*/ 288538 w 1319029"/>
              <a:gd name="connsiteY28" fmla="*/ 701231 h 1316736"/>
              <a:gd name="connsiteX29" fmla="*/ 245601 w 1319029"/>
              <a:gd name="connsiteY29" fmla="*/ 757466 h 1316736"/>
              <a:gd name="connsiteX30" fmla="*/ 245601 w 1319029"/>
              <a:gd name="connsiteY30" fmla="*/ 1130284 h 1316736"/>
              <a:gd name="connsiteX31" fmla="*/ 429372 w 1319029"/>
              <a:gd name="connsiteY31" fmla="*/ 1242327 h 1316736"/>
              <a:gd name="connsiteX32" fmla="*/ 429372 w 1319029"/>
              <a:gd name="connsiteY32" fmla="*/ 628879 h 1316736"/>
              <a:gd name="connsiteX33" fmla="*/ 386435 w 1319029"/>
              <a:gd name="connsiteY33" fmla="*/ 572643 h 1316736"/>
              <a:gd name="connsiteX34" fmla="*/ 444829 w 1319029"/>
              <a:gd name="connsiteY34" fmla="*/ 514350 h 1316736"/>
              <a:gd name="connsiteX35" fmla="*/ 503224 w 1319029"/>
              <a:gd name="connsiteY35" fmla="*/ 572643 h 1316736"/>
              <a:gd name="connsiteX36" fmla="*/ 460286 w 1319029"/>
              <a:gd name="connsiteY36" fmla="*/ 628879 h 1316736"/>
              <a:gd name="connsiteX37" fmla="*/ 460286 w 1319029"/>
              <a:gd name="connsiteY37" fmla="*/ 1253600 h 1316736"/>
              <a:gd name="connsiteX38" fmla="*/ 644058 w 1319029"/>
              <a:gd name="connsiteY38" fmla="*/ 1285704 h 1316736"/>
              <a:gd name="connsiteX39" fmla="*/ 644058 w 1319029"/>
              <a:gd name="connsiteY39" fmla="*/ 500291 h 1316736"/>
              <a:gd name="connsiteX40" fmla="*/ 601120 w 1319029"/>
              <a:gd name="connsiteY40" fmla="*/ 444056 h 1316736"/>
              <a:gd name="connsiteX41" fmla="*/ 659515 w 1319029"/>
              <a:gd name="connsiteY41" fmla="*/ 385763 h 1316736"/>
              <a:gd name="connsiteX42" fmla="*/ 717910 w 1319029"/>
              <a:gd name="connsiteY42" fmla="*/ 444056 h 1316736"/>
              <a:gd name="connsiteX43" fmla="*/ 674972 w 1319029"/>
              <a:gd name="connsiteY43" fmla="*/ 500291 h 1316736"/>
              <a:gd name="connsiteX44" fmla="*/ 1104344 w 1319029"/>
              <a:gd name="connsiteY44" fmla="*/ 243116 h 1316736"/>
              <a:gd name="connsiteX45" fmla="*/ 1104344 w 1319029"/>
              <a:gd name="connsiteY45" fmla="*/ 1101309 h 1316736"/>
              <a:gd name="connsiteX46" fmla="*/ 1288115 w 1319029"/>
              <a:gd name="connsiteY46" fmla="*/ 658368 h 1316736"/>
              <a:gd name="connsiteX47" fmla="*/ 1122807 w 1319029"/>
              <a:gd name="connsiteY47" fmla="*/ 234286 h 1316736"/>
              <a:gd name="connsiteX48" fmla="*/ 1104344 w 1319029"/>
              <a:gd name="connsiteY48" fmla="*/ 243116 h 1316736"/>
              <a:gd name="connsiteX49" fmla="*/ 230143 w 1319029"/>
              <a:gd name="connsiteY49" fmla="*/ 673799 h 1316736"/>
              <a:gd name="connsiteX50" fmla="*/ 202663 w 1319029"/>
              <a:gd name="connsiteY50" fmla="*/ 701231 h 1316736"/>
              <a:gd name="connsiteX51" fmla="*/ 230143 w 1319029"/>
              <a:gd name="connsiteY51" fmla="*/ 728663 h 1316736"/>
              <a:gd name="connsiteX52" fmla="*/ 257623 w 1319029"/>
              <a:gd name="connsiteY52" fmla="*/ 701231 h 1316736"/>
              <a:gd name="connsiteX53" fmla="*/ 230143 w 1319029"/>
              <a:gd name="connsiteY53" fmla="*/ 673799 h 1316736"/>
              <a:gd name="connsiteX54" fmla="*/ 444829 w 1319029"/>
              <a:gd name="connsiteY54" fmla="*/ 545211 h 1316736"/>
              <a:gd name="connsiteX55" fmla="*/ 417349 w 1319029"/>
              <a:gd name="connsiteY55" fmla="*/ 572643 h 1316736"/>
              <a:gd name="connsiteX56" fmla="*/ 444829 w 1319029"/>
              <a:gd name="connsiteY56" fmla="*/ 600075 h 1316736"/>
              <a:gd name="connsiteX57" fmla="*/ 472309 w 1319029"/>
              <a:gd name="connsiteY57" fmla="*/ 572643 h 1316736"/>
              <a:gd name="connsiteX58" fmla="*/ 444829 w 1319029"/>
              <a:gd name="connsiteY58" fmla="*/ 545211 h 1316736"/>
              <a:gd name="connsiteX59" fmla="*/ 659515 w 1319029"/>
              <a:gd name="connsiteY59" fmla="*/ 416624 h 1316736"/>
              <a:gd name="connsiteX60" fmla="*/ 632035 w 1319029"/>
              <a:gd name="connsiteY60" fmla="*/ 444056 h 1316736"/>
              <a:gd name="connsiteX61" fmla="*/ 659515 w 1319029"/>
              <a:gd name="connsiteY61" fmla="*/ 471488 h 1316736"/>
              <a:gd name="connsiteX62" fmla="*/ 686995 w 1319029"/>
              <a:gd name="connsiteY62" fmla="*/ 444056 h 1316736"/>
              <a:gd name="connsiteX63" fmla="*/ 659515 w 1319029"/>
              <a:gd name="connsiteY63" fmla="*/ 416624 h 1316736"/>
              <a:gd name="connsiteX64" fmla="*/ 874201 w 1319029"/>
              <a:gd name="connsiteY64" fmla="*/ 288036 h 1316736"/>
              <a:gd name="connsiteX65" fmla="*/ 846721 w 1319029"/>
              <a:gd name="connsiteY65" fmla="*/ 315468 h 1316736"/>
              <a:gd name="connsiteX66" fmla="*/ 874201 w 1319029"/>
              <a:gd name="connsiteY66" fmla="*/ 342900 h 1316736"/>
              <a:gd name="connsiteX67" fmla="*/ 901681 w 1319029"/>
              <a:gd name="connsiteY67" fmla="*/ 315468 h 1316736"/>
              <a:gd name="connsiteX68" fmla="*/ 874201 w 1319029"/>
              <a:gd name="connsiteY68" fmla="*/ 288036 h 1316736"/>
              <a:gd name="connsiteX69" fmla="*/ 1088887 w 1319029"/>
              <a:gd name="connsiteY69" fmla="*/ 159449 h 1316736"/>
              <a:gd name="connsiteX70" fmla="*/ 1061407 w 1319029"/>
              <a:gd name="connsiteY70" fmla="*/ 186881 h 1316736"/>
              <a:gd name="connsiteX71" fmla="*/ 1088887 w 1319029"/>
              <a:gd name="connsiteY71" fmla="*/ 214313 h 1316736"/>
              <a:gd name="connsiteX72" fmla="*/ 1116367 w 1319029"/>
              <a:gd name="connsiteY72" fmla="*/ 186881 h 1316736"/>
              <a:gd name="connsiteX73" fmla="*/ 1088887 w 1319029"/>
              <a:gd name="connsiteY73" fmla="*/ 159449 h 131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319029" h="1316736">
                <a:moveTo>
                  <a:pt x="659515" y="1316736"/>
                </a:moveTo>
                <a:cubicBezTo>
                  <a:pt x="295837" y="1316736"/>
                  <a:pt x="0" y="1021413"/>
                  <a:pt x="0" y="658368"/>
                </a:cubicBezTo>
                <a:cubicBezTo>
                  <a:pt x="0" y="295323"/>
                  <a:pt x="295837" y="0"/>
                  <a:pt x="659515" y="0"/>
                </a:cubicBezTo>
                <a:cubicBezTo>
                  <a:pt x="806403" y="0"/>
                  <a:pt x="944875" y="46892"/>
                  <a:pt x="1060763" y="135788"/>
                </a:cubicBezTo>
                <a:cubicBezTo>
                  <a:pt x="1069093" y="131202"/>
                  <a:pt x="1078711" y="128588"/>
                  <a:pt x="1088887" y="128588"/>
                </a:cubicBezTo>
                <a:cubicBezTo>
                  <a:pt x="1121090" y="128588"/>
                  <a:pt x="1147281" y="154734"/>
                  <a:pt x="1147281" y="186881"/>
                </a:cubicBezTo>
                <a:cubicBezTo>
                  <a:pt x="1147281" y="195110"/>
                  <a:pt x="1145564" y="202954"/>
                  <a:pt x="1142472" y="210069"/>
                </a:cubicBezTo>
                <a:cubicBezTo>
                  <a:pt x="1256428" y="332270"/>
                  <a:pt x="1319030" y="490990"/>
                  <a:pt x="1319030" y="658368"/>
                </a:cubicBezTo>
                <a:cubicBezTo>
                  <a:pt x="1319030" y="1021413"/>
                  <a:pt x="1023193" y="1316736"/>
                  <a:pt x="659515" y="1316736"/>
                </a:cubicBezTo>
                <a:close/>
                <a:moveTo>
                  <a:pt x="674972" y="500291"/>
                </a:moveTo>
                <a:lnTo>
                  <a:pt x="674972" y="1285704"/>
                </a:lnTo>
                <a:cubicBezTo>
                  <a:pt x="739078" y="1284161"/>
                  <a:pt x="800735" y="1272973"/>
                  <a:pt x="858743" y="1253600"/>
                </a:cubicBezTo>
                <a:lnTo>
                  <a:pt x="858743" y="371704"/>
                </a:lnTo>
                <a:cubicBezTo>
                  <a:pt x="834055" y="364931"/>
                  <a:pt x="815806" y="342300"/>
                  <a:pt x="815806" y="315468"/>
                </a:cubicBezTo>
                <a:cubicBezTo>
                  <a:pt x="815806" y="283321"/>
                  <a:pt x="841998" y="257175"/>
                  <a:pt x="874201" y="257175"/>
                </a:cubicBezTo>
                <a:cubicBezTo>
                  <a:pt x="906404" y="257175"/>
                  <a:pt x="932595" y="283321"/>
                  <a:pt x="932595" y="315468"/>
                </a:cubicBezTo>
                <a:cubicBezTo>
                  <a:pt x="932595" y="342257"/>
                  <a:pt x="914347" y="364888"/>
                  <a:pt x="889658" y="371704"/>
                </a:cubicBezTo>
                <a:lnTo>
                  <a:pt x="889658" y="1242327"/>
                </a:lnTo>
                <a:cubicBezTo>
                  <a:pt x="957413" y="1215623"/>
                  <a:pt x="1019457" y="1177433"/>
                  <a:pt x="1073386" y="1130284"/>
                </a:cubicBezTo>
                <a:lnTo>
                  <a:pt x="1073386" y="243116"/>
                </a:lnTo>
                <a:cubicBezTo>
                  <a:pt x="1048698" y="236344"/>
                  <a:pt x="1030449" y="213712"/>
                  <a:pt x="1030449" y="186881"/>
                </a:cubicBezTo>
                <a:cubicBezTo>
                  <a:pt x="1030449" y="176208"/>
                  <a:pt x="1033326" y="166221"/>
                  <a:pt x="1038393" y="157605"/>
                </a:cubicBezTo>
                <a:cubicBezTo>
                  <a:pt x="928731" y="74624"/>
                  <a:pt x="798030" y="30861"/>
                  <a:pt x="659515" y="30861"/>
                </a:cubicBezTo>
                <a:cubicBezTo>
                  <a:pt x="312883" y="30861"/>
                  <a:pt x="30915" y="312339"/>
                  <a:pt x="30915" y="658368"/>
                </a:cubicBezTo>
                <a:cubicBezTo>
                  <a:pt x="30915" y="831104"/>
                  <a:pt x="101203" y="987766"/>
                  <a:pt x="214686" y="1101309"/>
                </a:cubicBezTo>
                <a:lnTo>
                  <a:pt x="214686" y="757466"/>
                </a:lnTo>
                <a:cubicBezTo>
                  <a:pt x="189954" y="750694"/>
                  <a:pt x="171749" y="728020"/>
                  <a:pt x="171749" y="701231"/>
                </a:cubicBezTo>
                <a:cubicBezTo>
                  <a:pt x="171749" y="669084"/>
                  <a:pt x="197940" y="642938"/>
                  <a:pt x="230143" y="642938"/>
                </a:cubicBezTo>
                <a:cubicBezTo>
                  <a:pt x="262346" y="642938"/>
                  <a:pt x="288538" y="669084"/>
                  <a:pt x="288538" y="701231"/>
                </a:cubicBezTo>
                <a:cubicBezTo>
                  <a:pt x="288538" y="728020"/>
                  <a:pt x="270332" y="750651"/>
                  <a:pt x="245601" y="757466"/>
                </a:cubicBezTo>
                <a:lnTo>
                  <a:pt x="245601" y="1130284"/>
                </a:lnTo>
                <a:cubicBezTo>
                  <a:pt x="299530" y="1177476"/>
                  <a:pt x="361617" y="1215623"/>
                  <a:pt x="429372" y="1242327"/>
                </a:cubicBezTo>
                <a:lnTo>
                  <a:pt x="429372" y="628879"/>
                </a:lnTo>
                <a:cubicBezTo>
                  <a:pt x="404640" y="622106"/>
                  <a:pt x="386435" y="599475"/>
                  <a:pt x="386435" y="572643"/>
                </a:cubicBezTo>
                <a:cubicBezTo>
                  <a:pt x="386435" y="540496"/>
                  <a:pt x="412626" y="514350"/>
                  <a:pt x="444829" y="514350"/>
                </a:cubicBezTo>
                <a:cubicBezTo>
                  <a:pt x="477032" y="514350"/>
                  <a:pt x="503224" y="540496"/>
                  <a:pt x="503224" y="572643"/>
                </a:cubicBezTo>
                <a:cubicBezTo>
                  <a:pt x="503224" y="599432"/>
                  <a:pt x="485018" y="622063"/>
                  <a:pt x="460286" y="628879"/>
                </a:cubicBezTo>
                <a:lnTo>
                  <a:pt x="460286" y="1253600"/>
                </a:lnTo>
                <a:cubicBezTo>
                  <a:pt x="518295" y="1272973"/>
                  <a:pt x="579995" y="1284161"/>
                  <a:pt x="644058" y="1285704"/>
                </a:cubicBezTo>
                <a:lnTo>
                  <a:pt x="644058" y="500291"/>
                </a:lnTo>
                <a:cubicBezTo>
                  <a:pt x="619326" y="493519"/>
                  <a:pt x="601120" y="470887"/>
                  <a:pt x="601120" y="444056"/>
                </a:cubicBezTo>
                <a:cubicBezTo>
                  <a:pt x="601120" y="411909"/>
                  <a:pt x="627312" y="385763"/>
                  <a:pt x="659515" y="385763"/>
                </a:cubicBezTo>
                <a:cubicBezTo>
                  <a:pt x="691718" y="385763"/>
                  <a:pt x="717910" y="411909"/>
                  <a:pt x="717910" y="444056"/>
                </a:cubicBezTo>
                <a:cubicBezTo>
                  <a:pt x="717910" y="470845"/>
                  <a:pt x="699704" y="493476"/>
                  <a:pt x="674972" y="500291"/>
                </a:cubicBezTo>
                <a:close/>
                <a:moveTo>
                  <a:pt x="1104344" y="243116"/>
                </a:moveTo>
                <a:lnTo>
                  <a:pt x="1104344" y="1101309"/>
                </a:lnTo>
                <a:cubicBezTo>
                  <a:pt x="1217870" y="987766"/>
                  <a:pt x="1288115" y="831104"/>
                  <a:pt x="1288115" y="658368"/>
                </a:cubicBezTo>
                <a:cubicBezTo>
                  <a:pt x="1288115" y="500291"/>
                  <a:pt x="1229549" y="350315"/>
                  <a:pt x="1122807" y="234286"/>
                </a:cubicBezTo>
                <a:cubicBezTo>
                  <a:pt x="1117311" y="238230"/>
                  <a:pt x="1111085" y="241273"/>
                  <a:pt x="1104344" y="243116"/>
                </a:cubicBezTo>
                <a:close/>
                <a:moveTo>
                  <a:pt x="230143" y="673799"/>
                </a:moveTo>
                <a:cubicBezTo>
                  <a:pt x="214986" y="673799"/>
                  <a:pt x="202663" y="686100"/>
                  <a:pt x="202663" y="701231"/>
                </a:cubicBezTo>
                <a:cubicBezTo>
                  <a:pt x="202663" y="716361"/>
                  <a:pt x="214986" y="728663"/>
                  <a:pt x="230143" y="728663"/>
                </a:cubicBezTo>
                <a:cubicBezTo>
                  <a:pt x="245300" y="728663"/>
                  <a:pt x="257623" y="716361"/>
                  <a:pt x="257623" y="701231"/>
                </a:cubicBezTo>
                <a:cubicBezTo>
                  <a:pt x="257623" y="686100"/>
                  <a:pt x="245300" y="673799"/>
                  <a:pt x="230143" y="673799"/>
                </a:cubicBezTo>
                <a:close/>
                <a:moveTo>
                  <a:pt x="444829" y="545211"/>
                </a:moveTo>
                <a:cubicBezTo>
                  <a:pt x="429672" y="545211"/>
                  <a:pt x="417349" y="557513"/>
                  <a:pt x="417349" y="572643"/>
                </a:cubicBezTo>
                <a:cubicBezTo>
                  <a:pt x="417349" y="587773"/>
                  <a:pt x="429672" y="600075"/>
                  <a:pt x="444829" y="600075"/>
                </a:cubicBezTo>
                <a:cubicBezTo>
                  <a:pt x="459986" y="600075"/>
                  <a:pt x="472309" y="587773"/>
                  <a:pt x="472309" y="572643"/>
                </a:cubicBezTo>
                <a:cubicBezTo>
                  <a:pt x="472309" y="557513"/>
                  <a:pt x="459986" y="545211"/>
                  <a:pt x="444829" y="545211"/>
                </a:cubicBezTo>
                <a:close/>
                <a:moveTo>
                  <a:pt x="659515" y="416624"/>
                </a:moveTo>
                <a:cubicBezTo>
                  <a:pt x="644358" y="416624"/>
                  <a:pt x="632035" y="428925"/>
                  <a:pt x="632035" y="444056"/>
                </a:cubicBezTo>
                <a:cubicBezTo>
                  <a:pt x="632035" y="459186"/>
                  <a:pt x="644358" y="471488"/>
                  <a:pt x="659515" y="471488"/>
                </a:cubicBezTo>
                <a:cubicBezTo>
                  <a:pt x="674672" y="471488"/>
                  <a:pt x="686995" y="459186"/>
                  <a:pt x="686995" y="444056"/>
                </a:cubicBezTo>
                <a:cubicBezTo>
                  <a:pt x="686995" y="428925"/>
                  <a:pt x="674672" y="416624"/>
                  <a:pt x="659515" y="416624"/>
                </a:cubicBezTo>
                <a:close/>
                <a:moveTo>
                  <a:pt x="874201" y="288036"/>
                </a:moveTo>
                <a:cubicBezTo>
                  <a:pt x="859044" y="288036"/>
                  <a:pt x="846721" y="300338"/>
                  <a:pt x="846721" y="315468"/>
                </a:cubicBezTo>
                <a:cubicBezTo>
                  <a:pt x="846721" y="330598"/>
                  <a:pt x="859044" y="342900"/>
                  <a:pt x="874201" y="342900"/>
                </a:cubicBezTo>
                <a:cubicBezTo>
                  <a:pt x="889358" y="342900"/>
                  <a:pt x="901681" y="330598"/>
                  <a:pt x="901681" y="315468"/>
                </a:cubicBezTo>
                <a:cubicBezTo>
                  <a:pt x="901681" y="300338"/>
                  <a:pt x="889358" y="288036"/>
                  <a:pt x="874201" y="288036"/>
                </a:cubicBezTo>
                <a:close/>
                <a:moveTo>
                  <a:pt x="1088887" y="159449"/>
                </a:moveTo>
                <a:cubicBezTo>
                  <a:pt x="1073730" y="159449"/>
                  <a:pt x="1061407" y="171750"/>
                  <a:pt x="1061407" y="186881"/>
                </a:cubicBezTo>
                <a:cubicBezTo>
                  <a:pt x="1061407" y="202011"/>
                  <a:pt x="1073730" y="214313"/>
                  <a:pt x="1088887" y="214313"/>
                </a:cubicBezTo>
                <a:cubicBezTo>
                  <a:pt x="1104044" y="214313"/>
                  <a:pt x="1116367" y="202011"/>
                  <a:pt x="1116367" y="186881"/>
                </a:cubicBezTo>
                <a:cubicBezTo>
                  <a:pt x="1116367" y="171750"/>
                  <a:pt x="1104044" y="159449"/>
                  <a:pt x="1088887" y="159449"/>
                </a:cubicBezTo>
                <a:close/>
              </a:path>
            </a:pathLst>
          </a:custGeom>
          <a:solidFill>
            <a:schemeClr val="tx1"/>
          </a:solidFill>
          <a:ln w="42565" cap="flat">
            <a:noFill/>
            <a:prstDash val="solid"/>
            <a:miter/>
          </a:ln>
        </p:spPr>
        <p:txBody>
          <a:bodyPr rtlCol="0" anchor="ctr"/>
          <a:lstStyle/>
          <a:p>
            <a:endParaRPr lang="en-US">
              <a:latin typeface="IBM Plex Sans Light"/>
            </a:endParaRPr>
          </a:p>
        </p:txBody>
      </p:sp>
      <p:sp>
        <p:nvSpPr>
          <p:cNvPr id="407" name="TextBox 406">
            <a:extLst>
              <a:ext uri="{FF2B5EF4-FFF2-40B4-BE49-F238E27FC236}">
                <a16:creationId xmlns:a16="http://schemas.microsoft.com/office/drawing/2014/main" id="{D1756031-3645-51F2-1AD8-8A02BD627C8F}"/>
              </a:ext>
            </a:extLst>
          </p:cNvPr>
          <p:cNvSpPr txBox="1"/>
          <p:nvPr/>
        </p:nvSpPr>
        <p:spPr>
          <a:xfrm>
            <a:off x="6710335" y="5725242"/>
            <a:ext cx="874800"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Productivity</a:t>
            </a:r>
            <a:endParaRPr lang="en-US" sz="900" dirty="0">
              <a:latin typeface="IBM Plex Sans Light"/>
              <a:cs typeface="IBM Plex Sans Light" panose="020B0604020202020204" pitchFamily="34" charset="0"/>
            </a:endParaRPr>
          </a:p>
        </p:txBody>
      </p:sp>
      <p:sp>
        <p:nvSpPr>
          <p:cNvPr id="409" name="TextBox 408">
            <a:extLst>
              <a:ext uri="{FF2B5EF4-FFF2-40B4-BE49-F238E27FC236}">
                <a16:creationId xmlns:a16="http://schemas.microsoft.com/office/drawing/2014/main" id="{6CEEC173-7DCA-1D83-7C1E-3F0538331000}"/>
              </a:ext>
            </a:extLst>
          </p:cNvPr>
          <p:cNvSpPr txBox="1"/>
          <p:nvPr/>
        </p:nvSpPr>
        <p:spPr>
          <a:xfrm>
            <a:off x="3910858" y="1345172"/>
            <a:ext cx="884832" cy="3256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IBM® </a:t>
            </a:r>
            <a:r>
              <a:rPr lang="en-CA" sz="900" dirty="0" err="1">
                <a:latin typeface="IBM Plex Sans Light"/>
                <a:cs typeface="IBM Plex Sans Light" panose="020B0604020202020204" pitchFamily="34" charset="0"/>
              </a:rPr>
              <a:t>watsonx</a:t>
            </a:r>
            <a:r>
              <a:rPr lang="en-CA" sz="900" dirty="0">
                <a:latin typeface="IBM Plex Sans Light"/>
                <a:cs typeface="IBM Plex Sans Light" panose="020B0604020202020204" pitchFamily="34" charset="0"/>
              </a:rPr>
              <a:t>™</a:t>
            </a:r>
            <a:endParaRPr lang="en-US" sz="900" dirty="0">
              <a:latin typeface="IBM Plex Sans Light"/>
              <a:cs typeface="IBM Plex Sans Light" panose="020B0604020202020204" pitchFamily="34" charset="0"/>
            </a:endParaRPr>
          </a:p>
        </p:txBody>
      </p:sp>
      <p:sp>
        <p:nvSpPr>
          <p:cNvPr id="413" name="TextBox 412">
            <a:extLst>
              <a:ext uri="{FF2B5EF4-FFF2-40B4-BE49-F238E27FC236}">
                <a16:creationId xmlns:a16="http://schemas.microsoft.com/office/drawing/2014/main" id="{30C164DF-07E7-C5F4-5F6F-EE78D7BB3D2E}"/>
              </a:ext>
            </a:extLst>
          </p:cNvPr>
          <p:cNvSpPr txBox="1"/>
          <p:nvPr/>
        </p:nvSpPr>
        <p:spPr>
          <a:xfrm>
            <a:off x="3956174" y="5725242"/>
            <a:ext cx="794201" cy="326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Natural language classifier</a:t>
            </a:r>
            <a:endParaRPr lang="en-US" sz="900" dirty="0">
              <a:latin typeface="IBM Plex Sans Light"/>
              <a:cs typeface="IBM Plex Sans Light" panose="020B0604020202020204" pitchFamily="34" charset="0"/>
            </a:endParaRPr>
          </a:p>
        </p:txBody>
      </p:sp>
      <p:sp>
        <p:nvSpPr>
          <p:cNvPr id="415" name="TextBox 414">
            <a:extLst>
              <a:ext uri="{FF2B5EF4-FFF2-40B4-BE49-F238E27FC236}">
                <a16:creationId xmlns:a16="http://schemas.microsoft.com/office/drawing/2014/main" id="{BA6E4936-61EE-30C7-3282-607A48B2AF2C}"/>
              </a:ext>
            </a:extLst>
          </p:cNvPr>
          <p:cNvSpPr txBox="1"/>
          <p:nvPr/>
        </p:nvSpPr>
        <p:spPr>
          <a:xfrm>
            <a:off x="4765583" y="8044850"/>
            <a:ext cx="995521" cy="3655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Natural language understanding</a:t>
            </a:r>
            <a:endParaRPr lang="en-US" sz="900" dirty="0">
              <a:latin typeface="IBM Plex Sans Light"/>
              <a:cs typeface="IBM Plex Sans Light" panose="020B0604020202020204" pitchFamily="34" charset="0"/>
            </a:endParaRPr>
          </a:p>
        </p:txBody>
      </p:sp>
      <p:pic>
        <p:nvPicPr>
          <p:cNvPr id="419" name="Picture 418">
            <a:extLst>
              <a:ext uri="{FF2B5EF4-FFF2-40B4-BE49-F238E27FC236}">
                <a16:creationId xmlns:a16="http://schemas.microsoft.com/office/drawing/2014/main" id="{A0B51F50-3759-F541-EBB6-2C4C16477857}"/>
              </a:ext>
            </a:extLst>
          </p:cNvPr>
          <p:cNvPicPr>
            <a:picLocks noChangeAspect="1"/>
          </p:cNvPicPr>
          <p:nvPr/>
        </p:nvPicPr>
        <p:blipFill rotWithShape="1">
          <a:blip r:embed="rId48"/>
          <a:srcRect t="10093" b="9698"/>
          <a:stretch/>
        </p:blipFill>
        <p:spPr>
          <a:xfrm>
            <a:off x="4138390" y="757408"/>
            <a:ext cx="429768" cy="446101"/>
          </a:xfrm>
          <a:prstGeom prst="rect">
            <a:avLst/>
          </a:prstGeom>
        </p:spPr>
      </p:pic>
      <p:pic>
        <p:nvPicPr>
          <p:cNvPr id="421" name="Picture 420">
            <a:extLst>
              <a:ext uri="{FF2B5EF4-FFF2-40B4-BE49-F238E27FC236}">
                <a16:creationId xmlns:a16="http://schemas.microsoft.com/office/drawing/2014/main" id="{7261AF80-0352-B3B2-D031-9837C1BF5B17}"/>
              </a:ext>
            </a:extLst>
          </p:cNvPr>
          <p:cNvPicPr>
            <a:picLocks noChangeAspect="1"/>
          </p:cNvPicPr>
          <p:nvPr/>
        </p:nvPicPr>
        <p:blipFill rotWithShape="1">
          <a:blip r:embed="rId49"/>
          <a:srcRect t="14028" b="9604"/>
          <a:stretch/>
        </p:blipFill>
        <p:spPr>
          <a:xfrm>
            <a:off x="5028581" y="752834"/>
            <a:ext cx="429768" cy="424735"/>
          </a:xfrm>
          <a:prstGeom prst="rect">
            <a:avLst/>
          </a:prstGeom>
        </p:spPr>
      </p:pic>
      <p:pic>
        <p:nvPicPr>
          <p:cNvPr id="425" name="Picture 424">
            <a:extLst>
              <a:ext uri="{FF2B5EF4-FFF2-40B4-BE49-F238E27FC236}">
                <a16:creationId xmlns:a16="http://schemas.microsoft.com/office/drawing/2014/main" id="{9B1D0FFF-39EB-A5F4-61B1-0DB681091207}"/>
              </a:ext>
            </a:extLst>
          </p:cNvPr>
          <p:cNvPicPr>
            <a:picLocks noChangeAspect="1"/>
          </p:cNvPicPr>
          <p:nvPr/>
        </p:nvPicPr>
        <p:blipFill rotWithShape="1">
          <a:blip r:embed="rId50"/>
          <a:srcRect t="10481" b="9310"/>
          <a:stretch/>
        </p:blipFill>
        <p:spPr>
          <a:xfrm>
            <a:off x="4138390" y="5111174"/>
            <a:ext cx="429768" cy="446101"/>
          </a:xfrm>
          <a:prstGeom prst="rect">
            <a:avLst/>
          </a:prstGeom>
        </p:spPr>
      </p:pic>
      <p:pic>
        <p:nvPicPr>
          <p:cNvPr id="427" name="Picture 426">
            <a:extLst>
              <a:ext uri="{FF2B5EF4-FFF2-40B4-BE49-F238E27FC236}">
                <a16:creationId xmlns:a16="http://schemas.microsoft.com/office/drawing/2014/main" id="{49308797-AF96-F6CA-0F0D-D040C8AA5251}"/>
              </a:ext>
            </a:extLst>
          </p:cNvPr>
          <p:cNvPicPr>
            <a:picLocks noChangeAspect="1"/>
          </p:cNvPicPr>
          <p:nvPr/>
        </p:nvPicPr>
        <p:blipFill rotWithShape="1">
          <a:blip r:embed="rId51"/>
          <a:srcRect t="13435" b="14835"/>
          <a:stretch/>
        </p:blipFill>
        <p:spPr>
          <a:xfrm>
            <a:off x="5048459" y="7542642"/>
            <a:ext cx="429768" cy="398939"/>
          </a:xfrm>
          <a:prstGeom prst="rect">
            <a:avLst/>
          </a:prstGeom>
        </p:spPr>
      </p:pic>
      <p:pic>
        <p:nvPicPr>
          <p:cNvPr id="429" name="Picture 428">
            <a:extLst>
              <a:ext uri="{FF2B5EF4-FFF2-40B4-BE49-F238E27FC236}">
                <a16:creationId xmlns:a16="http://schemas.microsoft.com/office/drawing/2014/main" id="{8D66C997-C9B8-69A7-BC50-7C7B6DEA826F}"/>
              </a:ext>
            </a:extLst>
          </p:cNvPr>
          <p:cNvPicPr>
            <a:picLocks noChangeAspect="1"/>
          </p:cNvPicPr>
          <p:nvPr/>
        </p:nvPicPr>
        <p:blipFill rotWithShape="1">
          <a:blip r:embed="rId52"/>
          <a:srcRect t="13435" b="13540"/>
          <a:stretch/>
        </p:blipFill>
        <p:spPr>
          <a:xfrm>
            <a:off x="1277950" y="8753249"/>
            <a:ext cx="429768" cy="406145"/>
          </a:xfrm>
          <a:prstGeom prst="rect">
            <a:avLst/>
          </a:prstGeom>
        </p:spPr>
      </p:pic>
      <p:sp>
        <p:nvSpPr>
          <p:cNvPr id="431" name="TextBox 430">
            <a:extLst>
              <a:ext uri="{FF2B5EF4-FFF2-40B4-BE49-F238E27FC236}">
                <a16:creationId xmlns:a16="http://schemas.microsoft.com/office/drawing/2014/main" id="{F3FE9DF0-1BBD-644A-AD99-136D2FD1D822}"/>
              </a:ext>
            </a:extLst>
          </p:cNvPr>
          <p:cNvSpPr txBox="1"/>
          <p:nvPr/>
        </p:nvSpPr>
        <p:spPr>
          <a:xfrm>
            <a:off x="975660" y="9238412"/>
            <a:ext cx="1034349" cy="3371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buSzPct val="100000"/>
            </a:pPr>
            <a:r>
              <a:rPr lang="en-CA" sz="900" dirty="0">
                <a:latin typeface="IBM Plex Sans Light"/>
                <a:cs typeface="IBM Plex Sans Light" panose="020B0604020202020204" pitchFamily="34" charset="0"/>
              </a:rPr>
              <a:t>Visual </a:t>
            </a:r>
            <a:br>
              <a:rPr lang="en-CA" sz="900" dirty="0">
                <a:latin typeface="IBM Plex Sans Light"/>
                <a:cs typeface="IBM Plex Sans Light" panose="020B0604020202020204" pitchFamily="34" charset="0"/>
              </a:rPr>
            </a:br>
            <a:r>
              <a:rPr lang="en-CA" sz="900" dirty="0">
                <a:latin typeface="IBM Plex Sans Light"/>
                <a:cs typeface="IBM Plex Sans Light" panose="020B0604020202020204" pitchFamily="34" charset="0"/>
              </a:rPr>
              <a:t>insights</a:t>
            </a:r>
            <a:endParaRPr lang="en-US" sz="900" dirty="0">
              <a:latin typeface="IBM Plex Sans Light"/>
              <a:cs typeface="IBM Plex Sans Light" panose="020B0604020202020204" pitchFamily="34" charset="0"/>
            </a:endParaRPr>
          </a:p>
        </p:txBody>
      </p:sp>
      <p:pic>
        <p:nvPicPr>
          <p:cNvPr id="435" name="Picture 434">
            <a:extLst>
              <a:ext uri="{FF2B5EF4-FFF2-40B4-BE49-F238E27FC236}">
                <a16:creationId xmlns:a16="http://schemas.microsoft.com/office/drawing/2014/main" id="{C2BE3FB5-4209-40B2-F5C8-8236FFDE8746}"/>
              </a:ext>
            </a:extLst>
          </p:cNvPr>
          <p:cNvPicPr>
            <a:picLocks noChangeAspect="1"/>
          </p:cNvPicPr>
          <p:nvPr/>
        </p:nvPicPr>
        <p:blipFill rotWithShape="1">
          <a:blip r:embed="rId53"/>
          <a:srcRect t="6107" b="9600"/>
          <a:stretch/>
        </p:blipFill>
        <p:spPr>
          <a:xfrm>
            <a:off x="5011559" y="6334647"/>
            <a:ext cx="429768" cy="468818"/>
          </a:xfrm>
          <a:prstGeom prst="rect">
            <a:avLst/>
          </a:prstGeom>
        </p:spPr>
      </p:pic>
      <p:sp>
        <p:nvSpPr>
          <p:cNvPr id="4" name="TextBox 3">
            <a:extLst>
              <a:ext uri="{FF2B5EF4-FFF2-40B4-BE49-F238E27FC236}">
                <a16:creationId xmlns:a16="http://schemas.microsoft.com/office/drawing/2014/main" id="{B1A16DE7-1951-B596-2C7E-E64647D2710C}"/>
              </a:ext>
            </a:extLst>
          </p:cNvPr>
          <p:cNvSpPr txBox="1"/>
          <p:nvPr/>
        </p:nvSpPr>
        <p:spPr>
          <a:xfrm>
            <a:off x="136493" y="249060"/>
            <a:ext cx="4976812" cy="369332"/>
          </a:xfrm>
          <a:prstGeom prst="rect">
            <a:avLst/>
          </a:prstGeom>
          <a:noFill/>
        </p:spPr>
        <p:txBody>
          <a:bodyPr wrap="none" rtlCol="0">
            <a:spAutoFit/>
          </a:bodyPr>
          <a:lstStyle/>
          <a:p>
            <a:r>
              <a:rPr lang="en-US" dirty="0"/>
              <a:t>Pictograms (set 2 of 2)</a:t>
            </a:r>
            <a:r>
              <a:rPr lang="en-US" dirty="0">
                <a:solidFill>
                  <a:srgbClr val="C00000"/>
                </a:solidFill>
              </a:rPr>
              <a:t> – delete before publishing</a:t>
            </a:r>
          </a:p>
        </p:txBody>
      </p:sp>
    </p:spTree>
    <p:extLst>
      <p:ext uri="{BB962C8B-B14F-4D97-AF65-F5344CB8AC3E}">
        <p14:creationId xmlns:p14="http://schemas.microsoft.com/office/powerpoint/2010/main" val="527061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81D3E-AD23-29F5-9D83-6E3B348A191C}"/>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DC451-C71B-C6D5-DF7C-528E4AD6C8D1}"/>
              </a:ext>
            </a:extLst>
          </p:cNvPr>
          <p:cNvGraphicFramePr>
            <a:graphicFrameLocks noGrp="1"/>
          </p:cNvGraphicFramePr>
          <p:nvPr>
            <p:extLst>
              <p:ext uri="{D42A27DB-BD31-4B8C-83A1-F6EECF244321}">
                <p14:modId xmlns:p14="http://schemas.microsoft.com/office/powerpoint/2010/main" val="1511838419"/>
              </p:ext>
            </p:extLst>
          </p:nvPr>
        </p:nvGraphicFramePr>
        <p:xfrm>
          <a:off x="233910" y="436235"/>
          <a:ext cx="7256312" cy="16026834"/>
        </p:xfrm>
        <a:graphic>
          <a:graphicData uri="http://schemas.openxmlformats.org/drawingml/2006/table">
            <a:tbl>
              <a:tblPr>
                <a:tableStyleId>{5940675A-B579-460E-94D1-54222C63F5DA}</a:tableStyleId>
              </a:tblPr>
              <a:tblGrid>
                <a:gridCol w="433584">
                  <a:extLst>
                    <a:ext uri="{9D8B030D-6E8A-4147-A177-3AD203B41FA5}">
                      <a16:colId xmlns:a16="http://schemas.microsoft.com/office/drawing/2014/main" val="3096536092"/>
                    </a:ext>
                  </a:extLst>
                </a:gridCol>
                <a:gridCol w="498267">
                  <a:extLst>
                    <a:ext uri="{9D8B030D-6E8A-4147-A177-3AD203B41FA5}">
                      <a16:colId xmlns:a16="http://schemas.microsoft.com/office/drawing/2014/main" val="927915399"/>
                    </a:ext>
                  </a:extLst>
                </a:gridCol>
                <a:gridCol w="1282207">
                  <a:extLst>
                    <a:ext uri="{9D8B030D-6E8A-4147-A177-3AD203B41FA5}">
                      <a16:colId xmlns:a16="http://schemas.microsoft.com/office/drawing/2014/main" val="1118884552"/>
                    </a:ext>
                  </a:extLst>
                </a:gridCol>
                <a:gridCol w="3042532">
                  <a:extLst>
                    <a:ext uri="{9D8B030D-6E8A-4147-A177-3AD203B41FA5}">
                      <a16:colId xmlns:a16="http://schemas.microsoft.com/office/drawing/2014/main" val="1772440865"/>
                    </a:ext>
                  </a:extLst>
                </a:gridCol>
                <a:gridCol w="1999722">
                  <a:extLst>
                    <a:ext uri="{9D8B030D-6E8A-4147-A177-3AD203B41FA5}">
                      <a16:colId xmlns:a16="http://schemas.microsoft.com/office/drawing/2014/main" val="3477108059"/>
                    </a:ext>
                  </a:extLst>
                </a:gridCol>
              </a:tblGrid>
              <a:tr h="195094">
                <a:tc>
                  <a:txBody>
                    <a:bodyPr/>
                    <a:lstStyle/>
                    <a:p>
                      <a:pPr marL="0" marR="0" algn="l" fontAlgn="t">
                        <a:lnSpc>
                          <a:spcPct val="100000"/>
                        </a:lnSpc>
                        <a:spcBef>
                          <a:spcPts val="0"/>
                        </a:spcBef>
                        <a:spcAft>
                          <a:spcPts val="1200"/>
                        </a:spcAft>
                        <a:buNone/>
                      </a:pPr>
                      <a:r>
                        <a:rPr lang="en-US" sz="900" b="1" i="0" dirty="0">
                          <a:solidFill>
                            <a:srgbClr val="242424"/>
                          </a:solidFill>
                          <a:effectLst/>
                          <a:latin typeface="IBM Plex Sans Light" panose="020B0403050203000203" pitchFamily="34" charset="0"/>
                          <a:ea typeface="IBM Plex Sans SC Light" panose="020B0403050203000203" pitchFamily="34" charset="-120"/>
                        </a:rPr>
                        <a:t>Icon id</a:t>
                      </a:r>
                    </a:p>
                  </a:txBody>
                  <a:tcPr marL="0" marR="0" marT="0" marB="0"/>
                </a:tc>
                <a:tc>
                  <a:txBody>
                    <a:bodyPr/>
                    <a:lstStyle/>
                    <a:p>
                      <a:pPr marL="0" marR="0" algn="l" fontAlgn="t">
                        <a:lnSpc>
                          <a:spcPct val="100000"/>
                        </a:lnSpc>
                        <a:spcBef>
                          <a:spcPts val="0"/>
                        </a:spcBef>
                        <a:spcAft>
                          <a:spcPts val="1200"/>
                        </a:spcAft>
                        <a:buNone/>
                      </a:pPr>
                      <a:r>
                        <a:rPr lang="en-US" sz="900" b="1" i="0" dirty="0">
                          <a:solidFill>
                            <a:srgbClr val="242424"/>
                          </a:solidFill>
                          <a:effectLst/>
                          <a:latin typeface="IBM Plex Sans Light" panose="020B0403050203000203" pitchFamily="34" charset="0"/>
                          <a:ea typeface="IBM Plex Sans SC Light" panose="020B0403050203000203" pitchFamily="34" charset="-120"/>
                        </a:rPr>
                        <a:t>Text id</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Caption text</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Associated concepts</a:t>
                      </a:r>
                    </a:p>
                  </a:txBody>
                  <a:tcPr marL="0" marR="0" marT="0" marB="0"/>
                </a:tc>
                <a:tc>
                  <a:txBody>
                    <a:bodyPr/>
                    <a:lstStyle/>
                    <a:p>
                      <a:pPr>
                        <a:lnSpc>
                          <a:spcPct val="100000"/>
                        </a:lnSpc>
                        <a:spcBef>
                          <a:spcPts val="0"/>
                        </a:spcBef>
                      </a:pPr>
                      <a:r>
                        <a:rPr lang="en-US" sz="900" b="1" dirty="0">
                          <a:latin typeface="IBM Plex Sans Light" panose="020B0403050203000203" pitchFamily="34" charset="0"/>
                          <a:ea typeface="IBM Plex Sans SC Light" panose="020B0403050203000203" pitchFamily="34" charset="-120"/>
                        </a:rPr>
                        <a:t>Visual description</a:t>
                      </a:r>
                    </a:p>
                  </a:txBody>
                  <a:tcPr marL="0" marR="0" marT="0" marB="0"/>
                </a:tc>
                <a:extLst>
                  <a:ext uri="{0D108BD9-81ED-4DB2-BD59-A6C34878D82A}">
                    <a16:rowId xmlns:a16="http://schemas.microsoft.com/office/drawing/2014/main" val="1319419902"/>
                  </a:ext>
                </a:extLst>
              </a:tr>
              <a:tr h="195094">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rPr>
                        <a:t>221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315</a:t>
                      </a:r>
                    </a:p>
                  </a:txBody>
                  <a:tcPr marL="45720" marR="30480" marT="30480" marB="26670"/>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rPr>
                        <a:t>Govern users and identities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identity verification, access authentication, authorization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Fingerprint with a check</a:t>
                      </a:r>
                    </a:p>
                  </a:txBody>
                  <a:tcPr marL="0" marR="0" marT="0" marB="0"/>
                </a:tc>
                <a:extLst>
                  <a:ext uri="{0D108BD9-81ED-4DB2-BD59-A6C34878D82A}">
                    <a16:rowId xmlns:a16="http://schemas.microsoft.com/office/drawing/2014/main" val="92200447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227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317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Deliver digital identity trust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trusted access, user interface, drag and drop, point and click</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Pointer finger touching a circle with an arrow going right</a:t>
                      </a:r>
                    </a:p>
                  </a:txBody>
                  <a:tcPr marL="0" marR="0" marT="0" marB="0"/>
                </a:tc>
                <a:extLst>
                  <a:ext uri="{0D108BD9-81ED-4DB2-BD59-A6C34878D82A}">
                    <a16:rowId xmlns:a16="http://schemas.microsoft.com/office/drawing/2014/main" val="370685089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373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375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Rich text format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formatted content, document creation, multimedia, formatting, publishing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Document with an image on it</a:t>
                      </a:r>
                    </a:p>
                  </a:txBody>
                  <a:tcPr marL="0" marR="0" marT="0" marB="0"/>
                </a:tc>
                <a:extLst>
                  <a:ext uri="{0D108BD9-81ED-4DB2-BD59-A6C34878D82A}">
                    <a16:rowId xmlns:a16="http://schemas.microsoft.com/office/drawing/2014/main" val="2105808085"/>
                  </a:ext>
                </a:extLst>
              </a:tr>
              <a:tr h="394858">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393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395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Strategy play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playbook, planning, tactics, execution, decision-making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Playbook with x’s and o’s</a:t>
                      </a:r>
                    </a:p>
                  </a:txBody>
                  <a:tcPr marL="0" marR="0" marT="0" marB="0"/>
                </a:tc>
                <a:extLst>
                  <a:ext uri="{0D108BD9-81ED-4DB2-BD59-A6C34878D82A}">
                    <a16:rowId xmlns:a16="http://schemas.microsoft.com/office/drawing/2014/main" val="3130478701"/>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419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409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IBM® watsonx™</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 </a:t>
                      </a:r>
                      <a:r>
                        <a:rPr lang="en-US" sz="900" b="0" i="0" u="none" strike="noStrike" dirty="0" err="1">
                          <a:solidFill>
                            <a:srgbClr val="000000"/>
                          </a:solidFill>
                          <a:effectLst/>
                          <a:latin typeface="IBM Plex Sans Light" panose="020B0403050203000203" pitchFamily="34" charset="0"/>
                        </a:rPr>
                        <a:t>watsonx</a:t>
                      </a:r>
                      <a:endParaRPr lang="en-US" sz="900" b="0" i="0" u="none" strike="noStrike" dirty="0">
                        <a:solidFill>
                          <a:srgbClr val="000000"/>
                        </a:solidFill>
                        <a:effectLst/>
                        <a:latin typeface="IBM Plex Sans Light" panose="020B0403050203000203" pitchFamily="34" charset="0"/>
                      </a:endParaRP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Watson logo</a:t>
                      </a:r>
                    </a:p>
                  </a:txBody>
                  <a:tcPr marL="0" marR="0" marT="0" marB="0"/>
                </a:tc>
                <a:extLst>
                  <a:ext uri="{0D108BD9-81ED-4DB2-BD59-A6C34878D82A}">
                    <a16:rowId xmlns:a16="http://schemas.microsoft.com/office/drawing/2014/main" val="48187072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421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Analyze data</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analytics, connected data, pattern recognition, data relationships, analytics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Shapes in a square with lines connecting some of them</a:t>
                      </a:r>
                    </a:p>
                  </a:txBody>
                  <a:tcPr marL="0" marR="0" marT="0" marB="0"/>
                </a:tc>
                <a:extLst>
                  <a:ext uri="{0D108BD9-81ED-4DB2-BD59-A6C34878D82A}">
                    <a16:rowId xmlns:a16="http://schemas.microsoft.com/office/drawing/2014/main" val="2442036687"/>
                  </a:ext>
                </a:extLst>
              </a:tr>
              <a:tr h="232053">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Financial gain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revenue growth, profitability, return on investment, business value, growth</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Bar graph trending up with a dollar sign</a:t>
                      </a:r>
                    </a:p>
                  </a:txBody>
                  <a:tcPr marL="0" marR="0" marT="0" marB="0"/>
                </a:tc>
                <a:extLst>
                  <a:ext uri="{0D108BD9-81ED-4DB2-BD59-A6C34878D82A}">
                    <a16:rowId xmlns:a16="http://schemas.microsoft.com/office/drawing/2014/main" val="172923118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75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77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Monitor</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monitoring, visibility, observability, oversight, tracking, surveillance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Human eye with three lines/nodes coming out of it</a:t>
                      </a:r>
                    </a:p>
                  </a:txBody>
                  <a:tcPr marL="0" marR="0" marT="0" marB="0"/>
                </a:tc>
                <a:extLst>
                  <a:ext uri="{0D108BD9-81ED-4DB2-BD59-A6C34878D82A}">
                    <a16:rowId xmlns:a16="http://schemas.microsoft.com/office/drawing/2014/main" val="171108162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135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137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Desktop</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workstation, user interface, computer, application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Computer monitor</a:t>
                      </a:r>
                    </a:p>
                  </a:txBody>
                  <a:tcPr marL="0" marR="0" marT="0" marB="0"/>
                </a:tc>
                <a:extLst>
                  <a:ext uri="{0D108BD9-81ED-4DB2-BD59-A6C34878D82A}">
                    <a16:rowId xmlns:a16="http://schemas.microsoft.com/office/drawing/2014/main" val="345109287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195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197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Q-Q plot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statistical analysis, modeling , data science, analytics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Combo line and scatter graph</a:t>
                      </a:r>
                    </a:p>
                  </a:txBody>
                  <a:tcPr marL="0" marR="0" marT="0" marB="0"/>
                </a:tc>
                <a:extLst>
                  <a:ext uri="{0D108BD9-81ED-4DB2-BD59-A6C34878D82A}">
                    <a16:rowId xmlns:a16="http://schemas.microsoft.com/office/drawing/2014/main" val="112944569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251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319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Secure hybrid cloud</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secure cloud, cloud governance, resilience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Cloud with a shield over it</a:t>
                      </a:r>
                    </a:p>
                  </a:txBody>
                  <a:tcPr marL="0" marR="0" marT="0" marB="0"/>
                </a:tc>
                <a:extLst>
                  <a:ext uri="{0D108BD9-81ED-4DB2-BD59-A6C34878D82A}">
                    <a16:rowId xmlns:a16="http://schemas.microsoft.com/office/drawing/2014/main" val="2414438160"/>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257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321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Unify endpoint management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unified management, multi modal,  mobile and desktop, devices, multichannel</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Mobile device connected to a desktop computer</a:t>
                      </a:r>
                    </a:p>
                  </a:txBody>
                  <a:tcPr marL="0" marR="0" marT="0" marB="0"/>
                </a:tc>
                <a:extLst>
                  <a:ext uri="{0D108BD9-81ED-4DB2-BD59-A6C34878D82A}">
                    <a16:rowId xmlns:a16="http://schemas.microsoft.com/office/drawing/2014/main" val="3672177851"/>
                  </a:ext>
                </a:extLst>
              </a:tr>
              <a:tr h="272038">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253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323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Advanced threats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emerging threats, cyberattack, threat detection, security risk, complex attacks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Small box with an X in it and large box with an X in it</a:t>
                      </a:r>
                    </a:p>
                  </a:txBody>
                  <a:tcPr marL="0" marR="0" marT="0" marB="0"/>
                </a:tc>
                <a:extLst>
                  <a:ext uri="{0D108BD9-81ED-4DB2-BD59-A6C34878D82A}">
                    <a16:rowId xmlns:a16="http://schemas.microsoft.com/office/drawing/2014/main" val="388406945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255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325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Skills shortage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talent gap, hiring, talent search, recruiting, resource constraints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Magnifying glass over several people</a:t>
                      </a:r>
                    </a:p>
                  </a:txBody>
                  <a:tcPr marL="0" marR="0" marT="0" marB="0"/>
                </a:tc>
                <a:extLst>
                  <a:ext uri="{0D108BD9-81ED-4DB2-BD59-A6C34878D82A}">
                    <a16:rowId xmlns:a16="http://schemas.microsoft.com/office/drawing/2014/main" val="2244436567"/>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259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327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Tool overload</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application sprawl, fragmented tools, applications, user interface, prototype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3 UI pop-ups overlaying each other</a:t>
                      </a:r>
                    </a:p>
                  </a:txBody>
                  <a:tcPr marL="0" marR="0" marT="0" marB="0"/>
                </a:tc>
                <a:extLst>
                  <a:ext uri="{0D108BD9-81ED-4DB2-BD59-A6C34878D82A}">
                    <a16:rowId xmlns:a16="http://schemas.microsoft.com/office/drawing/2014/main" val="260696721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261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329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Underutilized security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unused capacity, stall, hinderance, slow</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Tachometer at zero</a:t>
                      </a:r>
                    </a:p>
                  </a:txBody>
                  <a:tcPr marL="0" marR="0" marT="0" marB="0"/>
                </a:tc>
                <a:extLst>
                  <a:ext uri="{0D108BD9-81ED-4DB2-BD59-A6C34878D82A}">
                    <a16:rowId xmlns:a16="http://schemas.microsoft.com/office/drawing/2014/main" val="2162753868"/>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269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331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Security-as-a-service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managed security, security, security support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An open handing holding a shield</a:t>
                      </a:r>
                    </a:p>
                  </a:txBody>
                  <a:tcPr marL="0" marR="0" marT="0" marB="0"/>
                </a:tc>
                <a:extLst>
                  <a:ext uri="{0D108BD9-81ED-4DB2-BD59-A6C34878D82A}">
                    <a16:rowId xmlns:a16="http://schemas.microsoft.com/office/drawing/2014/main" val="1195166994"/>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265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333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Systems integration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interoperability, connected systems, unified platform, integration, composability, partnership</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4 puzzle pieces fit together</a:t>
                      </a:r>
                    </a:p>
                  </a:txBody>
                  <a:tcPr marL="0" marR="0" marT="0" marB="0"/>
                </a:tc>
                <a:extLst>
                  <a:ext uri="{0D108BD9-81ED-4DB2-BD59-A6C34878D82A}">
                    <a16:rowId xmlns:a16="http://schemas.microsoft.com/office/drawing/2014/main" val="1388584484"/>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263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335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Network protection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network security, secure connectivity, perimeter defense, traffic protection, infrastructure security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Nodes connected in a circle with a shield over it</a:t>
                      </a:r>
                    </a:p>
                  </a:txBody>
                  <a:tcPr marL="0" marR="0" marT="0" marB="0"/>
                </a:tc>
                <a:extLst>
                  <a:ext uri="{0D108BD9-81ED-4DB2-BD59-A6C34878D82A}">
                    <a16:rowId xmlns:a16="http://schemas.microsoft.com/office/drawing/2014/main" val="409089377"/>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267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337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Advanced fraud protection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identity fraud, account protection, user security, authentication, authorization, role-based access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user profile with a shield over it</a:t>
                      </a:r>
                    </a:p>
                  </a:txBody>
                  <a:tcPr marL="0" marR="0" marT="0" marB="0"/>
                </a:tc>
                <a:extLst>
                  <a:ext uri="{0D108BD9-81ED-4DB2-BD59-A6C34878D82A}">
                    <a16:rowId xmlns:a16="http://schemas.microsoft.com/office/drawing/2014/main" val="55754434"/>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183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185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Accelerated computing</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high performance, processing speed, rapid execution, time to value, time to market, acceleration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stopwatch with lines denoting speed</a:t>
                      </a:r>
                    </a:p>
                  </a:txBody>
                  <a:tcPr marL="0" marR="0" marT="0" marB="0"/>
                </a:tc>
                <a:extLst>
                  <a:ext uri="{0D108BD9-81ED-4DB2-BD59-A6C34878D82A}">
                    <a16:rowId xmlns:a16="http://schemas.microsoft.com/office/drawing/2014/main" val="315230705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401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403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Price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price, cost, pricing, affordability, commercial value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Price tag</a:t>
                      </a:r>
                    </a:p>
                  </a:txBody>
                  <a:tcPr marL="0" marR="0" marT="0" marB="0"/>
                </a:tc>
                <a:extLst>
                  <a:ext uri="{0D108BD9-81ED-4DB2-BD59-A6C34878D82A}">
                    <a16:rowId xmlns:a16="http://schemas.microsoft.com/office/drawing/2014/main" val="3854398260"/>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247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289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Users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users, people, workforce, employees, personas, stakeholders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Person</a:t>
                      </a:r>
                    </a:p>
                  </a:txBody>
                  <a:tcPr marL="0" marR="0" marT="0" marB="0"/>
                </a:tc>
                <a:extLst>
                  <a:ext uri="{0D108BD9-81ED-4DB2-BD59-A6C34878D82A}">
                    <a16:rowId xmlns:a16="http://schemas.microsoft.com/office/drawing/2014/main" val="192071914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79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81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Support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customer service, help desk, assistance, </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Person with headset</a:t>
                      </a:r>
                    </a:p>
                  </a:txBody>
                  <a:tcPr marL="0" marR="0" marT="0" marB="0"/>
                </a:tc>
                <a:extLst>
                  <a:ext uri="{0D108BD9-81ED-4DB2-BD59-A6C34878D82A}">
                    <a16:rowId xmlns:a16="http://schemas.microsoft.com/office/drawing/2014/main" val="376786998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111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113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Microscope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research, investigation, detailed analysis, scientific discovery, inspection, diagnostics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Microscope</a:t>
                      </a:r>
                    </a:p>
                  </a:txBody>
                  <a:tcPr marL="0" marR="0" marT="0" marB="0"/>
                </a:tc>
                <a:extLst>
                  <a:ext uri="{0D108BD9-81ED-4DB2-BD59-A6C34878D82A}">
                    <a16:rowId xmlns:a16="http://schemas.microsoft.com/office/drawing/2014/main" val="1753386704"/>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169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Web security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application protection, internet security, threat prevention, online protection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concentric circles with nodes around a shield</a:t>
                      </a:r>
                    </a:p>
                  </a:txBody>
                  <a:tcPr marL="0" marR="0" marT="0" marB="0"/>
                </a:tc>
                <a:extLst>
                  <a:ext uri="{0D108BD9-81ED-4DB2-BD59-A6C34878D82A}">
                    <a16:rowId xmlns:a16="http://schemas.microsoft.com/office/drawing/2014/main" val="38352786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139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141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Data transfer</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synchronization, migration, bidirectional flow</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arrows forming a circle with a solid circle inside</a:t>
                      </a:r>
                    </a:p>
                  </a:txBody>
                  <a:tcPr marL="0" marR="0" marT="0" marB="0"/>
                </a:tc>
                <a:extLst>
                  <a:ext uri="{0D108BD9-81ED-4DB2-BD59-A6C34878D82A}">
                    <a16:rowId xmlns:a16="http://schemas.microsoft.com/office/drawing/2014/main" val="3983853038"/>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179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181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Knows dark data</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hidden insights, data discovery, unstructured data, unknown assets, disparate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random scattering of different shapes</a:t>
                      </a:r>
                    </a:p>
                  </a:txBody>
                  <a:tcPr marL="0" marR="0" marT="0" marB="0"/>
                </a:tc>
                <a:extLst>
                  <a:ext uri="{0D108BD9-81ED-4DB2-BD59-A6C34878D82A}">
                    <a16:rowId xmlns:a16="http://schemas.microsoft.com/office/drawing/2014/main" val="201361039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231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355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Trusted users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verified identities, authorized users, personas, market segment, target market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3 users with a check in the middle</a:t>
                      </a:r>
                    </a:p>
                  </a:txBody>
                  <a:tcPr marL="0" marR="0" marT="0" marB="0"/>
                </a:tc>
                <a:extLst>
                  <a:ext uri="{0D108BD9-81ED-4DB2-BD59-A6C34878D82A}">
                    <a16:rowId xmlns:a16="http://schemas.microsoft.com/office/drawing/2014/main" val="1481767847"/>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235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359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Unauthorized user access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access denial, account compromise, blocked user, access control</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user with an X in the middle</a:t>
                      </a:r>
                    </a:p>
                  </a:txBody>
                  <a:tcPr marL="0" marR="0" marT="0" marB="0"/>
                </a:tc>
                <a:extLst>
                  <a:ext uri="{0D108BD9-81ED-4DB2-BD59-A6C34878D82A}">
                    <a16:rowId xmlns:a16="http://schemas.microsoft.com/office/drawing/2014/main" val="134767914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233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357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Identify users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user identification, user search, account verification, locate people, persona, market segment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magnifying glass with a user it </a:t>
                      </a:r>
                      <a:r>
                        <a:rPr lang="en-US" sz="900" b="0" i="0" dirty="0" err="1">
                          <a:solidFill>
                            <a:srgbClr val="242424"/>
                          </a:solidFill>
                          <a:effectLst/>
                          <a:latin typeface="IBM Plex Sans Light" panose="020B0403050203000203" pitchFamily="34" charset="0"/>
                          <a:ea typeface="IBM Plex Sans SC Light" panose="020B0403050203000203" pitchFamily="34" charset="-120"/>
                        </a:rPr>
                        <a:t>it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extLst>
                  <a:ext uri="{0D108BD9-81ED-4DB2-BD59-A6C34878D82A}">
                    <a16:rowId xmlns:a16="http://schemas.microsoft.com/office/drawing/2014/main" val="2648855012"/>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241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361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Identity trust assessment</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Authorized user, target market, persona</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user with a checkmark in it</a:t>
                      </a:r>
                    </a:p>
                  </a:txBody>
                  <a:tcPr marL="0" marR="0" marT="0" marB="0"/>
                </a:tc>
                <a:extLst>
                  <a:ext uri="{0D108BD9-81ED-4DB2-BD59-A6C34878D82A}">
                    <a16:rowId xmlns:a16="http://schemas.microsoft.com/office/drawing/2014/main" val="170048715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239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363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Collaboration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teamwork, co-creation, partnership, knowledge sharing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users connected</a:t>
                      </a:r>
                    </a:p>
                  </a:txBody>
                  <a:tcPr marL="0" marR="0" marT="0" marB="0"/>
                </a:tc>
                <a:extLst>
                  <a:ext uri="{0D108BD9-81ED-4DB2-BD59-A6C34878D82A}">
                    <a16:rowId xmlns:a16="http://schemas.microsoft.com/office/drawing/2014/main" val="349831687"/>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237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365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Bug/virus/malware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 malware, virus, vulnerability, cyber risk</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An insect</a:t>
                      </a:r>
                    </a:p>
                  </a:txBody>
                  <a:tcPr marL="0" marR="0" marT="0" marB="0"/>
                </a:tc>
                <a:extLst>
                  <a:ext uri="{0D108BD9-81ED-4DB2-BD59-A6C34878D82A}">
                    <a16:rowId xmlns:a16="http://schemas.microsoft.com/office/drawing/2014/main" val="167398102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245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367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Authentication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login security, identity verification, controlled access, credentials, role based access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user with a lock</a:t>
                      </a:r>
                    </a:p>
                  </a:txBody>
                  <a:tcPr marL="0" marR="0" marT="0" marB="0"/>
                </a:tc>
                <a:extLst>
                  <a:ext uri="{0D108BD9-81ED-4DB2-BD59-A6C34878D82A}">
                    <a16:rowId xmlns:a16="http://schemas.microsoft.com/office/drawing/2014/main" val="1458847130"/>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243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291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Assets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files, documents, digital assets, content, resources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2 files</a:t>
                      </a:r>
                    </a:p>
                  </a:txBody>
                  <a:tcPr marL="0" marR="0" marT="0" marB="0"/>
                </a:tc>
                <a:extLst>
                  <a:ext uri="{0D108BD9-81ED-4DB2-BD59-A6C34878D82A}">
                    <a16:rowId xmlns:a16="http://schemas.microsoft.com/office/drawing/2014/main" val="3738222579"/>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425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413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Natural language classifier</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classification, categorization, content routing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Shapes being classified</a:t>
                      </a:r>
                    </a:p>
                  </a:txBody>
                  <a:tcPr marL="0" marR="0" marT="0" marB="0"/>
                </a:tc>
                <a:extLst>
                  <a:ext uri="{0D108BD9-81ED-4DB2-BD59-A6C34878D82A}">
                    <a16:rowId xmlns:a16="http://schemas.microsoft.com/office/drawing/2014/main" val="1822908461"/>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249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293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Executives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leadership, decision-makers, organizational hierarchy, strategic oversight, roles and responsibilities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person with an org chart</a:t>
                      </a:r>
                    </a:p>
                  </a:txBody>
                  <a:tcPr marL="0" marR="0" marT="0" marB="0"/>
                </a:tc>
                <a:extLst>
                  <a:ext uri="{0D108BD9-81ED-4DB2-BD59-A6C34878D82A}">
                    <a16:rowId xmlns:a16="http://schemas.microsoft.com/office/drawing/2014/main" val="43236554"/>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377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379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Integration 02</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interoperability, investment protection, connected platforms, extend without replacement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3 concentric circles with a single point where they touch</a:t>
                      </a:r>
                    </a:p>
                  </a:txBody>
                  <a:tcPr marL="0" marR="0" marT="0" marB="0"/>
                </a:tc>
                <a:extLst>
                  <a:ext uri="{0D108BD9-81ED-4DB2-BD59-A6C34878D82A}">
                    <a16:rowId xmlns:a16="http://schemas.microsoft.com/office/drawing/2014/main" val="32077484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405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407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Productivity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efficiency, performance improvement, growth, operational improvement</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circle with lines of ascending length it </a:t>
                      </a:r>
                      <a:r>
                        <a:rPr lang="en-US" sz="900" b="0" i="0" dirty="0" err="1">
                          <a:solidFill>
                            <a:srgbClr val="242424"/>
                          </a:solidFill>
                          <a:effectLst/>
                          <a:latin typeface="IBM Plex Sans Light" panose="020B0403050203000203" pitchFamily="34" charset="0"/>
                          <a:ea typeface="IBM Plex Sans SC Light" panose="020B0403050203000203" pitchFamily="34" charset="-120"/>
                        </a:rPr>
                        <a:t>it</a:t>
                      </a:r>
                      <a:endParaRPr lang="en-US" sz="900" b="0" i="0" dirty="0">
                        <a:solidFill>
                          <a:srgbClr val="242424"/>
                        </a:solidFill>
                        <a:effectLst/>
                        <a:latin typeface="IBM Plex Sans Light" panose="020B0403050203000203" pitchFamily="34" charset="0"/>
                        <a:ea typeface="IBM Plex Sans SC Light" panose="020B0403050203000203" pitchFamily="34" charset="-120"/>
                      </a:endParaRPr>
                    </a:p>
                  </a:txBody>
                  <a:tcPr marL="0" marR="0" marT="0" marB="0"/>
                </a:tc>
                <a:extLst>
                  <a:ext uri="{0D108BD9-81ED-4DB2-BD59-A6C34878D82A}">
                    <a16:rowId xmlns:a16="http://schemas.microsoft.com/office/drawing/2014/main" val="1313136800"/>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351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Anonymous users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guest users, personalization, unsecure access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3 users with a question mark in the middle</a:t>
                      </a:r>
                    </a:p>
                  </a:txBody>
                  <a:tcPr marL="0" marR="0" marT="0" marB="0"/>
                </a:tc>
                <a:extLst>
                  <a:ext uri="{0D108BD9-81ED-4DB2-BD59-A6C34878D82A}">
                    <a16:rowId xmlns:a16="http://schemas.microsoft.com/office/drawing/2014/main" val="302108102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103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105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Sustainability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environmental responsibility, green operations, conservation, growth, ESG, organic</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An open hand holding a plant</a:t>
                      </a:r>
                    </a:p>
                  </a:txBody>
                  <a:tcPr marL="0" marR="0" marT="0" marB="0"/>
                </a:tc>
                <a:extLst>
                  <a:ext uri="{0D108BD9-81ED-4DB2-BD59-A6C34878D82A}">
                    <a16:rowId xmlns:a16="http://schemas.microsoft.com/office/drawing/2014/main" val="401474190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123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125</a:t>
                      </a:r>
                    </a:p>
                  </a:txBody>
                  <a:tcPr marL="45720" marR="30480" marT="30480" marB="26670"/>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rPr>
                        <a:t>Networking 02</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architecture, hierarchy, connectivity, topology, infrastructure, process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sideways hierarchy chart with 2 levels</a:t>
                      </a:r>
                    </a:p>
                  </a:txBody>
                  <a:tcPr marL="0" marR="0" marT="0" marB="0"/>
                </a:tc>
                <a:extLst>
                  <a:ext uri="{0D108BD9-81ED-4DB2-BD59-A6C34878D82A}">
                    <a16:rowId xmlns:a16="http://schemas.microsoft.com/office/drawing/2014/main" val="867969879"/>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127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129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Networking 04</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Connectivity, cross platform, point-to-point, integration, data exchange, application connectivity, interoperability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Circle with an A in it connected to a box with a B in it</a:t>
                      </a:r>
                    </a:p>
                  </a:txBody>
                  <a:tcPr marL="0" marR="0" marT="0" marB="0"/>
                </a:tc>
                <a:extLst>
                  <a:ext uri="{0D108BD9-81ED-4DB2-BD59-A6C34878D82A}">
                    <a16:rowId xmlns:a16="http://schemas.microsoft.com/office/drawing/2014/main" val="144432000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201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199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Cloud management infrastructure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infrastructure management, hybrid, cloud orchestration, topology</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Cloud and a server rack with a 2-level hierarchy chart</a:t>
                      </a:r>
                    </a:p>
                  </a:txBody>
                  <a:tcPr marL="0" marR="0" marT="0" marB="0"/>
                </a:tc>
                <a:extLst>
                  <a:ext uri="{0D108BD9-81ED-4DB2-BD59-A6C34878D82A}">
                    <a16:rowId xmlns:a16="http://schemas.microsoft.com/office/drawing/2014/main" val="326279173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435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295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Innovate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ideation, creative problem-solving, invention, transformation, new capabilities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lightbulb with a gear in it</a:t>
                      </a:r>
                    </a:p>
                  </a:txBody>
                  <a:tcPr marL="0" marR="0" marT="0" marB="0"/>
                </a:tc>
                <a:extLst>
                  <a:ext uri="{0D108BD9-81ED-4DB2-BD59-A6C34878D82A}">
                    <a16:rowId xmlns:a16="http://schemas.microsoft.com/office/drawing/2014/main" val="844927939"/>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297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Data security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infrastructure protection, secure storage, data protection, governance, cyber resilience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server rack with a shield on it</a:t>
                      </a:r>
                    </a:p>
                  </a:txBody>
                  <a:tcPr marL="0" marR="0" marT="0" marB="0"/>
                </a:tc>
                <a:extLst>
                  <a:ext uri="{0D108BD9-81ED-4DB2-BD59-A6C34878D82A}">
                    <a16:rowId xmlns:a16="http://schemas.microsoft.com/office/drawing/2014/main" val="2627845968"/>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287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339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Application security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application security, secure software, application defense, </a:t>
                      </a:r>
                      <a:r>
                        <a:rPr lang="en-US" sz="900" b="0" i="0" u="none" strike="noStrike" dirty="0" err="1">
                          <a:solidFill>
                            <a:srgbClr val="000000"/>
                          </a:solidFill>
                          <a:effectLst/>
                          <a:latin typeface="IBM Plex Sans Light" panose="020B0403050203000203" pitchFamily="34" charset="0"/>
                        </a:rPr>
                        <a:t>DevSecOps</a:t>
                      </a:r>
                      <a:endParaRPr lang="en-US" sz="900" b="0" i="0" u="none" strike="noStrike" dirty="0">
                        <a:solidFill>
                          <a:srgbClr val="000000"/>
                        </a:solidFill>
                        <a:effectLst/>
                        <a:latin typeface="IBM Plex Sans Light" panose="020B0403050203000203" pitchFamily="34" charset="0"/>
                      </a:endParaRP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An application window with a shield on it</a:t>
                      </a:r>
                    </a:p>
                  </a:txBody>
                  <a:tcPr marL="0" marR="0" marT="0" marB="0"/>
                </a:tc>
                <a:extLst>
                  <a:ext uri="{0D108BD9-81ED-4DB2-BD59-A6C34878D82A}">
                    <a16:rowId xmlns:a16="http://schemas.microsoft.com/office/drawing/2014/main" val="108714084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341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Endpoint protection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device security, workstation security, malware defense, endpoint detection, secure devices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computer monitor with a shield on it</a:t>
                      </a:r>
                    </a:p>
                  </a:txBody>
                  <a:tcPr marL="0" marR="0" marT="0" marB="0"/>
                </a:tc>
                <a:extLst>
                  <a:ext uri="{0D108BD9-81ED-4DB2-BD59-A6C34878D82A}">
                    <a16:rowId xmlns:a16="http://schemas.microsoft.com/office/drawing/2014/main" val="1139080548"/>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343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Security intelligence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detection, threat intelligence, monitoring, cyber monitoring</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circular, wiping radar readout</a:t>
                      </a:r>
                    </a:p>
                  </a:txBody>
                  <a:tcPr marL="0" marR="0" marT="0" marB="0"/>
                </a:tc>
                <a:extLst>
                  <a:ext uri="{0D108BD9-81ED-4DB2-BD59-A6C34878D82A}">
                    <a16:rowId xmlns:a16="http://schemas.microsoft.com/office/drawing/2014/main" val="189039557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275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345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Security hygiene</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security best practices, cyber readiness, risk reduction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sparkles around it</a:t>
                      </a:r>
                    </a:p>
                  </a:txBody>
                  <a:tcPr marL="0" marR="0" marT="0" marB="0"/>
                </a:tc>
                <a:extLst>
                  <a:ext uri="{0D108BD9-81ED-4DB2-BD59-A6C34878D82A}">
                    <a16:rowId xmlns:a16="http://schemas.microsoft.com/office/drawing/2014/main" val="4230717573"/>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281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347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Continuous security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ongoing protection, continuous monitoring, lifecycle security, automated defense, persistent assurance</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shield with a circular arrow around it</a:t>
                      </a:r>
                    </a:p>
                  </a:txBody>
                  <a:tcPr marL="0" marR="0" marT="0" marB="0"/>
                </a:tc>
                <a:extLst>
                  <a:ext uri="{0D108BD9-81ED-4DB2-BD59-A6C34878D82A}">
                    <a16:rowId xmlns:a16="http://schemas.microsoft.com/office/drawing/2014/main" val="3373779478"/>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283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349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Digital identity</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digital identity, biometric identity, identity verification, fingerprint authentication, user validation, background check</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thumbprint in a scanner square</a:t>
                      </a:r>
                    </a:p>
                  </a:txBody>
                  <a:tcPr marL="0" marR="0" marT="0" marB="0"/>
                </a:tc>
                <a:extLst>
                  <a:ext uri="{0D108BD9-81ED-4DB2-BD59-A6C34878D82A}">
                    <a16:rowId xmlns:a16="http://schemas.microsoft.com/office/drawing/2014/main" val="2019465137"/>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427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415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Natural language understanding</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text extraction, semantic analysis, context, document intelligence, data prep</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file with fields broken out of it</a:t>
                      </a:r>
                    </a:p>
                  </a:txBody>
                  <a:tcPr marL="0" marR="0" marT="0" marB="0"/>
                </a:tc>
                <a:extLst>
                  <a:ext uri="{0D108BD9-81ED-4DB2-BD59-A6C34878D82A}">
                    <a16:rowId xmlns:a16="http://schemas.microsoft.com/office/drawing/2014/main" val="3737153556"/>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285</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353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High-risk users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identity risk, privileged users, suspicious users, insider threat, access risk, bad actors</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caution symbol with 2 users</a:t>
                      </a:r>
                    </a:p>
                  </a:txBody>
                  <a:tcPr marL="0" marR="0" marT="0" marB="0"/>
                </a:tc>
                <a:extLst>
                  <a:ext uri="{0D108BD9-81ED-4DB2-BD59-A6C34878D82A}">
                    <a16:rowId xmlns:a16="http://schemas.microsoft.com/office/drawing/2014/main" val="3084961075"/>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381</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383</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App modernization</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application modernization, legacy transformation, application lifecycle, software evolution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4 squares with a circular arrow around it</a:t>
                      </a:r>
                    </a:p>
                  </a:txBody>
                  <a:tcPr marL="0" marR="0" marT="0" marB="0"/>
                </a:tc>
                <a:extLst>
                  <a:ext uri="{0D108BD9-81ED-4DB2-BD59-A6C34878D82A}">
                    <a16:rowId xmlns:a16="http://schemas.microsoft.com/office/drawing/2014/main" val="542984001"/>
                  </a:ext>
                </a:extLst>
              </a:tr>
              <a:tr h="195094">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397</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399</a:t>
                      </a:r>
                    </a:p>
                  </a:txBody>
                  <a:tcPr marL="45720" marR="30480" marT="30480" marB="2667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Cloud builder professional services</a:t>
                      </a:r>
                    </a:p>
                  </a:txBody>
                  <a:tcPr marL="45720" marR="30480" marT="30480" marB="26670"/>
                </a:tc>
                <a:tc>
                  <a:txBody>
                    <a:bodyPr/>
                    <a:lstStyle/>
                    <a:p>
                      <a:pPr algn="l" fontAlgn="ctr">
                        <a:buNone/>
                      </a:pPr>
                      <a:r>
                        <a:rPr lang="en-US" sz="900" b="0" i="0" u="none" strike="noStrike" dirty="0">
                          <a:solidFill>
                            <a:srgbClr val="000000"/>
                          </a:solidFill>
                          <a:effectLst/>
                          <a:latin typeface="IBM Plex Sans Light" panose="020B0403050203000203" pitchFamily="34" charset="0"/>
                        </a:rPr>
                        <a:t>cloud services, cloud engineering, implementation services, cloud configuration</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wrench with the IBM cloud software logo around it</a:t>
                      </a:r>
                    </a:p>
                  </a:txBody>
                  <a:tcPr marL="0" marR="0" marT="0" marB="0"/>
                </a:tc>
                <a:extLst>
                  <a:ext uri="{0D108BD9-81ED-4DB2-BD59-A6C34878D82A}">
                    <a16:rowId xmlns:a16="http://schemas.microsoft.com/office/drawing/2014/main" val="1659787295"/>
                  </a:ext>
                </a:extLst>
              </a:tr>
              <a:tr h="136627">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429</a:t>
                      </a:r>
                    </a:p>
                  </a:txBody>
                  <a:tcPr marL="45720" marR="30480" marT="30480" marB="22860"/>
                </a:tc>
                <a:tc>
                  <a:txBody>
                    <a:bodyPr/>
                    <a:lstStyle/>
                    <a:p>
                      <a:pPr marL="0" marR="0" algn="l" fontAlgn="t">
                        <a:lnSpc>
                          <a:spcPct val="100000"/>
                        </a:lnSpc>
                        <a:spcBef>
                          <a:spcPts val="0"/>
                        </a:spcBef>
                        <a:spcAft>
                          <a:spcPts val="1200"/>
                        </a:spcAft>
                        <a:buNone/>
                      </a:pPr>
                      <a:r>
                        <a:rPr lang="en-US" sz="900" b="0" i="0">
                          <a:solidFill>
                            <a:srgbClr val="242424"/>
                          </a:solidFill>
                          <a:effectLst/>
                          <a:latin typeface="IBM Plex Sans Light" panose="020B0403050203000203" pitchFamily="34" charset="0"/>
                        </a:rPr>
                        <a:t>431</a:t>
                      </a:r>
                    </a:p>
                  </a:txBody>
                  <a:tcPr marL="45720" marR="30480" marT="30480" marB="22860"/>
                </a:tc>
                <a:tc>
                  <a:txBody>
                    <a:bodyPr/>
                    <a:lstStyle/>
                    <a:p>
                      <a:pPr>
                        <a:lnSpc>
                          <a:spcPct val="100000"/>
                        </a:lnSpc>
                        <a:spcBef>
                          <a:spcPts val="0"/>
                        </a:spcBef>
                      </a:pPr>
                      <a:r>
                        <a:rPr lang="en-US" sz="900" dirty="0">
                          <a:latin typeface="IBM Plex Sans Light" panose="020B0403050203000203" pitchFamily="34" charset="0"/>
                        </a:rPr>
                        <a:t>Visual insights</a:t>
                      </a:r>
                    </a:p>
                  </a:txBody>
                  <a:tcPr/>
                </a:tc>
                <a:tc>
                  <a:txBody>
                    <a:bodyPr/>
                    <a:lstStyle/>
                    <a:p>
                      <a:pPr algn="l" fontAlgn="ctr">
                        <a:buNone/>
                      </a:pPr>
                      <a:r>
                        <a:rPr lang="en-US" sz="900" b="0" i="0" u="none" strike="noStrike" dirty="0">
                          <a:solidFill>
                            <a:srgbClr val="000000"/>
                          </a:solidFill>
                          <a:effectLst/>
                          <a:latin typeface="IBM Plex Sans Light" panose="020B0403050203000203" pitchFamily="34" charset="0"/>
                        </a:rPr>
                        <a:t>data visualization, unstructured data, insight discovery, visual analytics, decision support </a:t>
                      </a:r>
                    </a:p>
                  </a:txBody>
                  <a:tcPr marL="3810" marR="3810" marT="3810" marB="0" anchor="ctr"/>
                </a:tc>
                <a:tc>
                  <a:txBody>
                    <a:bodyPr/>
                    <a:lstStyle/>
                    <a:p>
                      <a:pPr marL="0" marR="0" algn="l" fontAlgn="t">
                        <a:lnSpc>
                          <a:spcPct val="100000"/>
                        </a:lnSpc>
                        <a:spcBef>
                          <a:spcPts val="0"/>
                        </a:spcBef>
                        <a:spcAft>
                          <a:spcPts val="1200"/>
                        </a:spcAft>
                        <a:buNone/>
                      </a:pPr>
                      <a:r>
                        <a:rPr lang="en-US" sz="900" b="0" i="0" dirty="0">
                          <a:solidFill>
                            <a:srgbClr val="242424"/>
                          </a:solidFill>
                          <a:effectLst/>
                          <a:latin typeface="IBM Plex Sans Light" panose="020B0403050203000203" pitchFamily="34" charset="0"/>
                          <a:ea typeface="IBM Plex Sans SC Light" panose="020B0403050203000203" pitchFamily="34" charset="-120"/>
                        </a:rPr>
                        <a:t>A 2-level hierarchy with a graphic at level 1 and different shapes at level 2</a:t>
                      </a:r>
                    </a:p>
                  </a:txBody>
                  <a:tcPr marL="0" marR="0" marT="0" marB="0"/>
                </a:tc>
                <a:extLst>
                  <a:ext uri="{0D108BD9-81ED-4DB2-BD59-A6C34878D82A}">
                    <a16:rowId xmlns:a16="http://schemas.microsoft.com/office/drawing/2014/main" val="4210643454"/>
                  </a:ext>
                </a:extLst>
              </a:tr>
            </a:tbl>
          </a:graphicData>
        </a:graphic>
      </p:graphicFrame>
      <p:sp>
        <p:nvSpPr>
          <p:cNvPr id="4" name="TextBox 3">
            <a:extLst>
              <a:ext uri="{FF2B5EF4-FFF2-40B4-BE49-F238E27FC236}">
                <a16:creationId xmlns:a16="http://schemas.microsoft.com/office/drawing/2014/main" id="{4A3D9E76-EA6A-9533-BDDF-6AAE159BC45A}"/>
              </a:ext>
            </a:extLst>
          </p:cNvPr>
          <p:cNvSpPr txBox="1"/>
          <p:nvPr/>
        </p:nvSpPr>
        <p:spPr>
          <a:xfrm>
            <a:off x="147209" y="31176"/>
            <a:ext cx="7126631" cy="369332"/>
          </a:xfrm>
          <a:prstGeom prst="rect">
            <a:avLst/>
          </a:prstGeom>
          <a:noFill/>
        </p:spPr>
        <p:txBody>
          <a:bodyPr wrap="none" rtlCol="0">
            <a:spAutoFit/>
          </a:bodyPr>
          <a:lstStyle/>
          <a:p>
            <a:r>
              <a:rPr lang="en-US" dirty="0"/>
              <a:t>Pictogram index for Set 2 (for use by AI agent </a:t>
            </a:r>
            <a:r>
              <a:rPr lang="en-US" dirty="0">
                <a:solidFill>
                  <a:srgbClr val="C00000"/>
                </a:solidFill>
              </a:rPr>
              <a:t>– delete before publishing</a:t>
            </a:r>
          </a:p>
        </p:txBody>
      </p:sp>
    </p:spTree>
    <p:extLst>
      <p:ext uri="{BB962C8B-B14F-4D97-AF65-F5344CB8AC3E}">
        <p14:creationId xmlns:p14="http://schemas.microsoft.com/office/powerpoint/2010/main" val="6156990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1425</TotalTime>
  <Words>2666</Words>
  <Application>Microsoft Office PowerPoint</Application>
  <PresentationFormat>Custom</PresentationFormat>
  <Paragraphs>658</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IBM Plex Sans</vt:lpstr>
      <vt:lpstr>IBM Plex Sans Light</vt:lpstr>
      <vt:lpstr>IBM Plex Sans SmBld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Melissa Fitzpatrick</dc:creator>
  <cp:lastModifiedBy>Melissa Fitzpatrick</cp:lastModifiedBy>
  <cp:revision>24</cp:revision>
  <dcterms:created xsi:type="dcterms:W3CDTF">2026-08-14T00:09:48Z</dcterms:created>
  <dcterms:modified xsi:type="dcterms:W3CDTF">2026-09-18T20:45:51Z</dcterms:modified>
</cp:coreProperties>
</file>