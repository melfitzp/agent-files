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handoutMasterIdLst>
    <p:handoutMasterId r:id="rId4"/>
  </p:handoutMasterIdLst>
  <p:sldIdLst>
    <p:sldId id="270" r:id="rId2"/>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61" d="100"/>
          <a:sy n="61" d="100"/>
        </p:scale>
        <p:origin x="1546" y="26"/>
      </p:cViewPr>
      <p:guideLst>
        <p:guide orient="horz" pos="240"/>
        <p:guide pos="240"/>
        <p:guide orient="horz" pos="864"/>
        <p:guide/>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71" d="100"/>
          <a:sy n="71" d="100"/>
        </p:scale>
        <p:origin x="2966" y="2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575411-0C46-867E-DE9E-78398264E7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320701D-5EB9-923F-8487-F50BB139EB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EA407C-5CB9-47CF-BBBB-3982928850A3}" type="datetimeFigureOut">
              <a:rPr lang="en-US" smtClean="0"/>
              <a:t>10/2/2026</a:t>
            </a:fld>
            <a:endParaRPr lang="en-US"/>
          </a:p>
        </p:txBody>
      </p:sp>
      <p:sp>
        <p:nvSpPr>
          <p:cNvPr id="4" name="Footer Placeholder 3">
            <a:extLst>
              <a:ext uri="{FF2B5EF4-FFF2-40B4-BE49-F238E27FC236}">
                <a16:creationId xmlns:a16="http://schemas.microsoft.com/office/drawing/2014/main" id="{D8F772F4-B115-47DD-20B4-FE09863633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E91E95-6B6E-8313-4F0A-D00CC5B2A7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72F8A-4AD4-4C76-BCF4-B254343F64DF}" type="slidenum">
              <a:rPr lang="en-US" smtClean="0"/>
              <a:t>‹#›</a:t>
            </a:fld>
            <a:endParaRPr lang="en-US"/>
          </a:p>
        </p:txBody>
      </p:sp>
    </p:spTree>
    <p:extLst>
      <p:ext uri="{BB962C8B-B14F-4D97-AF65-F5344CB8AC3E}">
        <p14:creationId xmlns:p14="http://schemas.microsoft.com/office/powerpoint/2010/main" val="30473502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10/2/2026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3" Type="http://schemas.openxmlformats.org/officeDocument/2006/relationships/image" Target="../media/image12.svg"/><Relationship Id="rId18" Type="http://schemas.openxmlformats.org/officeDocument/2006/relationships/image" Target="../media/image17.svg"/><Relationship Id="rId26" Type="http://schemas.openxmlformats.org/officeDocument/2006/relationships/image" Target="../media/image25.emf"/><Relationship Id="rId39" Type="http://schemas.openxmlformats.org/officeDocument/2006/relationships/image" Target="../media/image38.svg"/><Relationship Id="rId21" Type="http://schemas.openxmlformats.org/officeDocument/2006/relationships/image" Target="../media/image20.emf"/><Relationship Id="rId34" Type="http://schemas.openxmlformats.org/officeDocument/2006/relationships/image" Target="../media/image33.svg"/><Relationship Id="rId42" Type="http://schemas.openxmlformats.org/officeDocument/2006/relationships/image" Target="../media/image41.svg"/><Relationship Id="rId7" Type="http://schemas.openxmlformats.org/officeDocument/2006/relationships/image" Target="../media/image6.emf"/><Relationship Id="rId2" Type="http://schemas.openxmlformats.org/officeDocument/2006/relationships/image" Target="../media/image1.emf"/><Relationship Id="rId16" Type="http://schemas.openxmlformats.org/officeDocument/2006/relationships/image" Target="../media/image15.svg"/><Relationship Id="rId20" Type="http://schemas.openxmlformats.org/officeDocument/2006/relationships/image" Target="../media/image19.emf"/><Relationship Id="rId29" Type="http://schemas.openxmlformats.org/officeDocument/2006/relationships/image" Target="../media/image28.svg"/><Relationship Id="rId41" Type="http://schemas.openxmlformats.org/officeDocument/2006/relationships/image" Target="../media/image40.svg"/><Relationship Id="rId1" Type="http://schemas.openxmlformats.org/officeDocument/2006/relationships/slideMaster" Target="../slideMasters/slideMaster1.xml"/><Relationship Id="rId6" Type="http://schemas.openxmlformats.org/officeDocument/2006/relationships/image" Target="../media/image5.emf"/><Relationship Id="rId11" Type="http://schemas.openxmlformats.org/officeDocument/2006/relationships/image" Target="../media/image10.svg"/><Relationship Id="rId24" Type="http://schemas.openxmlformats.org/officeDocument/2006/relationships/image" Target="../media/image23.emf"/><Relationship Id="rId32" Type="http://schemas.openxmlformats.org/officeDocument/2006/relationships/image" Target="../media/image31.svg"/><Relationship Id="rId37" Type="http://schemas.openxmlformats.org/officeDocument/2006/relationships/image" Target="../media/image36.svg"/><Relationship Id="rId40" Type="http://schemas.openxmlformats.org/officeDocument/2006/relationships/image" Target="../media/image39.svg"/><Relationship Id="rId5" Type="http://schemas.openxmlformats.org/officeDocument/2006/relationships/image" Target="../media/image4.emf"/><Relationship Id="rId15" Type="http://schemas.openxmlformats.org/officeDocument/2006/relationships/image" Target="../media/image14.svg"/><Relationship Id="rId23" Type="http://schemas.openxmlformats.org/officeDocument/2006/relationships/image" Target="../media/image22.emf"/><Relationship Id="rId28" Type="http://schemas.openxmlformats.org/officeDocument/2006/relationships/image" Target="../media/image27.emf"/><Relationship Id="rId36" Type="http://schemas.openxmlformats.org/officeDocument/2006/relationships/image" Target="../media/image35.svg"/><Relationship Id="rId10" Type="http://schemas.openxmlformats.org/officeDocument/2006/relationships/image" Target="../media/image9.svg"/><Relationship Id="rId19" Type="http://schemas.openxmlformats.org/officeDocument/2006/relationships/image" Target="../media/image18.emf"/><Relationship Id="rId31" Type="http://schemas.openxmlformats.org/officeDocument/2006/relationships/image" Target="../media/image30.svg"/><Relationship Id="rId44" Type="http://schemas.openxmlformats.org/officeDocument/2006/relationships/image" Target="../media/image43.emf"/><Relationship Id="rId4" Type="http://schemas.openxmlformats.org/officeDocument/2006/relationships/image" Target="../media/image3.emf"/><Relationship Id="rId9" Type="http://schemas.openxmlformats.org/officeDocument/2006/relationships/image" Target="../media/image8.svg"/><Relationship Id="rId14" Type="http://schemas.openxmlformats.org/officeDocument/2006/relationships/image" Target="../media/image13.svg"/><Relationship Id="rId22" Type="http://schemas.openxmlformats.org/officeDocument/2006/relationships/image" Target="../media/image21.emf"/><Relationship Id="rId27" Type="http://schemas.openxmlformats.org/officeDocument/2006/relationships/image" Target="../media/image26.emf"/><Relationship Id="rId30" Type="http://schemas.openxmlformats.org/officeDocument/2006/relationships/image" Target="../media/image29.svg"/><Relationship Id="rId35" Type="http://schemas.openxmlformats.org/officeDocument/2006/relationships/image" Target="../media/image34.svg"/><Relationship Id="rId43" Type="http://schemas.openxmlformats.org/officeDocument/2006/relationships/image" Target="../media/image42.emf"/><Relationship Id="rId8" Type="http://schemas.openxmlformats.org/officeDocument/2006/relationships/image" Target="../media/image7.png"/><Relationship Id="rId3" Type="http://schemas.openxmlformats.org/officeDocument/2006/relationships/image" Target="../media/image2.emf"/><Relationship Id="rId12" Type="http://schemas.openxmlformats.org/officeDocument/2006/relationships/image" Target="../media/image11.svg"/><Relationship Id="rId17" Type="http://schemas.openxmlformats.org/officeDocument/2006/relationships/image" Target="../media/image16.svg"/><Relationship Id="rId25" Type="http://schemas.openxmlformats.org/officeDocument/2006/relationships/image" Target="../media/image24.emf"/><Relationship Id="rId33" Type="http://schemas.openxmlformats.org/officeDocument/2006/relationships/image" Target="../media/image32.svg"/><Relationship Id="rId38" Type="http://schemas.openxmlformats.org/officeDocument/2006/relationships/image" Target="../media/image37.svg"/></Relationships>
</file>

<file path=ppt/slideLayouts/_rels/slideLayout12.xml.rels><?xml version="1.0" encoding="UTF-8" standalone="yes"?>
<Relationships xmlns="http://schemas.openxmlformats.org/package/2006/relationships"><Relationship Id="rId13" Type="http://schemas.openxmlformats.org/officeDocument/2006/relationships/image" Target="../media/image55.svg"/><Relationship Id="rId18" Type="http://schemas.openxmlformats.org/officeDocument/2006/relationships/image" Target="../media/image60.svg"/><Relationship Id="rId26" Type="http://schemas.openxmlformats.org/officeDocument/2006/relationships/image" Target="../media/image68.svg"/><Relationship Id="rId39" Type="http://schemas.openxmlformats.org/officeDocument/2006/relationships/image" Target="../media/image81.svg"/><Relationship Id="rId21" Type="http://schemas.openxmlformats.org/officeDocument/2006/relationships/image" Target="../media/image63.svg"/><Relationship Id="rId34" Type="http://schemas.openxmlformats.org/officeDocument/2006/relationships/image" Target="../media/image76.svg"/><Relationship Id="rId42" Type="http://schemas.openxmlformats.org/officeDocument/2006/relationships/image" Target="../media/image84.svg"/><Relationship Id="rId47" Type="http://schemas.openxmlformats.org/officeDocument/2006/relationships/image" Target="../media/image89.emf"/><Relationship Id="rId50" Type="http://schemas.openxmlformats.org/officeDocument/2006/relationships/image" Target="../media/image92.emf"/><Relationship Id="rId7" Type="http://schemas.openxmlformats.org/officeDocument/2006/relationships/image" Target="../media/image49.emf"/><Relationship Id="rId2" Type="http://schemas.openxmlformats.org/officeDocument/2006/relationships/image" Target="../media/image44.emf"/><Relationship Id="rId16" Type="http://schemas.openxmlformats.org/officeDocument/2006/relationships/image" Target="../media/image58.svg"/><Relationship Id="rId29" Type="http://schemas.openxmlformats.org/officeDocument/2006/relationships/image" Target="../media/image71.svg"/><Relationship Id="rId11" Type="http://schemas.openxmlformats.org/officeDocument/2006/relationships/image" Target="../media/image53.svg"/><Relationship Id="rId24" Type="http://schemas.openxmlformats.org/officeDocument/2006/relationships/image" Target="../media/image66.svg"/><Relationship Id="rId32" Type="http://schemas.openxmlformats.org/officeDocument/2006/relationships/image" Target="../media/image74.svg"/><Relationship Id="rId37" Type="http://schemas.openxmlformats.org/officeDocument/2006/relationships/image" Target="../media/image79.svg"/><Relationship Id="rId40" Type="http://schemas.openxmlformats.org/officeDocument/2006/relationships/image" Target="../media/image82.svg"/><Relationship Id="rId45" Type="http://schemas.openxmlformats.org/officeDocument/2006/relationships/image" Target="../media/image87.svg"/><Relationship Id="rId5" Type="http://schemas.openxmlformats.org/officeDocument/2006/relationships/image" Target="../media/image47.emf"/><Relationship Id="rId15" Type="http://schemas.openxmlformats.org/officeDocument/2006/relationships/image" Target="../media/image57.svg"/><Relationship Id="rId23" Type="http://schemas.openxmlformats.org/officeDocument/2006/relationships/image" Target="../media/image65.svg"/><Relationship Id="rId28" Type="http://schemas.openxmlformats.org/officeDocument/2006/relationships/image" Target="../media/image70.svg"/><Relationship Id="rId36" Type="http://schemas.openxmlformats.org/officeDocument/2006/relationships/image" Target="../media/image78.svg"/><Relationship Id="rId49" Type="http://schemas.openxmlformats.org/officeDocument/2006/relationships/image" Target="../media/image91.emf"/><Relationship Id="rId10" Type="http://schemas.openxmlformats.org/officeDocument/2006/relationships/image" Target="../media/image52.emf"/><Relationship Id="rId19" Type="http://schemas.openxmlformats.org/officeDocument/2006/relationships/image" Target="../media/image61.svg"/><Relationship Id="rId31" Type="http://schemas.openxmlformats.org/officeDocument/2006/relationships/image" Target="../media/image73.svg"/><Relationship Id="rId44" Type="http://schemas.openxmlformats.org/officeDocument/2006/relationships/image" Target="../media/image86.svg"/><Relationship Id="rId52" Type="http://schemas.openxmlformats.org/officeDocument/2006/relationships/image" Target="../media/image94.emf"/><Relationship Id="rId4" Type="http://schemas.openxmlformats.org/officeDocument/2006/relationships/image" Target="../media/image46.emf"/><Relationship Id="rId9" Type="http://schemas.openxmlformats.org/officeDocument/2006/relationships/image" Target="../media/image51.emf"/><Relationship Id="rId14" Type="http://schemas.openxmlformats.org/officeDocument/2006/relationships/image" Target="../media/image56.svg"/><Relationship Id="rId22" Type="http://schemas.openxmlformats.org/officeDocument/2006/relationships/image" Target="../media/image64.svg"/><Relationship Id="rId27" Type="http://schemas.openxmlformats.org/officeDocument/2006/relationships/image" Target="../media/image69.svg"/><Relationship Id="rId30" Type="http://schemas.openxmlformats.org/officeDocument/2006/relationships/image" Target="../media/image72.svg"/><Relationship Id="rId35" Type="http://schemas.openxmlformats.org/officeDocument/2006/relationships/image" Target="../media/image77.svg"/><Relationship Id="rId43" Type="http://schemas.openxmlformats.org/officeDocument/2006/relationships/image" Target="../media/image85.svg"/><Relationship Id="rId48" Type="http://schemas.openxmlformats.org/officeDocument/2006/relationships/image" Target="../media/image90.emf"/><Relationship Id="rId8" Type="http://schemas.openxmlformats.org/officeDocument/2006/relationships/image" Target="../media/image50.emf"/><Relationship Id="rId51" Type="http://schemas.openxmlformats.org/officeDocument/2006/relationships/image" Target="../media/image93.emf"/><Relationship Id="rId3" Type="http://schemas.openxmlformats.org/officeDocument/2006/relationships/image" Target="../media/image45.svg"/><Relationship Id="rId12" Type="http://schemas.openxmlformats.org/officeDocument/2006/relationships/image" Target="../media/image54.svg"/><Relationship Id="rId17" Type="http://schemas.openxmlformats.org/officeDocument/2006/relationships/image" Target="../media/image59.svg"/><Relationship Id="rId25" Type="http://schemas.openxmlformats.org/officeDocument/2006/relationships/image" Target="../media/image67.svg"/><Relationship Id="rId33" Type="http://schemas.openxmlformats.org/officeDocument/2006/relationships/image" Target="../media/image75.svg"/><Relationship Id="rId38" Type="http://schemas.openxmlformats.org/officeDocument/2006/relationships/image" Target="../media/image80.svg"/><Relationship Id="rId46" Type="http://schemas.openxmlformats.org/officeDocument/2006/relationships/image" Target="../media/image88.svg"/><Relationship Id="rId20" Type="http://schemas.openxmlformats.org/officeDocument/2006/relationships/image" Target="../media/image62.svg"/><Relationship Id="rId41" Type="http://schemas.openxmlformats.org/officeDocument/2006/relationships/image" Target="../media/image83.svg"/><Relationship Id="rId1" Type="http://schemas.openxmlformats.org/officeDocument/2006/relationships/slideMaster" Target="../slideMasters/slideMaster1.xml"/><Relationship Id="rId6" Type="http://schemas.openxmlformats.org/officeDocument/2006/relationships/image" Target="../media/image48.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7"/>
            <a:ext cx="7201648" cy="1024960"/>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4001095"/>
          </a:xfrm>
          <a:prstGeom prst="rect">
            <a:avLst/>
          </a:prstGeom>
          <a:noFill/>
        </p:spPr>
        <p:txBody>
          <a:bodyPr wrap="square">
            <a:spAutoFit/>
          </a:bodyPr>
          <a:lstStyle/>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masters for the Key Capabilities and Benefits pages. Choose the layout that best matches the number of items you want to highlight and whether you have KPI call-outs.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The ppt MCP tool changes text setting to “Shrink on overflow”. If you encounter this, either change to “Don’t autofit” or enlarge the bounding shape. </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 cropping, or delete the image placeholders.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a:t>
            </a:r>
            <a:r>
              <a:rPr kumimoji="0" lang="en-US" sz="1400" b="0" i="1"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View-&gt;Slide Master</a:t>
            </a: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 and move it on the master.</a:t>
            </a:r>
          </a:p>
          <a:p>
            <a:pPr marL="227013" marR="0" lvl="0" indent="-112713" algn="l" defTabSz="4572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alternative pictograms for the Benefits page in the last 2 slide masters</a:t>
            </a:r>
          </a:p>
          <a:p>
            <a:pPr marL="227013" indent="-112713">
              <a:spcBef>
                <a:spcPts val="600"/>
              </a:spcBef>
              <a:buFont typeface="Arial" panose="020B0604020202020204" pitchFamily="34" charset="0"/>
              <a:buChar char="•"/>
            </a:pP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46541" y="5716062"/>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marL="0" indent="0">
              <a:buNone/>
              <a:defRPr sz="12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708826"/>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799158"/>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704658"/>
            <a:ext cx="4346480" cy="106517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897954"/>
            <a:ext cx="4346480" cy="415498"/>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achieve.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5441573"/>
            <a:ext cx="4346480" cy="1401479"/>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0"/>
            <a:ext cx="4346480" cy="708709"/>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346480"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494535"/>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4119670"/>
            <a:ext cx="2057056" cy="2024142"/>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346480" cy="646331"/>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47314"/>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12543"/>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359844"/>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807144"/>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254444"/>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319248"/>
            <a:ext cx="4344233" cy="585728"/>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ea typeface="IBM Plex Sans JP ExtLt" panose="020B0303050203000203" pitchFamily="34" charset="-128"/>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816406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30437"/>
            <a:ext cx="4344233" cy="874712"/>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71219"/>
            <a:ext cx="429768" cy="429768"/>
          </a:xfrm>
          <a:prstGeom prst="rect">
            <a:avLst/>
          </a:prstGeom>
        </p:spPr>
        <p:txBody>
          <a:bodyPr lIns="0" tIns="0" rIns="0" bIns="0"/>
          <a:lstStyle/>
          <a:p>
            <a:endParaRPr lang="en-US" dirty="0"/>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90234"/>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2"/>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503272"/>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6022286"/>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3"/>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742298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344233" cy="575337"/>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983375"/>
            <a:ext cx="4344233" cy="1363825"/>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322918" y="9914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3" y="949573"/>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3" y="1218515"/>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3" y="1690657"/>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322920" y="1529035"/>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322915" y="21598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322917" y="26977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322912" y="33285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322914" y="38661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322909" y="44969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322911" y="50345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3" y="2670479"/>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3" y="2939421"/>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3" y="3411563"/>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3" y="440067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3" y="466961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3" y="514176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3" y="612489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3" y="639383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3" y="686598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3" y="7855094"/>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3" y="8124036"/>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3" y="8596178"/>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3FFD70F0-85ED-1050-B369-5DDBA88E0F9E}"/>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2304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238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5928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30529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149682"/>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18624"/>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878813"/>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5975496"/>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244438"/>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704627"/>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801310"/>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070252"/>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530441"/>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845F09BB-90F9-44EA-6BB1-D47D6DB6B14C}"/>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6"/>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571142"/>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7"/>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643893"/>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3"/>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734529"/>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4"/>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807280"/>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90805"/>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1"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414710"/>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786384"/>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3"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2" y="1786384"/>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1"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1"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1"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249624"/>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2"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2"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2"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249624"/>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8853"/>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344230" cy="107722"/>
          </a:xfrm>
          <a:prstGeom prst="rect">
            <a:avLst/>
          </a:prstGeom>
          <a:noFill/>
        </p:spPr>
        <p:txBody>
          <a:bodyPr wrap="squar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2"/>
            <a:ext cx="4344233" cy="1640699"/>
          </a:xfrm>
          <a:prstGeom prst="rect">
            <a:avLst/>
          </a:prstGeom>
        </p:spPr>
        <p:txBody>
          <a:bodyPr lIns="0" tIns="0" rIns="0" bIns="0">
            <a:noAutofit/>
          </a:bodyPr>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344233" cy="763245"/>
          </a:xfrm>
          <a:prstGeom prst="rect">
            <a:avLst/>
          </a:prstGeom>
        </p:spPr>
        <p:txBody>
          <a:bodyPr lIns="0" tIns="0" rIns="0" bIns="0">
            <a:noAutofit/>
          </a:bodyPr>
          <a:lstStyle>
            <a:lvl1pPr marL="0" indent="0">
              <a:lnSpc>
                <a:spcPct val="100000"/>
              </a:lnSpc>
              <a:spcBef>
                <a:spcPts val="0"/>
              </a:spcBef>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0"/>
            <a:ext cx="4344231" cy="1249410"/>
          </a:xfrm>
          <a:prstGeom prst="rect">
            <a:avLst/>
          </a:prstGeom>
        </p:spPr>
        <p:txBody>
          <a:bodyPr wrap="square" lIns="0" tIns="0" rIns="0" bIns="0">
            <a:no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noAutofit/>
          </a:bodyPr>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73505"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ictograms Page 1">
    <p:spTree>
      <p:nvGrpSpPr>
        <p:cNvPr id="1" name=""/>
        <p:cNvGrpSpPr/>
        <p:nvPr/>
      </p:nvGrpSpPr>
      <p:grpSpPr>
        <a:xfrm>
          <a:off x="0" y="0"/>
          <a:ext cx="0" cy="0"/>
          <a:chOff x="0" y="0"/>
          <a:chExt cx="0" cy="0"/>
        </a:xfrm>
      </p:grpSpPr>
      <p:pic>
        <p:nvPicPr>
          <p:cNvPr id="4" name="Picture 3" descr="Cloud upload, Black pictogram">
            <a:extLst>
              <a:ext uri="{FF2B5EF4-FFF2-40B4-BE49-F238E27FC236}">
                <a16:creationId xmlns:a16="http://schemas.microsoft.com/office/drawing/2014/main" id="{C0BD0C00-AA3C-E98F-EA59-12A57834CF05}"/>
              </a:ext>
            </a:extLst>
          </p:cNvPr>
          <p:cNvPicPr>
            <a:picLocks noChangeAspect="1"/>
          </p:cNvPicPr>
          <p:nvPr userDrawn="1"/>
        </p:nvPicPr>
        <p:blipFill>
          <a:blip r:embed="rId2"/>
          <a:stretch>
            <a:fillRect/>
          </a:stretch>
        </p:blipFill>
        <p:spPr>
          <a:xfrm>
            <a:off x="430587" y="968302"/>
            <a:ext cx="429768" cy="429768"/>
          </a:xfrm>
          <a:prstGeom prst="rect">
            <a:avLst/>
          </a:prstGeom>
        </p:spPr>
      </p:pic>
      <p:pic>
        <p:nvPicPr>
          <p:cNvPr id="6" name="Picture 5" descr="Renew, Black pictogram">
            <a:extLst>
              <a:ext uri="{FF2B5EF4-FFF2-40B4-BE49-F238E27FC236}">
                <a16:creationId xmlns:a16="http://schemas.microsoft.com/office/drawing/2014/main" id="{CD88FD84-1AAD-50FE-13C2-C4D58F180CBE}"/>
              </a:ext>
            </a:extLst>
          </p:cNvPr>
          <p:cNvPicPr>
            <a:picLocks noChangeAspect="1"/>
          </p:cNvPicPr>
          <p:nvPr userDrawn="1"/>
        </p:nvPicPr>
        <p:blipFill>
          <a:blip r:embed="rId3"/>
          <a:stretch>
            <a:fillRect/>
          </a:stretch>
        </p:blipFill>
        <p:spPr>
          <a:xfrm>
            <a:off x="6707887" y="4684409"/>
            <a:ext cx="429768" cy="429768"/>
          </a:xfrm>
          <a:prstGeom prst="rect">
            <a:avLst/>
          </a:prstGeom>
        </p:spPr>
      </p:pic>
      <p:pic>
        <p:nvPicPr>
          <p:cNvPr id="8" name="Picture 7" descr="Trust, Black pictogram">
            <a:extLst>
              <a:ext uri="{FF2B5EF4-FFF2-40B4-BE49-F238E27FC236}">
                <a16:creationId xmlns:a16="http://schemas.microsoft.com/office/drawing/2014/main" id="{1B45B436-EF1B-3111-F2DF-9667A3387302}"/>
              </a:ext>
            </a:extLst>
          </p:cNvPr>
          <p:cNvPicPr>
            <a:picLocks noChangeAspect="1"/>
          </p:cNvPicPr>
          <p:nvPr userDrawn="1"/>
        </p:nvPicPr>
        <p:blipFill>
          <a:blip r:embed="rId4"/>
          <a:stretch>
            <a:fillRect/>
          </a:stretch>
        </p:blipFill>
        <p:spPr>
          <a:xfrm>
            <a:off x="1475114" y="3306597"/>
            <a:ext cx="429768" cy="429768"/>
          </a:xfrm>
          <a:prstGeom prst="rect">
            <a:avLst/>
          </a:prstGeom>
        </p:spPr>
      </p:pic>
      <p:sp>
        <p:nvSpPr>
          <p:cNvPr id="10" name="TextBox 9">
            <a:extLst>
              <a:ext uri="{FF2B5EF4-FFF2-40B4-BE49-F238E27FC236}">
                <a16:creationId xmlns:a16="http://schemas.microsoft.com/office/drawing/2014/main" id="{7F3057A3-4FA0-7E48-ED3F-E41BF58BC7FD}"/>
              </a:ext>
            </a:extLst>
          </p:cNvPr>
          <p:cNvSpPr txBox="1"/>
          <p:nvPr userDrawn="1"/>
        </p:nvSpPr>
        <p:spPr>
          <a:xfrm>
            <a:off x="212884" y="1531025"/>
            <a:ext cx="878866"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2" name="TextBox 11">
            <a:extLst>
              <a:ext uri="{FF2B5EF4-FFF2-40B4-BE49-F238E27FC236}">
                <a16:creationId xmlns:a16="http://schemas.microsoft.com/office/drawing/2014/main" id="{5591C25D-4F4E-45CC-99F9-7B5A115342A6}"/>
              </a:ext>
            </a:extLst>
          </p:cNvPr>
          <p:cNvSpPr txBox="1"/>
          <p:nvPr userDrawn="1"/>
        </p:nvSpPr>
        <p:spPr>
          <a:xfrm>
            <a:off x="1273092" y="3881547"/>
            <a:ext cx="705199"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4" name="Picture 13" descr="Data privacy, Black pictogram">
            <a:extLst>
              <a:ext uri="{FF2B5EF4-FFF2-40B4-BE49-F238E27FC236}">
                <a16:creationId xmlns:a16="http://schemas.microsoft.com/office/drawing/2014/main" id="{76E1339C-711E-E2FA-6CBE-F4206FC56D6A}"/>
              </a:ext>
            </a:extLst>
          </p:cNvPr>
          <p:cNvPicPr>
            <a:picLocks noChangeAspect="1"/>
          </p:cNvPicPr>
          <p:nvPr userDrawn="1"/>
        </p:nvPicPr>
        <p:blipFill>
          <a:blip r:embed="rId5"/>
          <a:srcRect/>
          <a:stretch/>
        </p:blipFill>
        <p:spPr>
          <a:xfrm>
            <a:off x="2517762" y="968302"/>
            <a:ext cx="429768" cy="429768"/>
          </a:xfrm>
          <a:prstGeom prst="rect">
            <a:avLst/>
          </a:prstGeom>
        </p:spPr>
      </p:pic>
      <p:sp>
        <p:nvSpPr>
          <p:cNvPr id="16" name="TextBox 15">
            <a:extLst>
              <a:ext uri="{FF2B5EF4-FFF2-40B4-BE49-F238E27FC236}">
                <a16:creationId xmlns:a16="http://schemas.microsoft.com/office/drawing/2014/main" id="{D2B471C4-5767-F508-4BE5-32361F39B0F8}"/>
              </a:ext>
            </a:extLst>
          </p:cNvPr>
          <p:cNvSpPr txBox="1"/>
          <p:nvPr userDrawn="1"/>
        </p:nvSpPr>
        <p:spPr>
          <a:xfrm>
            <a:off x="2299900" y="1531025"/>
            <a:ext cx="852467"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8" name="Picture 17" descr="Hybrid cloud services, Black pictogram">
            <a:extLst>
              <a:ext uri="{FF2B5EF4-FFF2-40B4-BE49-F238E27FC236}">
                <a16:creationId xmlns:a16="http://schemas.microsoft.com/office/drawing/2014/main" id="{AC1D6EDE-305B-DF25-AFB7-59A8FEFF4D1D}"/>
              </a:ext>
            </a:extLst>
          </p:cNvPr>
          <p:cNvPicPr>
            <a:picLocks noChangeAspect="1"/>
          </p:cNvPicPr>
          <p:nvPr userDrawn="1"/>
        </p:nvPicPr>
        <p:blipFill>
          <a:blip r:embed="rId6"/>
          <a:srcRect/>
          <a:stretch/>
        </p:blipFill>
        <p:spPr>
          <a:xfrm>
            <a:off x="1476505" y="7270888"/>
            <a:ext cx="429768" cy="429768"/>
          </a:xfrm>
          <a:prstGeom prst="rect">
            <a:avLst/>
          </a:prstGeom>
        </p:spPr>
      </p:pic>
      <p:sp>
        <p:nvSpPr>
          <p:cNvPr id="20" name="TextBox 19">
            <a:extLst>
              <a:ext uri="{FF2B5EF4-FFF2-40B4-BE49-F238E27FC236}">
                <a16:creationId xmlns:a16="http://schemas.microsoft.com/office/drawing/2014/main" id="{F0D06CB6-F56E-6B76-8813-FA9CE20BB723}"/>
              </a:ext>
            </a:extLst>
          </p:cNvPr>
          <p:cNvSpPr txBox="1"/>
          <p:nvPr userDrawn="1"/>
        </p:nvSpPr>
        <p:spPr>
          <a:xfrm>
            <a:off x="1249479" y="7880933"/>
            <a:ext cx="874801"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2" name="Picture 21" descr="On premises, Black pictogram">
            <a:extLst>
              <a:ext uri="{FF2B5EF4-FFF2-40B4-BE49-F238E27FC236}">
                <a16:creationId xmlns:a16="http://schemas.microsoft.com/office/drawing/2014/main" id="{90EB2A01-E798-165A-8858-0B25007B8FBE}"/>
              </a:ext>
            </a:extLst>
          </p:cNvPr>
          <p:cNvPicPr>
            <a:picLocks noChangeAspect="1"/>
          </p:cNvPicPr>
          <p:nvPr userDrawn="1"/>
        </p:nvPicPr>
        <p:blipFill>
          <a:blip r:embed="rId7"/>
          <a:srcRect/>
          <a:stretch/>
        </p:blipFill>
        <p:spPr>
          <a:xfrm>
            <a:off x="1469695" y="968302"/>
            <a:ext cx="429768" cy="429768"/>
          </a:xfrm>
          <a:prstGeom prst="rect">
            <a:avLst/>
          </a:prstGeom>
        </p:spPr>
      </p:pic>
      <p:sp>
        <p:nvSpPr>
          <p:cNvPr id="24" name="TextBox 23">
            <a:extLst>
              <a:ext uri="{FF2B5EF4-FFF2-40B4-BE49-F238E27FC236}">
                <a16:creationId xmlns:a16="http://schemas.microsoft.com/office/drawing/2014/main" id="{34E0E00B-E521-066C-91B1-13D4BEC64B80}"/>
              </a:ext>
            </a:extLst>
          </p:cNvPr>
          <p:cNvSpPr txBox="1"/>
          <p:nvPr userDrawn="1"/>
        </p:nvSpPr>
        <p:spPr>
          <a:xfrm>
            <a:off x="1251889" y="1531025"/>
            <a:ext cx="872067"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26" name="Picture Placeholder 12" descr="A picture containing symbol, circle, graphics, font&#10;&#10;Description automatically generated">
            <a:extLst>
              <a:ext uri="{FF2B5EF4-FFF2-40B4-BE49-F238E27FC236}">
                <a16:creationId xmlns:a16="http://schemas.microsoft.com/office/drawing/2014/main" id="{4D60E14D-BFBF-E81F-2808-AED8D08940AA}"/>
              </a:ext>
            </a:extLst>
          </p:cNvPr>
          <p:cNvPicPr>
            <a:picLocks noChangeAspect="1"/>
          </p:cNvPicPr>
          <p:nvPr userDrawn="1"/>
        </p:nvPicPr>
        <p:blipFill>
          <a:blip r:embed="rId8" cstate="print">
            <a:biLevel thresh="75000"/>
            <a:extLst>
              <a:ext uri="{28A0092B-C50C-407E-A947-70E740481C1C}">
                <a14:useLocalDpi xmlns:a14="http://schemas.microsoft.com/office/drawing/2010/main"/>
              </a:ext>
            </a:extLst>
          </a:blip>
          <a:srcRect/>
          <a:stretch>
            <a:fillRect/>
          </a:stretch>
        </p:blipFill>
        <p:spPr>
          <a:xfrm>
            <a:off x="2522423" y="7270888"/>
            <a:ext cx="429768" cy="429768"/>
          </a:xfrm>
          <a:prstGeom prst="rect">
            <a:avLst/>
          </a:prstGeom>
        </p:spPr>
      </p:pic>
      <p:sp>
        <p:nvSpPr>
          <p:cNvPr id="28" name="TextBox 27">
            <a:extLst>
              <a:ext uri="{FF2B5EF4-FFF2-40B4-BE49-F238E27FC236}">
                <a16:creationId xmlns:a16="http://schemas.microsoft.com/office/drawing/2014/main" id="{0F41DD55-59F0-8370-054E-30A588EAFF2D}"/>
              </a:ext>
            </a:extLst>
          </p:cNvPr>
          <p:cNvSpPr txBox="1"/>
          <p:nvPr userDrawn="1"/>
        </p:nvSpPr>
        <p:spPr>
          <a:xfrm>
            <a:off x="2307573" y="7880933"/>
            <a:ext cx="895668"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0" name="TextBox 29">
            <a:extLst>
              <a:ext uri="{FF2B5EF4-FFF2-40B4-BE49-F238E27FC236}">
                <a16:creationId xmlns:a16="http://schemas.microsoft.com/office/drawing/2014/main" id="{152471E4-C34C-0714-F745-78A0127A009F}"/>
              </a:ext>
            </a:extLst>
          </p:cNvPr>
          <p:cNvSpPr txBox="1"/>
          <p:nvPr userDrawn="1"/>
        </p:nvSpPr>
        <p:spPr>
          <a:xfrm>
            <a:off x="6516747" y="5269186"/>
            <a:ext cx="812049" cy="3185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2" name="Graphic 31">
            <a:extLst>
              <a:ext uri="{FF2B5EF4-FFF2-40B4-BE49-F238E27FC236}">
                <a16:creationId xmlns:a16="http://schemas.microsoft.com/office/drawing/2014/main" id="{3BADA36D-F7FA-0343-D8EE-06F6E7192B5A}"/>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5663457" y="2065864"/>
            <a:ext cx="429768" cy="429768"/>
          </a:xfrm>
          <a:prstGeom prst="rect">
            <a:avLst/>
          </a:prstGeom>
        </p:spPr>
      </p:pic>
      <p:pic>
        <p:nvPicPr>
          <p:cNvPr id="34" name="Graphic 33">
            <a:extLst>
              <a:ext uri="{FF2B5EF4-FFF2-40B4-BE49-F238E27FC236}">
                <a16:creationId xmlns:a16="http://schemas.microsoft.com/office/drawing/2014/main" id="{4318883D-3F4E-1CEE-409D-A545483C78F6}"/>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4616883" y="2065864"/>
            <a:ext cx="429768" cy="429768"/>
          </a:xfrm>
          <a:prstGeom prst="rect">
            <a:avLst/>
          </a:prstGeom>
        </p:spPr>
      </p:pic>
      <p:pic>
        <p:nvPicPr>
          <p:cNvPr id="36" name="Graphic 35">
            <a:extLst>
              <a:ext uri="{FF2B5EF4-FFF2-40B4-BE49-F238E27FC236}">
                <a16:creationId xmlns:a16="http://schemas.microsoft.com/office/drawing/2014/main" id="{8884C2B3-0923-77BF-6D97-79F9EA6940B1}"/>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430587" y="2065864"/>
            <a:ext cx="429768" cy="429768"/>
          </a:xfrm>
          <a:prstGeom prst="rect">
            <a:avLst/>
          </a:prstGeom>
        </p:spPr>
      </p:pic>
      <p:pic>
        <p:nvPicPr>
          <p:cNvPr id="38" name="Graphic 37">
            <a:extLst>
              <a:ext uri="{FF2B5EF4-FFF2-40B4-BE49-F238E27FC236}">
                <a16:creationId xmlns:a16="http://schemas.microsoft.com/office/drawing/2014/main" id="{DFB5A4EC-D0F8-E412-CD76-E9232ABFAF9E}"/>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430587" y="3306597"/>
            <a:ext cx="429768" cy="429768"/>
          </a:xfrm>
          <a:prstGeom prst="rect">
            <a:avLst/>
          </a:prstGeom>
        </p:spPr>
      </p:pic>
      <p:pic>
        <p:nvPicPr>
          <p:cNvPr id="40" name="Graphic 39">
            <a:extLst>
              <a:ext uri="{FF2B5EF4-FFF2-40B4-BE49-F238E27FC236}">
                <a16:creationId xmlns:a16="http://schemas.microsoft.com/office/drawing/2014/main" id="{17589606-3C9F-D95E-B613-308A830FB7E0}"/>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6707887" y="2065864"/>
            <a:ext cx="429768" cy="429768"/>
          </a:xfrm>
          <a:prstGeom prst="rect">
            <a:avLst/>
          </a:prstGeom>
        </p:spPr>
      </p:pic>
      <p:pic>
        <p:nvPicPr>
          <p:cNvPr id="42" name="Graphic 41">
            <a:extLst>
              <a:ext uri="{FF2B5EF4-FFF2-40B4-BE49-F238E27FC236}">
                <a16:creationId xmlns:a16="http://schemas.microsoft.com/office/drawing/2014/main" id="{79C36ED4-961D-CC23-41CD-7DCED22A3E67}"/>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6707887" y="968302"/>
            <a:ext cx="429768" cy="429768"/>
          </a:xfrm>
          <a:prstGeom prst="rect">
            <a:avLst/>
          </a:prstGeom>
        </p:spPr>
      </p:pic>
      <p:pic>
        <p:nvPicPr>
          <p:cNvPr id="44" name="Graphic 43">
            <a:extLst>
              <a:ext uri="{FF2B5EF4-FFF2-40B4-BE49-F238E27FC236}">
                <a16:creationId xmlns:a16="http://schemas.microsoft.com/office/drawing/2014/main" id="{FF26371D-05F2-980A-4C3D-4A9FB1F0DC66}"/>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2523735" y="2065864"/>
            <a:ext cx="429768" cy="429768"/>
          </a:xfrm>
          <a:prstGeom prst="rect">
            <a:avLst/>
          </a:prstGeom>
        </p:spPr>
      </p:pic>
      <p:pic>
        <p:nvPicPr>
          <p:cNvPr id="46" name="Graphic 45">
            <a:extLst>
              <a:ext uri="{FF2B5EF4-FFF2-40B4-BE49-F238E27FC236}">
                <a16:creationId xmlns:a16="http://schemas.microsoft.com/office/drawing/2014/main" id="{E94F3343-4678-377D-5C0B-E2279ADCFDA1}"/>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1477161" y="2065864"/>
            <a:ext cx="429768" cy="429768"/>
          </a:xfrm>
          <a:prstGeom prst="rect">
            <a:avLst/>
          </a:prstGeom>
        </p:spPr>
      </p:pic>
      <p:pic>
        <p:nvPicPr>
          <p:cNvPr id="48" name="Graphic 47">
            <a:extLst>
              <a:ext uri="{FF2B5EF4-FFF2-40B4-BE49-F238E27FC236}">
                <a16:creationId xmlns:a16="http://schemas.microsoft.com/office/drawing/2014/main" id="{4CAE8F2B-1CFA-9136-309A-E1FE332871C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570309" y="2065864"/>
            <a:ext cx="429768" cy="429768"/>
          </a:xfrm>
          <a:prstGeom prst="rect">
            <a:avLst/>
          </a:prstGeom>
        </p:spPr>
      </p:pic>
      <p:pic>
        <p:nvPicPr>
          <p:cNvPr id="50" name="Graphic 49">
            <a:extLst>
              <a:ext uri="{FF2B5EF4-FFF2-40B4-BE49-F238E27FC236}">
                <a16:creationId xmlns:a16="http://schemas.microsoft.com/office/drawing/2014/main" id="{6F751F75-20F8-22F0-CABF-D0AD22E54EEA}"/>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5661963" y="968302"/>
            <a:ext cx="429768" cy="429768"/>
          </a:xfrm>
          <a:prstGeom prst="rect">
            <a:avLst/>
          </a:prstGeom>
        </p:spPr>
      </p:pic>
      <p:pic>
        <p:nvPicPr>
          <p:cNvPr id="52" name="Picture 51">
            <a:extLst>
              <a:ext uri="{FF2B5EF4-FFF2-40B4-BE49-F238E27FC236}">
                <a16:creationId xmlns:a16="http://schemas.microsoft.com/office/drawing/2014/main" id="{709EAF61-E07D-9B43-3332-646B50DB79E0}"/>
              </a:ext>
            </a:extLst>
          </p:cNvPr>
          <p:cNvPicPr>
            <a:picLocks noChangeAspect="1"/>
          </p:cNvPicPr>
          <p:nvPr userDrawn="1"/>
        </p:nvPicPr>
        <p:blipFill>
          <a:blip r:embed="rId19"/>
          <a:srcRect/>
          <a:stretch/>
        </p:blipFill>
        <p:spPr>
          <a:xfrm>
            <a:off x="5657393" y="3306597"/>
            <a:ext cx="433939" cy="429768"/>
          </a:xfrm>
          <a:prstGeom prst="rect">
            <a:avLst/>
          </a:prstGeom>
        </p:spPr>
      </p:pic>
      <p:pic>
        <p:nvPicPr>
          <p:cNvPr id="54" name="Picture 53">
            <a:extLst>
              <a:ext uri="{FF2B5EF4-FFF2-40B4-BE49-F238E27FC236}">
                <a16:creationId xmlns:a16="http://schemas.microsoft.com/office/drawing/2014/main" id="{02068E51-D2B6-7F74-3CAC-A1AE436CD31E}"/>
              </a:ext>
            </a:extLst>
          </p:cNvPr>
          <p:cNvPicPr>
            <a:picLocks noChangeAspect="1"/>
          </p:cNvPicPr>
          <p:nvPr userDrawn="1"/>
        </p:nvPicPr>
        <p:blipFill>
          <a:blip r:embed="rId20"/>
          <a:srcRect/>
          <a:stretch/>
        </p:blipFill>
        <p:spPr>
          <a:xfrm>
            <a:off x="4608695" y="3306597"/>
            <a:ext cx="433939" cy="429768"/>
          </a:xfrm>
          <a:prstGeom prst="rect">
            <a:avLst/>
          </a:prstGeom>
        </p:spPr>
      </p:pic>
      <p:sp>
        <p:nvSpPr>
          <p:cNvPr id="56" name="TextBox 55">
            <a:extLst>
              <a:ext uri="{FF2B5EF4-FFF2-40B4-BE49-F238E27FC236}">
                <a16:creationId xmlns:a16="http://schemas.microsoft.com/office/drawing/2014/main" id="{18770A4E-505B-E042-C7AC-0FDC5DE3F183}"/>
              </a:ext>
            </a:extLst>
          </p:cNvPr>
          <p:cNvSpPr txBox="1"/>
          <p:nvPr userDrawn="1"/>
        </p:nvSpPr>
        <p:spPr>
          <a:xfrm>
            <a:off x="4404542" y="3881547"/>
            <a:ext cx="878866"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58" name="TextBox 57">
            <a:extLst>
              <a:ext uri="{FF2B5EF4-FFF2-40B4-BE49-F238E27FC236}">
                <a16:creationId xmlns:a16="http://schemas.microsoft.com/office/drawing/2014/main" id="{EADEDAD4-6978-B319-A82D-E2A2F0AB116F}"/>
              </a:ext>
            </a:extLst>
          </p:cNvPr>
          <p:cNvSpPr txBox="1"/>
          <p:nvPr userDrawn="1"/>
        </p:nvSpPr>
        <p:spPr>
          <a:xfrm>
            <a:off x="5411023" y="3881547"/>
            <a:ext cx="864557" cy="4297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0" name="Picture 59">
            <a:extLst>
              <a:ext uri="{FF2B5EF4-FFF2-40B4-BE49-F238E27FC236}">
                <a16:creationId xmlns:a16="http://schemas.microsoft.com/office/drawing/2014/main" id="{A547D8D5-7D52-92BF-0454-222A800FFB0E}"/>
              </a:ext>
            </a:extLst>
          </p:cNvPr>
          <p:cNvPicPr>
            <a:picLocks noChangeAspect="1"/>
          </p:cNvPicPr>
          <p:nvPr userDrawn="1"/>
        </p:nvPicPr>
        <p:blipFill>
          <a:blip r:embed="rId21" cstate="email">
            <a:biLevel thresh="50000"/>
            <a:extLst>
              <a:ext uri="{28A0092B-C50C-407E-A947-70E740481C1C}">
                <a14:useLocalDpi xmlns:a14="http://schemas.microsoft.com/office/drawing/2010/main"/>
              </a:ext>
            </a:extLst>
          </a:blip>
          <a:srcRect/>
          <a:stretch/>
        </p:blipFill>
        <p:spPr>
          <a:xfrm>
            <a:off x="6707887" y="3306597"/>
            <a:ext cx="429768" cy="429768"/>
          </a:xfrm>
          <a:prstGeom prst="rect">
            <a:avLst/>
          </a:prstGeom>
        </p:spPr>
      </p:pic>
      <p:sp>
        <p:nvSpPr>
          <p:cNvPr id="62" name="TextBox 61">
            <a:extLst>
              <a:ext uri="{FF2B5EF4-FFF2-40B4-BE49-F238E27FC236}">
                <a16:creationId xmlns:a16="http://schemas.microsoft.com/office/drawing/2014/main" id="{35C964D8-AA9E-6EAD-F857-D97318F27E95}"/>
              </a:ext>
            </a:extLst>
          </p:cNvPr>
          <p:cNvSpPr txBox="1"/>
          <p:nvPr userDrawn="1"/>
        </p:nvSpPr>
        <p:spPr>
          <a:xfrm>
            <a:off x="6500180" y="3881547"/>
            <a:ext cx="845183"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64" name="Freeform 159">
            <a:extLst>
              <a:ext uri="{FF2B5EF4-FFF2-40B4-BE49-F238E27FC236}">
                <a16:creationId xmlns:a16="http://schemas.microsoft.com/office/drawing/2014/main" id="{98928221-EB3C-6C6A-409D-D204F0C9AD4F}"/>
              </a:ext>
            </a:extLst>
          </p:cNvPr>
          <p:cNvSpPr>
            <a:spLocks noChangeAspect="1"/>
          </p:cNvSpPr>
          <p:nvPr userDrawn="1"/>
        </p:nvSpPr>
        <p:spPr>
          <a:xfrm>
            <a:off x="3568341" y="7274079"/>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66" name="TextBox 65">
            <a:extLst>
              <a:ext uri="{FF2B5EF4-FFF2-40B4-BE49-F238E27FC236}">
                <a16:creationId xmlns:a16="http://schemas.microsoft.com/office/drawing/2014/main" id="{CAAE4864-36B0-FF3F-613E-2EE14C6935D0}"/>
              </a:ext>
            </a:extLst>
          </p:cNvPr>
          <p:cNvSpPr txBox="1"/>
          <p:nvPr userDrawn="1"/>
        </p:nvSpPr>
        <p:spPr>
          <a:xfrm>
            <a:off x="3386534" y="7880933"/>
            <a:ext cx="976305"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68" name="Picture 67">
            <a:extLst>
              <a:ext uri="{FF2B5EF4-FFF2-40B4-BE49-F238E27FC236}">
                <a16:creationId xmlns:a16="http://schemas.microsoft.com/office/drawing/2014/main" id="{A80B4AD6-C2E3-15A0-1D00-E3039D14198B}"/>
              </a:ext>
            </a:extLst>
          </p:cNvPr>
          <p:cNvPicPr>
            <a:picLocks noChangeAspect="1"/>
          </p:cNvPicPr>
          <p:nvPr userDrawn="1"/>
        </p:nvPicPr>
        <p:blipFill>
          <a:blip r:embed="rId22">
            <a:biLevel thresh="75000"/>
          </a:blip>
          <a:srcRect/>
          <a:stretch/>
        </p:blipFill>
        <p:spPr>
          <a:xfrm>
            <a:off x="3565829" y="968302"/>
            <a:ext cx="429768" cy="429768"/>
          </a:xfrm>
          <a:prstGeom prst="rect">
            <a:avLst/>
          </a:prstGeom>
        </p:spPr>
      </p:pic>
      <p:sp>
        <p:nvSpPr>
          <p:cNvPr id="70" name="TextBox 69">
            <a:extLst>
              <a:ext uri="{FF2B5EF4-FFF2-40B4-BE49-F238E27FC236}">
                <a16:creationId xmlns:a16="http://schemas.microsoft.com/office/drawing/2014/main" id="{6E4901D5-F9D6-F0EA-64E1-5A3E490A4467}"/>
              </a:ext>
            </a:extLst>
          </p:cNvPr>
          <p:cNvSpPr txBox="1"/>
          <p:nvPr userDrawn="1"/>
        </p:nvSpPr>
        <p:spPr>
          <a:xfrm>
            <a:off x="3328311" y="1531025"/>
            <a:ext cx="876082"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72" name="Picture 71">
            <a:extLst>
              <a:ext uri="{FF2B5EF4-FFF2-40B4-BE49-F238E27FC236}">
                <a16:creationId xmlns:a16="http://schemas.microsoft.com/office/drawing/2014/main" id="{C51D349E-67F4-C370-7BD6-1B5D18139687}"/>
              </a:ext>
            </a:extLst>
          </p:cNvPr>
          <p:cNvPicPr>
            <a:picLocks noChangeAspect="1"/>
          </p:cNvPicPr>
          <p:nvPr userDrawn="1"/>
        </p:nvPicPr>
        <p:blipFill>
          <a:blip r:embed="rId23" cstate="email">
            <a:biLevel thresh="75000"/>
            <a:extLst>
              <a:ext uri="{28A0092B-C50C-407E-A947-70E740481C1C}">
                <a14:useLocalDpi xmlns:a14="http://schemas.microsoft.com/office/drawing/2010/main"/>
              </a:ext>
            </a:extLst>
          </a:blip>
          <a:srcRect/>
          <a:stretch/>
        </p:blipFill>
        <p:spPr>
          <a:xfrm>
            <a:off x="430587" y="4684409"/>
            <a:ext cx="429768" cy="429768"/>
          </a:xfrm>
          <a:prstGeom prst="rect">
            <a:avLst/>
          </a:prstGeom>
        </p:spPr>
      </p:pic>
      <p:sp>
        <p:nvSpPr>
          <p:cNvPr id="74" name="TextBox 73">
            <a:extLst>
              <a:ext uri="{FF2B5EF4-FFF2-40B4-BE49-F238E27FC236}">
                <a16:creationId xmlns:a16="http://schemas.microsoft.com/office/drawing/2014/main" id="{447AE874-FAD6-CF52-2C27-89F1D3563581}"/>
              </a:ext>
            </a:extLst>
          </p:cNvPr>
          <p:cNvSpPr txBox="1"/>
          <p:nvPr userDrawn="1"/>
        </p:nvSpPr>
        <p:spPr>
          <a:xfrm>
            <a:off x="264287" y="5269186"/>
            <a:ext cx="776060"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76" name="Picture 75">
            <a:extLst>
              <a:ext uri="{FF2B5EF4-FFF2-40B4-BE49-F238E27FC236}">
                <a16:creationId xmlns:a16="http://schemas.microsoft.com/office/drawing/2014/main" id="{4EFDD178-C6B1-2AE8-1C3B-50B0FE864D37}"/>
              </a:ext>
            </a:extLst>
          </p:cNvPr>
          <p:cNvPicPr>
            <a:picLocks noChangeAspect="1"/>
          </p:cNvPicPr>
          <p:nvPr userDrawn="1"/>
        </p:nvPicPr>
        <p:blipFill>
          <a:blip r:embed="rId24" cstate="email">
            <a:biLevel thresh="75000"/>
            <a:extLst>
              <a:ext uri="{28A0092B-C50C-407E-A947-70E740481C1C}">
                <a14:useLocalDpi xmlns:a14="http://schemas.microsoft.com/office/drawing/2010/main"/>
              </a:ext>
            </a:extLst>
          </a:blip>
          <a:srcRect/>
          <a:stretch/>
        </p:blipFill>
        <p:spPr>
          <a:xfrm>
            <a:off x="2522423" y="4684409"/>
            <a:ext cx="429768" cy="429768"/>
          </a:xfrm>
          <a:prstGeom prst="rect">
            <a:avLst/>
          </a:prstGeom>
        </p:spPr>
      </p:pic>
      <p:sp>
        <p:nvSpPr>
          <p:cNvPr id="78" name="TextBox 77">
            <a:extLst>
              <a:ext uri="{FF2B5EF4-FFF2-40B4-BE49-F238E27FC236}">
                <a16:creationId xmlns:a16="http://schemas.microsoft.com/office/drawing/2014/main" id="{F62BEA80-4278-A197-5799-6DF0B5F36AD0}"/>
              </a:ext>
            </a:extLst>
          </p:cNvPr>
          <p:cNvSpPr txBox="1"/>
          <p:nvPr userDrawn="1"/>
        </p:nvSpPr>
        <p:spPr>
          <a:xfrm>
            <a:off x="2272706" y="5269186"/>
            <a:ext cx="843425"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80" name="Picture 79">
            <a:extLst>
              <a:ext uri="{FF2B5EF4-FFF2-40B4-BE49-F238E27FC236}">
                <a16:creationId xmlns:a16="http://schemas.microsoft.com/office/drawing/2014/main" id="{7F694DAC-BD40-06F1-788B-2D05CA9DBE54}"/>
              </a:ext>
            </a:extLst>
          </p:cNvPr>
          <p:cNvPicPr>
            <a:picLocks noChangeAspect="1"/>
          </p:cNvPicPr>
          <p:nvPr userDrawn="1"/>
        </p:nvPicPr>
        <p:blipFill>
          <a:blip r:embed="rId25">
            <a:biLevel thresh="75000"/>
          </a:blip>
          <a:srcRect/>
          <a:stretch/>
        </p:blipFill>
        <p:spPr>
          <a:xfrm>
            <a:off x="4614259" y="7270888"/>
            <a:ext cx="429768" cy="429768"/>
          </a:xfrm>
          <a:prstGeom prst="rect">
            <a:avLst/>
          </a:prstGeom>
        </p:spPr>
      </p:pic>
      <p:sp>
        <p:nvSpPr>
          <p:cNvPr id="82" name="TextBox 81">
            <a:extLst>
              <a:ext uri="{FF2B5EF4-FFF2-40B4-BE49-F238E27FC236}">
                <a16:creationId xmlns:a16="http://schemas.microsoft.com/office/drawing/2014/main" id="{F26391F5-9F3A-519F-40AC-54B7138BBB8E}"/>
              </a:ext>
            </a:extLst>
          </p:cNvPr>
          <p:cNvSpPr txBox="1"/>
          <p:nvPr userDrawn="1"/>
        </p:nvSpPr>
        <p:spPr>
          <a:xfrm>
            <a:off x="4546132" y="7880933"/>
            <a:ext cx="773353"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84" name="Picture 83">
            <a:extLst>
              <a:ext uri="{FF2B5EF4-FFF2-40B4-BE49-F238E27FC236}">
                <a16:creationId xmlns:a16="http://schemas.microsoft.com/office/drawing/2014/main" id="{AD8FEC5E-A8DC-8E75-E548-14F68C566EC3}"/>
              </a:ext>
            </a:extLst>
          </p:cNvPr>
          <p:cNvPicPr>
            <a:picLocks noChangeAspect="1"/>
          </p:cNvPicPr>
          <p:nvPr userDrawn="1"/>
        </p:nvPicPr>
        <p:blipFill>
          <a:blip r:embed="rId26" cstate="email">
            <a:biLevel thresh="50000"/>
            <a:extLst>
              <a:ext uri="{28A0092B-C50C-407E-A947-70E740481C1C}">
                <a14:useLocalDpi xmlns:a14="http://schemas.microsoft.com/office/drawing/2010/main"/>
              </a:ext>
            </a:extLst>
          </a:blip>
          <a:srcRect/>
          <a:stretch/>
        </p:blipFill>
        <p:spPr>
          <a:xfrm>
            <a:off x="430587" y="5938309"/>
            <a:ext cx="429768" cy="429768"/>
          </a:xfrm>
          <a:prstGeom prst="rect">
            <a:avLst/>
          </a:prstGeom>
        </p:spPr>
      </p:pic>
      <p:sp>
        <p:nvSpPr>
          <p:cNvPr id="86" name="TextBox 85">
            <a:extLst>
              <a:ext uri="{FF2B5EF4-FFF2-40B4-BE49-F238E27FC236}">
                <a16:creationId xmlns:a16="http://schemas.microsoft.com/office/drawing/2014/main" id="{F402CEC9-E80F-11F2-63E2-276B81605DC7}"/>
              </a:ext>
            </a:extLst>
          </p:cNvPr>
          <p:cNvSpPr txBox="1"/>
          <p:nvPr userDrawn="1"/>
        </p:nvSpPr>
        <p:spPr>
          <a:xfrm>
            <a:off x="171481" y="6533527"/>
            <a:ext cx="961672"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88" name="Freeform 181">
            <a:extLst>
              <a:ext uri="{FF2B5EF4-FFF2-40B4-BE49-F238E27FC236}">
                <a16:creationId xmlns:a16="http://schemas.microsoft.com/office/drawing/2014/main" id="{40F3F72A-42F8-9633-B093-1114063686E7}"/>
              </a:ext>
            </a:extLst>
          </p:cNvPr>
          <p:cNvSpPr>
            <a:spLocks noChangeAspect="1"/>
          </p:cNvSpPr>
          <p:nvPr userDrawn="1"/>
        </p:nvSpPr>
        <p:spPr>
          <a:xfrm>
            <a:off x="2522423" y="5938309"/>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90" name="Picture 89">
            <a:extLst>
              <a:ext uri="{FF2B5EF4-FFF2-40B4-BE49-F238E27FC236}">
                <a16:creationId xmlns:a16="http://schemas.microsoft.com/office/drawing/2014/main" id="{6A742E24-FB4D-CF0D-1E97-755BE285037B}"/>
              </a:ext>
            </a:extLst>
          </p:cNvPr>
          <p:cNvPicPr>
            <a:picLocks noChangeAspect="1"/>
          </p:cNvPicPr>
          <p:nvPr userDrawn="1"/>
        </p:nvPicPr>
        <p:blipFill>
          <a:blip r:embed="rId27">
            <a:biLevel thresh="75000"/>
          </a:blip>
          <a:srcRect/>
          <a:stretch/>
        </p:blipFill>
        <p:spPr>
          <a:xfrm>
            <a:off x="4613896" y="968302"/>
            <a:ext cx="429768" cy="429768"/>
          </a:xfrm>
          <a:prstGeom prst="rect">
            <a:avLst/>
          </a:prstGeom>
        </p:spPr>
      </p:pic>
      <p:sp>
        <p:nvSpPr>
          <p:cNvPr id="92" name="TextBox 91">
            <a:extLst>
              <a:ext uri="{FF2B5EF4-FFF2-40B4-BE49-F238E27FC236}">
                <a16:creationId xmlns:a16="http://schemas.microsoft.com/office/drawing/2014/main" id="{70D97FE5-CA97-86AD-0E44-4BC5856D8E61}"/>
              </a:ext>
            </a:extLst>
          </p:cNvPr>
          <p:cNvSpPr txBox="1"/>
          <p:nvPr userDrawn="1"/>
        </p:nvSpPr>
        <p:spPr>
          <a:xfrm>
            <a:off x="4380337" y="1531025"/>
            <a:ext cx="869440"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94" name="TextBox 93">
            <a:extLst>
              <a:ext uri="{FF2B5EF4-FFF2-40B4-BE49-F238E27FC236}">
                <a16:creationId xmlns:a16="http://schemas.microsoft.com/office/drawing/2014/main" id="{A1D5AB2A-93B0-D37D-3249-771C072EC0AA}"/>
              </a:ext>
            </a:extLst>
          </p:cNvPr>
          <p:cNvSpPr txBox="1"/>
          <p:nvPr userDrawn="1"/>
        </p:nvSpPr>
        <p:spPr>
          <a:xfrm>
            <a:off x="2263234" y="6533527"/>
            <a:ext cx="922387"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96" name="Freeform 189">
            <a:extLst>
              <a:ext uri="{FF2B5EF4-FFF2-40B4-BE49-F238E27FC236}">
                <a16:creationId xmlns:a16="http://schemas.microsoft.com/office/drawing/2014/main" id="{DA42995E-DF25-7828-ACE9-7CEEF6F0FBA5}"/>
              </a:ext>
            </a:extLst>
          </p:cNvPr>
          <p:cNvSpPr>
            <a:spLocks noChangeAspect="1"/>
          </p:cNvSpPr>
          <p:nvPr userDrawn="1"/>
        </p:nvSpPr>
        <p:spPr>
          <a:xfrm>
            <a:off x="1476505" y="4725203"/>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98" name="TextBox 97">
            <a:extLst>
              <a:ext uri="{FF2B5EF4-FFF2-40B4-BE49-F238E27FC236}">
                <a16:creationId xmlns:a16="http://schemas.microsoft.com/office/drawing/2014/main" id="{3DB8E0A0-708A-72C7-3008-839946E852CB}"/>
              </a:ext>
            </a:extLst>
          </p:cNvPr>
          <p:cNvSpPr txBox="1"/>
          <p:nvPr userDrawn="1"/>
        </p:nvSpPr>
        <p:spPr>
          <a:xfrm>
            <a:off x="1176733" y="5269186"/>
            <a:ext cx="959587"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00" name="Picture 99">
            <a:extLst>
              <a:ext uri="{FF2B5EF4-FFF2-40B4-BE49-F238E27FC236}">
                <a16:creationId xmlns:a16="http://schemas.microsoft.com/office/drawing/2014/main" id="{29A19AB4-0E0B-AF54-B842-745A4BDF931A}"/>
              </a:ext>
            </a:extLst>
          </p:cNvPr>
          <p:cNvPicPr>
            <a:picLocks noChangeAspect="1"/>
          </p:cNvPicPr>
          <p:nvPr userDrawn="1"/>
        </p:nvPicPr>
        <p:blipFill>
          <a:blip r:embed="rId28" cstate="email">
            <a:biLevel thresh="75000"/>
            <a:extLst>
              <a:ext uri="{28A0092B-C50C-407E-A947-70E740481C1C}">
                <a14:useLocalDpi xmlns:a14="http://schemas.microsoft.com/office/drawing/2010/main"/>
              </a:ext>
            </a:extLst>
          </a:blip>
          <a:srcRect/>
          <a:stretch/>
        </p:blipFill>
        <p:spPr>
          <a:xfrm>
            <a:off x="5660177" y="7270888"/>
            <a:ext cx="429768" cy="429768"/>
          </a:xfrm>
          <a:prstGeom prst="rect">
            <a:avLst/>
          </a:prstGeom>
        </p:spPr>
      </p:pic>
      <p:sp>
        <p:nvSpPr>
          <p:cNvPr id="102" name="TextBox 101">
            <a:extLst>
              <a:ext uri="{FF2B5EF4-FFF2-40B4-BE49-F238E27FC236}">
                <a16:creationId xmlns:a16="http://schemas.microsoft.com/office/drawing/2014/main" id="{5EAF628F-2D24-9624-BE33-0CCC246BCADD}"/>
              </a:ext>
            </a:extLst>
          </p:cNvPr>
          <p:cNvSpPr txBox="1"/>
          <p:nvPr userDrawn="1"/>
        </p:nvSpPr>
        <p:spPr>
          <a:xfrm>
            <a:off x="5502778" y="7880933"/>
            <a:ext cx="842862"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04" name="TextBox 103">
            <a:extLst>
              <a:ext uri="{FF2B5EF4-FFF2-40B4-BE49-F238E27FC236}">
                <a16:creationId xmlns:a16="http://schemas.microsoft.com/office/drawing/2014/main" id="{E8798FDB-59F5-2DF4-1D36-9744185F2602}"/>
              </a:ext>
            </a:extLst>
          </p:cNvPr>
          <p:cNvSpPr txBox="1"/>
          <p:nvPr userDrawn="1"/>
        </p:nvSpPr>
        <p:spPr>
          <a:xfrm>
            <a:off x="5028182" y="2651529"/>
            <a:ext cx="429768" cy="2448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06" name="TextBox 105">
            <a:extLst>
              <a:ext uri="{FF2B5EF4-FFF2-40B4-BE49-F238E27FC236}">
                <a16:creationId xmlns:a16="http://schemas.microsoft.com/office/drawing/2014/main" id="{CFD86ECB-7814-662D-BE28-9B53C215A833}"/>
              </a:ext>
            </a:extLst>
          </p:cNvPr>
          <p:cNvSpPr txBox="1"/>
          <p:nvPr userDrawn="1"/>
        </p:nvSpPr>
        <p:spPr>
          <a:xfrm>
            <a:off x="4343667" y="2651529"/>
            <a:ext cx="874800"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08" name="TextBox 107">
            <a:extLst>
              <a:ext uri="{FF2B5EF4-FFF2-40B4-BE49-F238E27FC236}">
                <a16:creationId xmlns:a16="http://schemas.microsoft.com/office/drawing/2014/main" id="{0D3A730E-9724-4FD9-01CE-91DCF34F98A1}"/>
              </a:ext>
            </a:extLst>
          </p:cNvPr>
          <p:cNvSpPr txBox="1"/>
          <p:nvPr userDrawn="1"/>
        </p:nvSpPr>
        <p:spPr>
          <a:xfrm>
            <a:off x="5551681" y="2651529"/>
            <a:ext cx="843424"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10" name="TextBox 109">
            <a:extLst>
              <a:ext uri="{FF2B5EF4-FFF2-40B4-BE49-F238E27FC236}">
                <a16:creationId xmlns:a16="http://schemas.microsoft.com/office/drawing/2014/main" id="{E3A16782-BDEC-4BC7-808B-EFDD5F4DC932}"/>
              </a:ext>
            </a:extLst>
          </p:cNvPr>
          <p:cNvSpPr txBox="1"/>
          <p:nvPr userDrawn="1"/>
        </p:nvSpPr>
        <p:spPr>
          <a:xfrm>
            <a:off x="6488836" y="2651529"/>
            <a:ext cx="867871"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12" name="TextBox 111">
            <a:extLst>
              <a:ext uri="{FF2B5EF4-FFF2-40B4-BE49-F238E27FC236}">
                <a16:creationId xmlns:a16="http://schemas.microsoft.com/office/drawing/2014/main" id="{A20014D5-039C-4480-7B7E-5A1BC7BAACB6}"/>
              </a:ext>
            </a:extLst>
          </p:cNvPr>
          <p:cNvSpPr txBox="1"/>
          <p:nvPr userDrawn="1"/>
        </p:nvSpPr>
        <p:spPr>
          <a:xfrm>
            <a:off x="256141" y="3881547"/>
            <a:ext cx="792353"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14" name="TextBox 113">
            <a:extLst>
              <a:ext uri="{FF2B5EF4-FFF2-40B4-BE49-F238E27FC236}">
                <a16:creationId xmlns:a16="http://schemas.microsoft.com/office/drawing/2014/main" id="{E33D6988-E8FA-D877-3C99-F4C95E14CD5F}"/>
              </a:ext>
            </a:extLst>
          </p:cNvPr>
          <p:cNvSpPr txBox="1"/>
          <p:nvPr userDrawn="1"/>
        </p:nvSpPr>
        <p:spPr>
          <a:xfrm>
            <a:off x="3285081" y="2651529"/>
            <a:ext cx="874800"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16" name="TextBox 115">
            <a:extLst>
              <a:ext uri="{FF2B5EF4-FFF2-40B4-BE49-F238E27FC236}">
                <a16:creationId xmlns:a16="http://schemas.microsoft.com/office/drawing/2014/main" id="{DA90D046-3237-7002-F5A2-5FB05A68EE10}"/>
              </a:ext>
            </a:extLst>
          </p:cNvPr>
          <p:cNvSpPr txBox="1"/>
          <p:nvPr userDrawn="1"/>
        </p:nvSpPr>
        <p:spPr>
          <a:xfrm>
            <a:off x="2291131" y="2651529"/>
            <a:ext cx="844801"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18" name="TextBox 117">
            <a:extLst>
              <a:ext uri="{FF2B5EF4-FFF2-40B4-BE49-F238E27FC236}">
                <a16:creationId xmlns:a16="http://schemas.microsoft.com/office/drawing/2014/main" id="{4D2FEF9B-33BA-B571-B718-6704DF79EE6F}"/>
              </a:ext>
            </a:extLst>
          </p:cNvPr>
          <p:cNvSpPr txBox="1"/>
          <p:nvPr userDrawn="1"/>
        </p:nvSpPr>
        <p:spPr>
          <a:xfrm>
            <a:off x="1239473" y="2651529"/>
            <a:ext cx="874800"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20" name="TextBox 119">
            <a:extLst>
              <a:ext uri="{FF2B5EF4-FFF2-40B4-BE49-F238E27FC236}">
                <a16:creationId xmlns:a16="http://schemas.microsoft.com/office/drawing/2014/main" id="{12CF0695-8EF1-5C06-A33F-F8F8B16BF87F}"/>
              </a:ext>
            </a:extLst>
          </p:cNvPr>
          <p:cNvSpPr txBox="1"/>
          <p:nvPr userDrawn="1"/>
        </p:nvSpPr>
        <p:spPr>
          <a:xfrm>
            <a:off x="214308" y="2651529"/>
            <a:ext cx="876018"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22" name="TextBox 121">
            <a:extLst>
              <a:ext uri="{FF2B5EF4-FFF2-40B4-BE49-F238E27FC236}">
                <a16:creationId xmlns:a16="http://schemas.microsoft.com/office/drawing/2014/main" id="{B5DE9C5E-DABA-F5C7-060B-7407BBD4917D}"/>
              </a:ext>
            </a:extLst>
          </p:cNvPr>
          <p:cNvSpPr txBox="1"/>
          <p:nvPr userDrawn="1"/>
        </p:nvSpPr>
        <p:spPr>
          <a:xfrm>
            <a:off x="6437507" y="1531025"/>
            <a:ext cx="970528"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24" name="TextBox 123">
            <a:extLst>
              <a:ext uri="{FF2B5EF4-FFF2-40B4-BE49-F238E27FC236}">
                <a16:creationId xmlns:a16="http://schemas.microsoft.com/office/drawing/2014/main" id="{F4776C0D-171F-7913-5848-A0329902E238}"/>
              </a:ext>
            </a:extLst>
          </p:cNvPr>
          <p:cNvSpPr txBox="1"/>
          <p:nvPr userDrawn="1"/>
        </p:nvSpPr>
        <p:spPr>
          <a:xfrm>
            <a:off x="5425721" y="1531025"/>
            <a:ext cx="837984"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26" name="Freeform 57">
            <a:extLst>
              <a:ext uri="{FF2B5EF4-FFF2-40B4-BE49-F238E27FC236}">
                <a16:creationId xmlns:a16="http://schemas.microsoft.com/office/drawing/2014/main" id="{6FB2D183-AC0C-82EC-EFC8-C912EEF3631E}"/>
              </a:ext>
            </a:extLst>
          </p:cNvPr>
          <p:cNvSpPr>
            <a:spLocks noChangeAspect="1"/>
          </p:cNvSpPr>
          <p:nvPr userDrawn="1"/>
        </p:nvSpPr>
        <p:spPr>
          <a:xfrm>
            <a:off x="3568341" y="4680714"/>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28" name="TextBox 127">
            <a:extLst>
              <a:ext uri="{FF2B5EF4-FFF2-40B4-BE49-F238E27FC236}">
                <a16:creationId xmlns:a16="http://schemas.microsoft.com/office/drawing/2014/main" id="{8AED4C91-3B43-2EB6-538D-FEA69164EADC}"/>
              </a:ext>
            </a:extLst>
          </p:cNvPr>
          <p:cNvSpPr txBox="1"/>
          <p:nvPr userDrawn="1"/>
        </p:nvSpPr>
        <p:spPr>
          <a:xfrm>
            <a:off x="3252517" y="5269186"/>
            <a:ext cx="1027535"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30" name="Freeform 36">
            <a:extLst>
              <a:ext uri="{FF2B5EF4-FFF2-40B4-BE49-F238E27FC236}">
                <a16:creationId xmlns:a16="http://schemas.microsoft.com/office/drawing/2014/main" id="{339995DE-2BFA-1158-5FAA-B2D3BAD3BF20}"/>
              </a:ext>
            </a:extLst>
          </p:cNvPr>
          <p:cNvSpPr>
            <a:spLocks noChangeAspect="1"/>
          </p:cNvSpPr>
          <p:nvPr userDrawn="1"/>
        </p:nvSpPr>
        <p:spPr>
          <a:xfrm>
            <a:off x="1476505" y="5938296"/>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32" name="TextBox 131">
            <a:extLst>
              <a:ext uri="{FF2B5EF4-FFF2-40B4-BE49-F238E27FC236}">
                <a16:creationId xmlns:a16="http://schemas.microsoft.com/office/drawing/2014/main" id="{5640B720-CE08-D920-E745-1BB858F2FF08}"/>
              </a:ext>
            </a:extLst>
          </p:cNvPr>
          <p:cNvSpPr txBox="1"/>
          <p:nvPr userDrawn="1"/>
        </p:nvSpPr>
        <p:spPr>
          <a:xfrm>
            <a:off x="1314797" y="6533527"/>
            <a:ext cx="766793"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34" name="Freeform 219">
            <a:extLst>
              <a:ext uri="{FF2B5EF4-FFF2-40B4-BE49-F238E27FC236}">
                <a16:creationId xmlns:a16="http://schemas.microsoft.com/office/drawing/2014/main" id="{0845A96B-BAD6-F676-4350-E93CF022A150}"/>
              </a:ext>
            </a:extLst>
          </p:cNvPr>
          <p:cNvSpPr>
            <a:spLocks noChangeAspect="1"/>
          </p:cNvSpPr>
          <p:nvPr userDrawn="1"/>
        </p:nvSpPr>
        <p:spPr>
          <a:xfrm>
            <a:off x="3568341" y="5938316"/>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36" name="TextBox 135">
            <a:extLst>
              <a:ext uri="{FF2B5EF4-FFF2-40B4-BE49-F238E27FC236}">
                <a16:creationId xmlns:a16="http://schemas.microsoft.com/office/drawing/2014/main" id="{55FCB436-1B43-9F18-0976-B2263A0481F9}"/>
              </a:ext>
            </a:extLst>
          </p:cNvPr>
          <p:cNvSpPr txBox="1"/>
          <p:nvPr userDrawn="1"/>
        </p:nvSpPr>
        <p:spPr>
          <a:xfrm>
            <a:off x="3207941" y="6533527"/>
            <a:ext cx="1051052" cy="3345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38" name="Picture Placeholder 24">
            <a:extLst>
              <a:ext uri="{FF2B5EF4-FFF2-40B4-BE49-F238E27FC236}">
                <a16:creationId xmlns:a16="http://schemas.microsoft.com/office/drawing/2014/main" id="{843CD3AF-984B-7D83-79CB-0DBE850B1239}"/>
              </a:ext>
            </a:extLst>
          </p:cNvPr>
          <p:cNvPicPr>
            <a:picLocks noChangeAspect="1"/>
          </p:cNvPicPr>
          <p:nvPr userDrawn="1"/>
        </p:nvPicPr>
        <p:blipFill>
          <a:blip>
            <a:extLst>
              <a:ext uri="{96DAC541-7B7A-43D3-8B79-37D633B846F1}">
                <asvg:svgBlip xmlns:asvg="http://schemas.microsoft.com/office/drawing/2016/SVG/main" r:embed="rId29"/>
              </a:ext>
            </a:extLst>
          </a:blip>
          <a:srcRect t="69" b="69"/>
          <a:stretch/>
        </p:blipFill>
        <p:spPr>
          <a:xfrm>
            <a:off x="4614259" y="4684708"/>
            <a:ext cx="429768" cy="429171"/>
          </a:xfrm>
          <a:prstGeom prst="rect">
            <a:avLst/>
          </a:prstGeom>
        </p:spPr>
      </p:pic>
      <p:sp>
        <p:nvSpPr>
          <p:cNvPr id="140" name="TextBox 139">
            <a:extLst>
              <a:ext uri="{FF2B5EF4-FFF2-40B4-BE49-F238E27FC236}">
                <a16:creationId xmlns:a16="http://schemas.microsoft.com/office/drawing/2014/main" id="{98F554CF-01CE-C5C6-E77E-4CBDEAA7273F}"/>
              </a:ext>
            </a:extLst>
          </p:cNvPr>
          <p:cNvSpPr txBox="1"/>
          <p:nvPr userDrawn="1"/>
        </p:nvSpPr>
        <p:spPr>
          <a:xfrm>
            <a:off x="4416438" y="5269186"/>
            <a:ext cx="874800"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142" name="Graphic 141">
            <a:extLst>
              <a:ext uri="{FF2B5EF4-FFF2-40B4-BE49-F238E27FC236}">
                <a16:creationId xmlns:a16="http://schemas.microsoft.com/office/drawing/2014/main" id="{902D69BC-D3C3-EA6B-AC3C-A227480A6465}"/>
              </a:ext>
            </a:extLst>
          </p:cNvPr>
          <p:cNvPicPr>
            <a:picLocks noChangeAspect="1"/>
          </p:cNvPicPr>
          <p:nvPr userDrawn="1"/>
        </p:nvPicPr>
        <p:blipFill>
          <a:blip>
            <a:biLevel thresh="75000"/>
            <a:extLst>
              <a:ext uri="{96DAC541-7B7A-43D3-8B79-37D633B846F1}">
                <asvg:svgBlip xmlns:asvg="http://schemas.microsoft.com/office/drawing/2016/SVG/main" r:embed="rId30"/>
              </a:ext>
            </a:extLst>
          </a:blip>
          <a:srcRect/>
          <a:stretch/>
        </p:blipFill>
        <p:spPr>
          <a:xfrm>
            <a:off x="4614259" y="5938309"/>
            <a:ext cx="429768" cy="429768"/>
          </a:xfrm>
          <a:prstGeom prst="rect">
            <a:avLst/>
          </a:prstGeom>
        </p:spPr>
      </p:pic>
      <p:sp>
        <p:nvSpPr>
          <p:cNvPr id="144" name="TextBox 143">
            <a:extLst>
              <a:ext uri="{FF2B5EF4-FFF2-40B4-BE49-F238E27FC236}">
                <a16:creationId xmlns:a16="http://schemas.microsoft.com/office/drawing/2014/main" id="{D49A07FE-6D79-4FFB-D3FF-59358E5D8B5B}"/>
              </a:ext>
            </a:extLst>
          </p:cNvPr>
          <p:cNvSpPr txBox="1"/>
          <p:nvPr userDrawn="1"/>
        </p:nvSpPr>
        <p:spPr>
          <a:xfrm>
            <a:off x="4475272" y="6533527"/>
            <a:ext cx="812048"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146" name="Graphic 145">
            <a:extLst>
              <a:ext uri="{FF2B5EF4-FFF2-40B4-BE49-F238E27FC236}">
                <a16:creationId xmlns:a16="http://schemas.microsoft.com/office/drawing/2014/main" id="{6C6BFFA1-AF32-93C0-5156-032DC65424C6}"/>
              </a:ext>
            </a:extLst>
          </p:cNvPr>
          <p:cNvPicPr>
            <a:picLocks noChangeAspect="1"/>
          </p:cNvPicPr>
          <p:nvPr userDrawn="1"/>
        </p:nvPicPr>
        <p:blipFill>
          <a:blip>
            <a:extLst>
              <a:ext uri="{96DAC541-7B7A-43D3-8B79-37D633B846F1}">
                <asvg:svgBlip xmlns:asvg="http://schemas.microsoft.com/office/drawing/2016/SVG/main" r:embed="rId31"/>
              </a:ext>
            </a:extLst>
          </a:blip>
          <a:srcRect/>
          <a:stretch/>
        </p:blipFill>
        <p:spPr>
          <a:xfrm>
            <a:off x="5660177" y="4684409"/>
            <a:ext cx="429768" cy="429768"/>
          </a:xfrm>
          <a:prstGeom prst="rect">
            <a:avLst/>
          </a:prstGeom>
        </p:spPr>
      </p:pic>
      <p:sp>
        <p:nvSpPr>
          <p:cNvPr id="148" name="TextBox 147">
            <a:extLst>
              <a:ext uri="{FF2B5EF4-FFF2-40B4-BE49-F238E27FC236}">
                <a16:creationId xmlns:a16="http://schemas.microsoft.com/office/drawing/2014/main" id="{0CC6483D-242A-1D2B-36C3-FC3C61302C7D}"/>
              </a:ext>
            </a:extLst>
          </p:cNvPr>
          <p:cNvSpPr txBox="1"/>
          <p:nvPr userDrawn="1"/>
        </p:nvSpPr>
        <p:spPr>
          <a:xfrm>
            <a:off x="5427624" y="5269186"/>
            <a:ext cx="952739"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150" name="Graphic 149">
            <a:extLst>
              <a:ext uri="{FF2B5EF4-FFF2-40B4-BE49-F238E27FC236}">
                <a16:creationId xmlns:a16="http://schemas.microsoft.com/office/drawing/2014/main" id="{A9E54F7C-5136-54FD-92CF-7975F4778296}"/>
              </a:ext>
            </a:extLst>
          </p:cNvPr>
          <p:cNvPicPr>
            <a:picLocks noChangeAspect="1"/>
          </p:cNvPicPr>
          <p:nvPr userDrawn="1"/>
        </p:nvPicPr>
        <p:blipFill>
          <a:blip>
            <a:extLst>
              <a:ext uri="{96DAC541-7B7A-43D3-8B79-37D633B846F1}">
                <asvg:svgBlip xmlns:asvg="http://schemas.microsoft.com/office/drawing/2016/SVG/main" r:embed="rId32"/>
              </a:ext>
            </a:extLst>
          </a:blip>
          <a:srcRect/>
          <a:stretch/>
        </p:blipFill>
        <p:spPr>
          <a:xfrm>
            <a:off x="6707887" y="7270888"/>
            <a:ext cx="429768" cy="429768"/>
          </a:xfrm>
          <a:prstGeom prst="rect">
            <a:avLst/>
          </a:prstGeom>
        </p:spPr>
      </p:pic>
      <p:pic>
        <p:nvPicPr>
          <p:cNvPr id="152" name="Graphic 151">
            <a:extLst>
              <a:ext uri="{FF2B5EF4-FFF2-40B4-BE49-F238E27FC236}">
                <a16:creationId xmlns:a16="http://schemas.microsoft.com/office/drawing/2014/main" id="{AA2CE854-B866-46EA-7FF0-37C61DF9A1DF}"/>
              </a:ext>
            </a:extLst>
          </p:cNvPr>
          <p:cNvPicPr>
            <a:picLocks noChangeAspect="1"/>
          </p:cNvPicPr>
          <p:nvPr userDrawn="1"/>
        </p:nvPicPr>
        <p:blipFill>
          <a:blip>
            <a:extLst>
              <a:ext uri="{96DAC541-7B7A-43D3-8B79-37D633B846F1}">
                <asvg:svgBlip xmlns:asvg="http://schemas.microsoft.com/office/drawing/2016/SVG/main" r:embed="rId33"/>
              </a:ext>
            </a:extLst>
          </a:blip>
          <a:srcRect/>
          <a:stretch/>
        </p:blipFill>
        <p:spPr>
          <a:xfrm>
            <a:off x="430587" y="8698216"/>
            <a:ext cx="429768" cy="429768"/>
          </a:xfrm>
          <a:prstGeom prst="rect">
            <a:avLst/>
          </a:prstGeom>
        </p:spPr>
      </p:pic>
      <p:pic>
        <p:nvPicPr>
          <p:cNvPr id="154" name="Graphic 153">
            <a:extLst>
              <a:ext uri="{FF2B5EF4-FFF2-40B4-BE49-F238E27FC236}">
                <a16:creationId xmlns:a16="http://schemas.microsoft.com/office/drawing/2014/main" id="{8DEF3F93-6C6F-75A6-D41C-7BF9543476DD}"/>
              </a:ext>
            </a:extLst>
          </p:cNvPr>
          <p:cNvPicPr>
            <a:picLocks noChangeAspect="1"/>
          </p:cNvPicPr>
          <p:nvPr userDrawn="1"/>
        </p:nvPicPr>
        <p:blipFill>
          <a:blip>
            <a:extLst>
              <a:ext uri="{96DAC541-7B7A-43D3-8B79-37D633B846F1}">
                <asvg:svgBlip xmlns:asvg="http://schemas.microsoft.com/office/drawing/2016/SVG/main" r:embed="rId34"/>
              </a:ext>
            </a:extLst>
          </a:blip>
          <a:srcRect/>
          <a:stretch/>
        </p:blipFill>
        <p:spPr>
          <a:xfrm>
            <a:off x="2523735" y="8698216"/>
            <a:ext cx="429768" cy="429768"/>
          </a:xfrm>
          <a:prstGeom prst="rect">
            <a:avLst/>
          </a:prstGeom>
        </p:spPr>
      </p:pic>
      <p:pic>
        <p:nvPicPr>
          <p:cNvPr id="156" name="Graphic 155">
            <a:extLst>
              <a:ext uri="{FF2B5EF4-FFF2-40B4-BE49-F238E27FC236}">
                <a16:creationId xmlns:a16="http://schemas.microsoft.com/office/drawing/2014/main" id="{27EFE90F-65CC-1781-24F8-2B1C1FF35420}"/>
              </a:ext>
            </a:extLst>
          </p:cNvPr>
          <p:cNvPicPr>
            <a:picLocks noChangeAspect="1"/>
          </p:cNvPicPr>
          <p:nvPr userDrawn="1"/>
        </p:nvPicPr>
        <p:blipFill>
          <a:blip>
            <a:extLst>
              <a:ext uri="{96DAC541-7B7A-43D3-8B79-37D633B846F1}">
                <asvg:svgBlip xmlns:asvg="http://schemas.microsoft.com/office/drawing/2016/SVG/main" r:embed="rId35"/>
              </a:ext>
            </a:extLst>
          </a:blip>
          <a:srcRect/>
          <a:stretch/>
        </p:blipFill>
        <p:spPr>
          <a:xfrm>
            <a:off x="3570309" y="8698216"/>
            <a:ext cx="429768" cy="429768"/>
          </a:xfrm>
          <a:prstGeom prst="rect">
            <a:avLst/>
          </a:prstGeom>
        </p:spPr>
      </p:pic>
      <p:pic>
        <p:nvPicPr>
          <p:cNvPr id="158" name="Graphic 157">
            <a:extLst>
              <a:ext uri="{FF2B5EF4-FFF2-40B4-BE49-F238E27FC236}">
                <a16:creationId xmlns:a16="http://schemas.microsoft.com/office/drawing/2014/main" id="{1A0785BE-8C3C-E874-6548-2EFCA8DEEA62}"/>
              </a:ext>
            </a:extLst>
          </p:cNvPr>
          <p:cNvPicPr>
            <a:picLocks noChangeAspect="1"/>
          </p:cNvPicPr>
          <p:nvPr userDrawn="1"/>
        </p:nvPicPr>
        <p:blipFill>
          <a:blip>
            <a:extLst>
              <a:ext uri="{96DAC541-7B7A-43D3-8B79-37D633B846F1}">
                <asvg:svgBlip xmlns:asvg="http://schemas.microsoft.com/office/drawing/2016/SVG/main" r:embed="rId36"/>
              </a:ext>
            </a:extLst>
          </a:blip>
          <a:srcRect/>
          <a:stretch/>
        </p:blipFill>
        <p:spPr>
          <a:xfrm>
            <a:off x="4616883" y="8698216"/>
            <a:ext cx="429768" cy="429768"/>
          </a:xfrm>
          <a:prstGeom prst="rect">
            <a:avLst/>
          </a:prstGeom>
        </p:spPr>
      </p:pic>
      <p:pic>
        <p:nvPicPr>
          <p:cNvPr id="160" name="Graphic 159">
            <a:extLst>
              <a:ext uri="{FF2B5EF4-FFF2-40B4-BE49-F238E27FC236}">
                <a16:creationId xmlns:a16="http://schemas.microsoft.com/office/drawing/2014/main" id="{8C764C9B-6395-5031-54A4-044BC790DFDB}"/>
              </a:ext>
            </a:extLst>
          </p:cNvPr>
          <p:cNvPicPr>
            <a:picLocks noChangeAspect="1"/>
          </p:cNvPicPr>
          <p:nvPr userDrawn="1"/>
        </p:nvPicPr>
        <p:blipFill>
          <a:blip>
            <a:extLst>
              <a:ext uri="{96DAC541-7B7A-43D3-8B79-37D633B846F1}">
                <asvg:svgBlip xmlns:asvg="http://schemas.microsoft.com/office/drawing/2016/SVG/main" r:embed="rId37"/>
              </a:ext>
            </a:extLst>
          </a:blip>
          <a:srcRect/>
          <a:stretch/>
        </p:blipFill>
        <p:spPr>
          <a:xfrm>
            <a:off x="5663457" y="8698216"/>
            <a:ext cx="429768" cy="429768"/>
          </a:xfrm>
          <a:prstGeom prst="rect">
            <a:avLst/>
          </a:prstGeom>
        </p:spPr>
      </p:pic>
      <p:pic>
        <p:nvPicPr>
          <p:cNvPr id="162" name="Graphic 161">
            <a:extLst>
              <a:ext uri="{FF2B5EF4-FFF2-40B4-BE49-F238E27FC236}">
                <a16:creationId xmlns:a16="http://schemas.microsoft.com/office/drawing/2014/main" id="{31202A42-BF5B-C498-2953-15FBC02ABE01}"/>
              </a:ext>
            </a:extLst>
          </p:cNvPr>
          <p:cNvPicPr>
            <a:picLocks noChangeAspect="1"/>
          </p:cNvPicPr>
          <p:nvPr userDrawn="1"/>
        </p:nvPicPr>
        <p:blipFill>
          <a:blip>
            <a:extLst>
              <a:ext uri="{96DAC541-7B7A-43D3-8B79-37D633B846F1}">
                <asvg:svgBlip xmlns:asvg="http://schemas.microsoft.com/office/drawing/2016/SVG/main" r:embed="rId38"/>
              </a:ext>
            </a:extLst>
          </a:blip>
          <a:srcRect/>
          <a:stretch/>
        </p:blipFill>
        <p:spPr>
          <a:xfrm>
            <a:off x="6707887" y="8698216"/>
            <a:ext cx="429768" cy="429768"/>
          </a:xfrm>
          <a:prstGeom prst="rect">
            <a:avLst/>
          </a:prstGeom>
        </p:spPr>
      </p:pic>
      <p:pic>
        <p:nvPicPr>
          <p:cNvPr id="164" name="Graphic 163">
            <a:extLst>
              <a:ext uri="{FF2B5EF4-FFF2-40B4-BE49-F238E27FC236}">
                <a16:creationId xmlns:a16="http://schemas.microsoft.com/office/drawing/2014/main" id="{571210D6-CCA5-EFD6-5D83-60C4784D232B}"/>
              </a:ext>
            </a:extLst>
          </p:cNvPr>
          <p:cNvPicPr>
            <a:picLocks noChangeAspect="1"/>
          </p:cNvPicPr>
          <p:nvPr userDrawn="1"/>
        </p:nvPicPr>
        <p:blipFill>
          <a:blip>
            <a:extLst>
              <a:ext uri="{96DAC541-7B7A-43D3-8B79-37D633B846F1}">
                <asvg:svgBlip xmlns:asvg="http://schemas.microsoft.com/office/drawing/2016/SVG/main" r:embed="rId39"/>
              </a:ext>
            </a:extLst>
          </a:blip>
          <a:srcRect/>
          <a:stretch/>
        </p:blipFill>
        <p:spPr>
          <a:xfrm>
            <a:off x="1477161" y="8698216"/>
            <a:ext cx="429768" cy="429768"/>
          </a:xfrm>
          <a:prstGeom prst="rect">
            <a:avLst/>
          </a:prstGeom>
        </p:spPr>
      </p:pic>
      <p:sp>
        <p:nvSpPr>
          <p:cNvPr id="166" name="TextBox 165">
            <a:extLst>
              <a:ext uri="{FF2B5EF4-FFF2-40B4-BE49-F238E27FC236}">
                <a16:creationId xmlns:a16="http://schemas.microsoft.com/office/drawing/2014/main" id="{8A8DC0D3-2BD6-D72A-9C83-A36179AE8A60}"/>
              </a:ext>
            </a:extLst>
          </p:cNvPr>
          <p:cNvSpPr txBox="1"/>
          <p:nvPr userDrawn="1"/>
        </p:nvSpPr>
        <p:spPr>
          <a:xfrm>
            <a:off x="6528931" y="7880933"/>
            <a:ext cx="787681"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168" name="TextBox 167">
            <a:extLst>
              <a:ext uri="{FF2B5EF4-FFF2-40B4-BE49-F238E27FC236}">
                <a16:creationId xmlns:a16="http://schemas.microsoft.com/office/drawing/2014/main" id="{3AC3F3A8-2B82-0792-C2C4-D080350AE26D}"/>
              </a:ext>
            </a:extLst>
          </p:cNvPr>
          <p:cNvSpPr txBox="1"/>
          <p:nvPr userDrawn="1"/>
        </p:nvSpPr>
        <p:spPr>
          <a:xfrm>
            <a:off x="185766" y="9321047"/>
            <a:ext cx="933103"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170" name="TextBox 169">
            <a:extLst>
              <a:ext uri="{FF2B5EF4-FFF2-40B4-BE49-F238E27FC236}">
                <a16:creationId xmlns:a16="http://schemas.microsoft.com/office/drawing/2014/main" id="{0341D49A-F248-A95F-217B-633AAA5C41D9}"/>
              </a:ext>
            </a:extLst>
          </p:cNvPr>
          <p:cNvSpPr txBox="1"/>
          <p:nvPr userDrawn="1"/>
        </p:nvSpPr>
        <p:spPr>
          <a:xfrm>
            <a:off x="1280636" y="9321047"/>
            <a:ext cx="742969"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172" name="TextBox 171">
            <a:extLst>
              <a:ext uri="{FF2B5EF4-FFF2-40B4-BE49-F238E27FC236}">
                <a16:creationId xmlns:a16="http://schemas.microsoft.com/office/drawing/2014/main" id="{CDF81687-E1A2-FEC1-9EAC-FB46D4F19063}"/>
              </a:ext>
            </a:extLst>
          </p:cNvPr>
          <p:cNvSpPr txBox="1"/>
          <p:nvPr userDrawn="1"/>
        </p:nvSpPr>
        <p:spPr>
          <a:xfrm>
            <a:off x="2185372" y="9321047"/>
            <a:ext cx="801557"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174" name="TextBox 173">
            <a:extLst>
              <a:ext uri="{FF2B5EF4-FFF2-40B4-BE49-F238E27FC236}">
                <a16:creationId xmlns:a16="http://schemas.microsoft.com/office/drawing/2014/main" id="{37F9B623-D737-B160-0C97-E188587353F3}"/>
              </a:ext>
            </a:extLst>
          </p:cNvPr>
          <p:cNvSpPr txBox="1"/>
          <p:nvPr userDrawn="1"/>
        </p:nvSpPr>
        <p:spPr>
          <a:xfrm>
            <a:off x="3148696" y="9321047"/>
            <a:ext cx="874800"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176" name="TextBox 175">
            <a:extLst>
              <a:ext uri="{FF2B5EF4-FFF2-40B4-BE49-F238E27FC236}">
                <a16:creationId xmlns:a16="http://schemas.microsoft.com/office/drawing/2014/main" id="{E60E9F3D-E920-B534-1A04-71F1C00A3E81}"/>
              </a:ext>
            </a:extLst>
          </p:cNvPr>
          <p:cNvSpPr txBox="1"/>
          <p:nvPr userDrawn="1"/>
        </p:nvSpPr>
        <p:spPr>
          <a:xfrm>
            <a:off x="4185263" y="9321047"/>
            <a:ext cx="1076070"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178" name="TextBox 177">
            <a:extLst>
              <a:ext uri="{FF2B5EF4-FFF2-40B4-BE49-F238E27FC236}">
                <a16:creationId xmlns:a16="http://schemas.microsoft.com/office/drawing/2014/main" id="{D5D13740-4261-2515-E3E3-A97DAF5FD748}"/>
              </a:ext>
            </a:extLst>
          </p:cNvPr>
          <p:cNvSpPr txBox="1"/>
          <p:nvPr userDrawn="1"/>
        </p:nvSpPr>
        <p:spPr>
          <a:xfrm>
            <a:off x="5423100" y="9321047"/>
            <a:ext cx="852295"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180" name="TextBox 179">
            <a:extLst>
              <a:ext uri="{FF2B5EF4-FFF2-40B4-BE49-F238E27FC236}">
                <a16:creationId xmlns:a16="http://schemas.microsoft.com/office/drawing/2014/main" id="{B792ECDF-B73D-460C-3D46-19119128BAAE}"/>
              </a:ext>
            </a:extLst>
          </p:cNvPr>
          <p:cNvSpPr txBox="1"/>
          <p:nvPr userDrawn="1"/>
        </p:nvSpPr>
        <p:spPr>
          <a:xfrm>
            <a:off x="6437162" y="9321047"/>
            <a:ext cx="971219"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182" name="Graphic 181">
            <a:extLst>
              <a:ext uri="{FF2B5EF4-FFF2-40B4-BE49-F238E27FC236}">
                <a16:creationId xmlns:a16="http://schemas.microsoft.com/office/drawing/2014/main" id="{F0B09604-8DD8-07E7-6FCF-0C3AC1C464CB}"/>
              </a:ext>
            </a:extLst>
          </p:cNvPr>
          <p:cNvPicPr>
            <a:picLocks noChangeAspect="1"/>
          </p:cNvPicPr>
          <p:nvPr userDrawn="1"/>
        </p:nvPicPr>
        <p:blipFill>
          <a:blip>
            <a:extLst>
              <a:ext uri="{96DAC541-7B7A-43D3-8B79-37D633B846F1}">
                <asvg:svgBlip xmlns:asvg="http://schemas.microsoft.com/office/drawing/2016/SVG/main" r:embed="rId40"/>
              </a:ext>
            </a:extLst>
          </a:blip>
          <a:srcRect/>
          <a:stretch/>
        </p:blipFill>
        <p:spPr>
          <a:xfrm>
            <a:off x="5660177" y="5938309"/>
            <a:ext cx="429768" cy="429768"/>
          </a:xfrm>
          <a:prstGeom prst="rect">
            <a:avLst/>
          </a:prstGeom>
        </p:spPr>
      </p:pic>
      <p:sp>
        <p:nvSpPr>
          <p:cNvPr id="184" name="TextBox 183">
            <a:extLst>
              <a:ext uri="{FF2B5EF4-FFF2-40B4-BE49-F238E27FC236}">
                <a16:creationId xmlns:a16="http://schemas.microsoft.com/office/drawing/2014/main" id="{7218F671-26A4-6BA7-74F0-BED502F6FB4A}"/>
              </a:ext>
            </a:extLst>
          </p:cNvPr>
          <p:cNvSpPr txBox="1"/>
          <p:nvPr userDrawn="1"/>
        </p:nvSpPr>
        <p:spPr>
          <a:xfrm>
            <a:off x="5524380" y="6533527"/>
            <a:ext cx="796655"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186" name="Picture Placeholder 24">
            <a:extLst>
              <a:ext uri="{FF2B5EF4-FFF2-40B4-BE49-F238E27FC236}">
                <a16:creationId xmlns:a16="http://schemas.microsoft.com/office/drawing/2014/main" id="{BDA5369C-5DFD-4D40-94E2-16FF8E502F63}"/>
              </a:ext>
            </a:extLst>
          </p:cNvPr>
          <p:cNvPicPr>
            <a:picLocks noChangeAspect="1"/>
          </p:cNvPicPr>
          <p:nvPr userDrawn="1"/>
        </p:nvPicPr>
        <p:blipFill>
          <a:blip>
            <a:extLst>
              <a:ext uri="{96DAC541-7B7A-43D3-8B79-37D633B846F1}">
                <asvg:svgBlip xmlns:asvg="http://schemas.microsoft.com/office/drawing/2016/SVG/main" r:embed="rId41"/>
              </a:ext>
            </a:extLst>
          </a:blip>
          <a:srcRect/>
          <a:stretch/>
        </p:blipFill>
        <p:spPr>
          <a:xfrm>
            <a:off x="2519641" y="3306597"/>
            <a:ext cx="429768" cy="429768"/>
          </a:xfrm>
          <a:prstGeom prst="rect">
            <a:avLst/>
          </a:prstGeom>
        </p:spPr>
      </p:pic>
      <p:sp>
        <p:nvSpPr>
          <p:cNvPr id="188" name="TextBox 187">
            <a:extLst>
              <a:ext uri="{FF2B5EF4-FFF2-40B4-BE49-F238E27FC236}">
                <a16:creationId xmlns:a16="http://schemas.microsoft.com/office/drawing/2014/main" id="{92993506-4388-64BD-7A44-49B4DFEB1074}"/>
              </a:ext>
            </a:extLst>
          </p:cNvPr>
          <p:cNvSpPr txBox="1"/>
          <p:nvPr userDrawn="1"/>
        </p:nvSpPr>
        <p:spPr>
          <a:xfrm>
            <a:off x="2320653" y="3881547"/>
            <a:ext cx="827737"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190" name="Picture Placeholder 24">
            <a:extLst>
              <a:ext uri="{FF2B5EF4-FFF2-40B4-BE49-F238E27FC236}">
                <a16:creationId xmlns:a16="http://schemas.microsoft.com/office/drawing/2014/main" id="{D94F7917-BDC3-1B0C-ABF0-1BEFAA74ED6C}"/>
              </a:ext>
            </a:extLst>
          </p:cNvPr>
          <p:cNvPicPr>
            <a:picLocks noChangeAspect="1"/>
          </p:cNvPicPr>
          <p:nvPr userDrawn="1"/>
        </p:nvPicPr>
        <p:blipFill>
          <a:blip>
            <a:extLst>
              <a:ext uri="{96DAC541-7B7A-43D3-8B79-37D633B846F1}">
                <asvg:svgBlip xmlns:asvg="http://schemas.microsoft.com/office/drawing/2016/SVG/main" r:embed="rId42"/>
              </a:ext>
            </a:extLst>
          </a:blip>
          <a:srcRect t="69" b="69"/>
          <a:stretch/>
        </p:blipFill>
        <p:spPr>
          <a:xfrm>
            <a:off x="6707887" y="5938608"/>
            <a:ext cx="429768" cy="429171"/>
          </a:xfrm>
          <a:prstGeom prst="rect">
            <a:avLst/>
          </a:prstGeom>
        </p:spPr>
      </p:pic>
      <p:sp>
        <p:nvSpPr>
          <p:cNvPr id="192" name="TextBox 191">
            <a:extLst>
              <a:ext uri="{FF2B5EF4-FFF2-40B4-BE49-F238E27FC236}">
                <a16:creationId xmlns:a16="http://schemas.microsoft.com/office/drawing/2014/main" id="{D16A95E5-61C8-139C-DAC2-5184B88A2C37}"/>
              </a:ext>
            </a:extLst>
          </p:cNvPr>
          <p:cNvSpPr txBox="1"/>
          <p:nvPr userDrawn="1"/>
        </p:nvSpPr>
        <p:spPr>
          <a:xfrm>
            <a:off x="6571949" y="6533527"/>
            <a:ext cx="701644"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194" name="TextBox 193">
            <a:extLst>
              <a:ext uri="{FF2B5EF4-FFF2-40B4-BE49-F238E27FC236}">
                <a16:creationId xmlns:a16="http://schemas.microsoft.com/office/drawing/2014/main" id="{9BAC19D0-8F4C-3049-2726-1753EF1D8C7C}"/>
              </a:ext>
            </a:extLst>
          </p:cNvPr>
          <p:cNvSpPr txBox="1"/>
          <p:nvPr userDrawn="1"/>
        </p:nvSpPr>
        <p:spPr>
          <a:xfrm>
            <a:off x="3372988" y="3881547"/>
            <a:ext cx="827737" cy="4425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196" name="TextBox 195">
            <a:extLst>
              <a:ext uri="{FF2B5EF4-FFF2-40B4-BE49-F238E27FC236}">
                <a16:creationId xmlns:a16="http://schemas.microsoft.com/office/drawing/2014/main" id="{63F2C65A-32E7-64D0-8389-4B9574E22741}"/>
              </a:ext>
            </a:extLst>
          </p:cNvPr>
          <p:cNvSpPr txBox="1"/>
          <p:nvPr userDrawn="1"/>
        </p:nvSpPr>
        <p:spPr>
          <a:xfrm>
            <a:off x="238449" y="7880933"/>
            <a:ext cx="827737" cy="30266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198" name="Picture 197">
            <a:extLst>
              <a:ext uri="{FF2B5EF4-FFF2-40B4-BE49-F238E27FC236}">
                <a16:creationId xmlns:a16="http://schemas.microsoft.com/office/drawing/2014/main" id="{531B681D-9B07-48C2-34F1-E72EE57C7EBD}"/>
              </a:ext>
            </a:extLst>
          </p:cNvPr>
          <p:cNvPicPr>
            <a:picLocks noChangeAspect="1"/>
          </p:cNvPicPr>
          <p:nvPr userDrawn="1"/>
        </p:nvPicPr>
        <p:blipFill rotWithShape="1">
          <a:blip r:embed="rId43"/>
          <a:srcRect t="10053" b="12675"/>
          <a:stretch/>
        </p:blipFill>
        <p:spPr>
          <a:xfrm>
            <a:off x="3564168" y="3306597"/>
            <a:ext cx="429768" cy="429768"/>
          </a:xfrm>
          <a:prstGeom prst="rect">
            <a:avLst/>
          </a:prstGeom>
        </p:spPr>
      </p:pic>
      <p:pic>
        <p:nvPicPr>
          <p:cNvPr id="200" name="Picture 199">
            <a:extLst>
              <a:ext uri="{FF2B5EF4-FFF2-40B4-BE49-F238E27FC236}">
                <a16:creationId xmlns:a16="http://schemas.microsoft.com/office/drawing/2014/main" id="{89B04688-8A2F-8470-880C-D065355E3A2D}"/>
              </a:ext>
            </a:extLst>
          </p:cNvPr>
          <p:cNvPicPr>
            <a:picLocks noChangeAspect="1"/>
          </p:cNvPicPr>
          <p:nvPr userDrawn="1"/>
        </p:nvPicPr>
        <p:blipFill rotWithShape="1">
          <a:blip r:embed="rId44"/>
          <a:srcRect t="17409" b="11183"/>
          <a:stretch/>
        </p:blipFill>
        <p:spPr>
          <a:xfrm>
            <a:off x="430587" y="7287196"/>
            <a:ext cx="429768" cy="397153"/>
          </a:xfrm>
          <a:prstGeom prst="rect">
            <a:avLst/>
          </a:prstGeom>
        </p:spPr>
      </p:pic>
      <p:sp>
        <p:nvSpPr>
          <p:cNvPr id="202" name="TextBox 201">
            <a:extLst>
              <a:ext uri="{FF2B5EF4-FFF2-40B4-BE49-F238E27FC236}">
                <a16:creationId xmlns:a16="http://schemas.microsoft.com/office/drawing/2014/main" id="{915F0ED7-424F-CB7D-A733-26DFEE773FDE}"/>
              </a:ext>
            </a:extLst>
          </p:cNvPr>
          <p:cNvSpPr txBox="1"/>
          <p:nvPr userDrawn="1"/>
        </p:nvSpPr>
        <p:spPr>
          <a:xfrm>
            <a:off x="136494" y="249060"/>
            <a:ext cx="7271542" cy="646331"/>
          </a:xfrm>
          <a:prstGeom prst="rect">
            <a:avLst/>
          </a:prstGeom>
          <a:noFill/>
        </p:spPr>
        <p:txBody>
          <a:bodyPr wrap="square" rtlCol="0">
            <a:spAutoFit/>
          </a:bodyPr>
          <a:lstStyle/>
          <a:p>
            <a:r>
              <a:rPr lang="en-US" dirty="0"/>
              <a:t>Pictograms (set 1 of 2) </a:t>
            </a:r>
            <a:r>
              <a:rPr lang="en-US" dirty="0">
                <a:solidFill>
                  <a:srgbClr val="C00000"/>
                </a:solidFill>
              </a:rPr>
              <a:t>Open </a:t>
            </a:r>
            <a:r>
              <a:rPr lang="en-US" i="1" dirty="0">
                <a:solidFill>
                  <a:srgbClr val="C00000"/>
                </a:solidFill>
              </a:rPr>
              <a:t>View-&gt;Slide Master </a:t>
            </a:r>
            <a:r>
              <a:rPr lang="en-US" dirty="0">
                <a:solidFill>
                  <a:srgbClr val="C00000"/>
                </a:solidFill>
              </a:rPr>
              <a:t>to select and copy any pictograms to the clipboard</a:t>
            </a:r>
          </a:p>
        </p:txBody>
      </p:sp>
    </p:spTree>
    <p:extLst>
      <p:ext uri="{BB962C8B-B14F-4D97-AF65-F5344CB8AC3E}">
        <p14:creationId xmlns:p14="http://schemas.microsoft.com/office/powerpoint/2010/main" val="20603223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ictograms Page 2">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7306023-300C-33AF-E519-7FB54A3FB465}"/>
              </a:ext>
            </a:extLst>
          </p:cNvPr>
          <p:cNvSpPr txBox="1"/>
          <p:nvPr userDrawn="1"/>
        </p:nvSpPr>
        <p:spPr>
          <a:xfrm>
            <a:off x="4871734" y="1488602"/>
            <a:ext cx="74346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6" name="Picture 5" descr="Finance gain, Black pictogram">
            <a:extLst>
              <a:ext uri="{FF2B5EF4-FFF2-40B4-BE49-F238E27FC236}">
                <a16:creationId xmlns:a16="http://schemas.microsoft.com/office/drawing/2014/main" id="{2D225F5B-3F56-9827-E7E4-E360C566C1EC}"/>
              </a:ext>
            </a:extLst>
          </p:cNvPr>
          <p:cNvPicPr>
            <a:picLocks noChangeAspect="1"/>
          </p:cNvPicPr>
          <p:nvPr userDrawn="1"/>
        </p:nvPicPr>
        <p:blipFill>
          <a:blip r:embed="rId2"/>
          <a:srcRect/>
          <a:stretch/>
        </p:blipFill>
        <p:spPr>
          <a:xfrm>
            <a:off x="5979259" y="912772"/>
            <a:ext cx="429768" cy="429768"/>
          </a:xfrm>
          <a:prstGeom prst="rect">
            <a:avLst/>
          </a:prstGeom>
        </p:spPr>
      </p:pic>
      <p:sp>
        <p:nvSpPr>
          <p:cNvPr id="8" name="TextBox 7">
            <a:extLst>
              <a:ext uri="{FF2B5EF4-FFF2-40B4-BE49-F238E27FC236}">
                <a16:creationId xmlns:a16="http://schemas.microsoft.com/office/drawing/2014/main" id="{5F764818-D45C-F8EF-1E7E-6C4BC0900EF1}"/>
              </a:ext>
            </a:extLst>
          </p:cNvPr>
          <p:cNvSpPr txBox="1"/>
          <p:nvPr userDrawn="1"/>
        </p:nvSpPr>
        <p:spPr>
          <a:xfrm>
            <a:off x="5740121" y="1488602"/>
            <a:ext cx="908045" cy="32564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10" name="Graphic 9">
            <a:extLst>
              <a:ext uri="{FF2B5EF4-FFF2-40B4-BE49-F238E27FC236}">
                <a16:creationId xmlns:a16="http://schemas.microsoft.com/office/drawing/2014/main" id="{EBAE654F-CE06-2376-85D3-4EDDB5C0B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14505" y="4184310"/>
            <a:ext cx="429768" cy="429768"/>
          </a:xfrm>
          <a:prstGeom prst="rect">
            <a:avLst/>
          </a:prstGeom>
        </p:spPr>
      </p:pic>
      <p:sp>
        <p:nvSpPr>
          <p:cNvPr id="12" name="Freeform 161">
            <a:extLst>
              <a:ext uri="{FF2B5EF4-FFF2-40B4-BE49-F238E27FC236}">
                <a16:creationId xmlns:a16="http://schemas.microsoft.com/office/drawing/2014/main" id="{010C9360-4FCE-ACA6-64FF-174AD3DF75C7}"/>
              </a:ext>
            </a:extLst>
          </p:cNvPr>
          <p:cNvSpPr>
            <a:spLocks noChangeAspect="1"/>
          </p:cNvSpPr>
          <p:nvPr userDrawn="1"/>
        </p:nvSpPr>
        <p:spPr>
          <a:xfrm>
            <a:off x="6932851" y="90650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14" name="TextBox 13">
            <a:extLst>
              <a:ext uri="{FF2B5EF4-FFF2-40B4-BE49-F238E27FC236}">
                <a16:creationId xmlns:a16="http://schemas.microsoft.com/office/drawing/2014/main" id="{093C3A09-0B15-3415-0FD6-0D957BBC1E2C}"/>
              </a:ext>
            </a:extLst>
          </p:cNvPr>
          <p:cNvSpPr txBox="1"/>
          <p:nvPr userDrawn="1"/>
        </p:nvSpPr>
        <p:spPr>
          <a:xfrm>
            <a:off x="6681873" y="1488602"/>
            <a:ext cx="931724"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16" name="Picture 15">
            <a:extLst>
              <a:ext uri="{FF2B5EF4-FFF2-40B4-BE49-F238E27FC236}">
                <a16:creationId xmlns:a16="http://schemas.microsoft.com/office/drawing/2014/main" id="{9684FF9A-FA0D-DC87-C094-0A269244A7DE}"/>
              </a:ext>
            </a:extLst>
          </p:cNvPr>
          <p:cNvPicPr>
            <a:picLocks noChangeAspect="1"/>
          </p:cNvPicPr>
          <p:nvPr userDrawn="1"/>
        </p:nvPicPr>
        <p:blipFill>
          <a:blip r:embed="rId4" cstate="email">
            <a:biLevel thresh="75000"/>
            <a:extLst>
              <a:ext uri="{28A0092B-C50C-407E-A947-70E740481C1C}">
                <a14:useLocalDpi xmlns:a14="http://schemas.microsoft.com/office/drawing/2010/main"/>
              </a:ext>
            </a:extLst>
          </a:blip>
          <a:srcRect/>
          <a:stretch/>
        </p:blipFill>
        <p:spPr>
          <a:xfrm>
            <a:off x="6932851" y="3053550"/>
            <a:ext cx="429768" cy="429768"/>
          </a:xfrm>
          <a:prstGeom prst="rect">
            <a:avLst/>
          </a:prstGeom>
        </p:spPr>
      </p:pic>
      <p:sp>
        <p:nvSpPr>
          <p:cNvPr id="18" name="TextBox 17">
            <a:extLst>
              <a:ext uri="{FF2B5EF4-FFF2-40B4-BE49-F238E27FC236}">
                <a16:creationId xmlns:a16="http://schemas.microsoft.com/office/drawing/2014/main" id="{00F8879D-D836-F102-91FE-FC6D4E8464AD}"/>
              </a:ext>
            </a:extLst>
          </p:cNvPr>
          <p:cNvSpPr txBox="1"/>
          <p:nvPr userDrawn="1"/>
        </p:nvSpPr>
        <p:spPr>
          <a:xfrm>
            <a:off x="6709491" y="3594967"/>
            <a:ext cx="876488"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20" name="Picture 19">
            <a:extLst>
              <a:ext uri="{FF2B5EF4-FFF2-40B4-BE49-F238E27FC236}">
                <a16:creationId xmlns:a16="http://schemas.microsoft.com/office/drawing/2014/main" id="{19FD9DCE-A728-60D3-4902-E1F83DE1B5DE}"/>
              </a:ext>
            </a:extLst>
          </p:cNvPr>
          <p:cNvPicPr>
            <a:picLocks noChangeAspect="1"/>
          </p:cNvPicPr>
          <p:nvPr userDrawn="1"/>
        </p:nvPicPr>
        <p:blipFill>
          <a:blip r:embed="rId5">
            <a:biLevel thresh="75000"/>
          </a:blip>
          <a:srcRect/>
          <a:stretch/>
        </p:blipFill>
        <p:spPr>
          <a:xfrm>
            <a:off x="1314505" y="6491339"/>
            <a:ext cx="429768" cy="429768"/>
          </a:xfrm>
          <a:prstGeom prst="rect">
            <a:avLst/>
          </a:prstGeom>
        </p:spPr>
      </p:pic>
      <p:sp>
        <p:nvSpPr>
          <p:cNvPr id="22" name="TextBox 21">
            <a:extLst>
              <a:ext uri="{FF2B5EF4-FFF2-40B4-BE49-F238E27FC236}">
                <a16:creationId xmlns:a16="http://schemas.microsoft.com/office/drawing/2014/main" id="{57E80FCD-60BE-2EF8-B841-A7E461607F45}"/>
              </a:ext>
            </a:extLst>
          </p:cNvPr>
          <p:cNvSpPr txBox="1"/>
          <p:nvPr userDrawn="1"/>
        </p:nvSpPr>
        <p:spPr>
          <a:xfrm>
            <a:off x="1005197" y="7063346"/>
            <a:ext cx="1048385" cy="8364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24" name="Picture 23">
            <a:extLst>
              <a:ext uri="{FF2B5EF4-FFF2-40B4-BE49-F238E27FC236}">
                <a16:creationId xmlns:a16="http://schemas.microsoft.com/office/drawing/2014/main" id="{D4C9B2A2-FC19-6C70-757F-DDC65F5EE2D1}"/>
              </a:ext>
            </a:extLst>
          </p:cNvPr>
          <p:cNvPicPr>
            <a:picLocks noChangeAspect="1"/>
          </p:cNvPicPr>
          <p:nvPr userDrawn="1"/>
        </p:nvPicPr>
        <p:blipFill>
          <a:blip r:embed="rId6" cstate="email">
            <a:biLevel thresh="75000"/>
            <a:extLst>
              <a:ext uri="{28A0092B-C50C-407E-A947-70E740481C1C}">
                <a14:useLocalDpi xmlns:a14="http://schemas.microsoft.com/office/drawing/2010/main"/>
              </a:ext>
            </a:extLst>
          </a:blip>
          <a:srcRect/>
          <a:stretch/>
        </p:blipFill>
        <p:spPr>
          <a:xfrm>
            <a:off x="388576" y="4184310"/>
            <a:ext cx="429768" cy="429768"/>
          </a:xfrm>
          <a:prstGeom prst="rect">
            <a:avLst/>
          </a:prstGeom>
        </p:spPr>
      </p:pic>
      <p:sp>
        <p:nvSpPr>
          <p:cNvPr id="26" name="TextBox 25">
            <a:extLst>
              <a:ext uri="{FF2B5EF4-FFF2-40B4-BE49-F238E27FC236}">
                <a16:creationId xmlns:a16="http://schemas.microsoft.com/office/drawing/2014/main" id="{398453C6-F30A-4E8A-C607-85FCA62600A0}"/>
              </a:ext>
            </a:extLst>
          </p:cNvPr>
          <p:cNvSpPr txBox="1"/>
          <p:nvPr userDrawn="1"/>
        </p:nvSpPr>
        <p:spPr>
          <a:xfrm>
            <a:off x="169242" y="4749815"/>
            <a:ext cx="868437"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28" name="Picture 27">
            <a:extLst>
              <a:ext uri="{FF2B5EF4-FFF2-40B4-BE49-F238E27FC236}">
                <a16:creationId xmlns:a16="http://schemas.microsoft.com/office/drawing/2014/main" id="{B38CD605-5099-CB5A-4581-4C6E4C218928}"/>
              </a:ext>
            </a:extLst>
          </p:cNvPr>
          <p:cNvPicPr>
            <a:picLocks noChangeAspect="1"/>
          </p:cNvPicPr>
          <p:nvPr userDrawn="1"/>
        </p:nvPicPr>
        <p:blipFill>
          <a:blip r:embed="rId7">
            <a:biLevel thresh="75000"/>
          </a:blip>
          <a:srcRect/>
          <a:stretch/>
        </p:blipFill>
        <p:spPr>
          <a:xfrm>
            <a:off x="2239040" y="6491339"/>
            <a:ext cx="429768" cy="429768"/>
          </a:xfrm>
          <a:prstGeom prst="rect">
            <a:avLst/>
          </a:prstGeom>
        </p:spPr>
      </p:pic>
      <p:sp>
        <p:nvSpPr>
          <p:cNvPr id="30" name="TextBox 29">
            <a:extLst>
              <a:ext uri="{FF2B5EF4-FFF2-40B4-BE49-F238E27FC236}">
                <a16:creationId xmlns:a16="http://schemas.microsoft.com/office/drawing/2014/main" id="{38312B00-CB66-299A-AF59-5BBC567D93EF}"/>
              </a:ext>
            </a:extLst>
          </p:cNvPr>
          <p:cNvSpPr txBox="1"/>
          <p:nvPr userDrawn="1"/>
        </p:nvSpPr>
        <p:spPr>
          <a:xfrm>
            <a:off x="1914490" y="7063346"/>
            <a:ext cx="1078869"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32" name="Picture 31">
            <a:extLst>
              <a:ext uri="{FF2B5EF4-FFF2-40B4-BE49-F238E27FC236}">
                <a16:creationId xmlns:a16="http://schemas.microsoft.com/office/drawing/2014/main" id="{0DB68787-132E-B7B8-1EA7-146F26169C3E}"/>
              </a:ext>
            </a:extLst>
          </p:cNvPr>
          <p:cNvPicPr>
            <a:picLocks noChangeAspect="1"/>
          </p:cNvPicPr>
          <p:nvPr userDrawn="1"/>
        </p:nvPicPr>
        <p:blipFill>
          <a:blip r:embed="rId8"/>
          <a:srcRect/>
          <a:stretch/>
        </p:blipFill>
        <p:spPr>
          <a:xfrm>
            <a:off x="3170690" y="6493405"/>
            <a:ext cx="429768" cy="425637"/>
          </a:xfrm>
          <a:prstGeom prst="rect">
            <a:avLst/>
          </a:prstGeom>
        </p:spPr>
      </p:pic>
      <p:sp>
        <p:nvSpPr>
          <p:cNvPr id="34" name="TextBox 33">
            <a:extLst>
              <a:ext uri="{FF2B5EF4-FFF2-40B4-BE49-F238E27FC236}">
                <a16:creationId xmlns:a16="http://schemas.microsoft.com/office/drawing/2014/main" id="{D231AC53-AAE1-6177-61BA-B747DE76B648}"/>
              </a:ext>
            </a:extLst>
          </p:cNvPr>
          <p:cNvSpPr txBox="1"/>
          <p:nvPr userDrawn="1"/>
        </p:nvSpPr>
        <p:spPr>
          <a:xfrm>
            <a:off x="2879235" y="7063346"/>
            <a:ext cx="1012679"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36" name="Picture 35">
            <a:extLst>
              <a:ext uri="{FF2B5EF4-FFF2-40B4-BE49-F238E27FC236}">
                <a16:creationId xmlns:a16="http://schemas.microsoft.com/office/drawing/2014/main" id="{8C3A4D23-D239-2FF9-5E45-893E265EC2EE}"/>
              </a:ext>
            </a:extLst>
          </p:cNvPr>
          <p:cNvPicPr>
            <a:picLocks noChangeAspect="1"/>
          </p:cNvPicPr>
          <p:nvPr userDrawn="1"/>
        </p:nvPicPr>
        <p:blipFill>
          <a:blip r:embed="rId9">
            <a:biLevel thresh="75000"/>
          </a:blip>
          <a:srcRect/>
          <a:stretch/>
        </p:blipFill>
        <p:spPr>
          <a:xfrm>
            <a:off x="388576" y="2057759"/>
            <a:ext cx="429768" cy="429768"/>
          </a:xfrm>
          <a:prstGeom prst="rect">
            <a:avLst/>
          </a:prstGeom>
        </p:spPr>
      </p:pic>
      <p:sp>
        <p:nvSpPr>
          <p:cNvPr id="38" name="TextBox 37">
            <a:extLst>
              <a:ext uri="{FF2B5EF4-FFF2-40B4-BE49-F238E27FC236}">
                <a16:creationId xmlns:a16="http://schemas.microsoft.com/office/drawing/2014/main" id="{D591A84B-DF50-CCD9-2D52-DDC1BBD4544B}"/>
              </a:ext>
            </a:extLst>
          </p:cNvPr>
          <p:cNvSpPr txBox="1"/>
          <p:nvPr userDrawn="1"/>
        </p:nvSpPr>
        <p:spPr>
          <a:xfrm>
            <a:off x="151580" y="2571108"/>
            <a:ext cx="903760"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40" name="Picture 39">
            <a:extLst>
              <a:ext uri="{FF2B5EF4-FFF2-40B4-BE49-F238E27FC236}">
                <a16:creationId xmlns:a16="http://schemas.microsoft.com/office/drawing/2014/main" id="{52EC579D-DFC6-528E-4A2B-1A90AD643761}"/>
              </a:ext>
            </a:extLst>
          </p:cNvPr>
          <p:cNvPicPr>
            <a:picLocks noChangeAspect="1"/>
          </p:cNvPicPr>
          <p:nvPr userDrawn="1"/>
        </p:nvPicPr>
        <p:blipFill>
          <a:blip r:embed="rId10">
            <a:biLevel thresh="75000"/>
          </a:blip>
          <a:srcRect/>
          <a:stretch/>
        </p:blipFill>
        <p:spPr>
          <a:xfrm>
            <a:off x="2253850" y="4184310"/>
            <a:ext cx="429768" cy="429768"/>
          </a:xfrm>
          <a:prstGeom prst="rect">
            <a:avLst/>
          </a:prstGeom>
        </p:spPr>
      </p:pic>
      <p:sp>
        <p:nvSpPr>
          <p:cNvPr id="42" name="TextBox 41">
            <a:extLst>
              <a:ext uri="{FF2B5EF4-FFF2-40B4-BE49-F238E27FC236}">
                <a16:creationId xmlns:a16="http://schemas.microsoft.com/office/drawing/2014/main" id="{80A8A6A4-B5A8-EE67-53D4-DFBA2D4AB5CF}"/>
              </a:ext>
            </a:extLst>
          </p:cNvPr>
          <p:cNvSpPr txBox="1"/>
          <p:nvPr userDrawn="1"/>
        </p:nvSpPr>
        <p:spPr>
          <a:xfrm>
            <a:off x="2016854" y="4749815"/>
            <a:ext cx="903761"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44" name="TextBox 43">
            <a:extLst>
              <a:ext uri="{FF2B5EF4-FFF2-40B4-BE49-F238E27FC236}">
                <a16:creationId xmlns:a16="http://schemas.microsoft.com/office/drawing/2014/main" id="{0591487F-788A-26BF-BE64-87880C104E48}"/>
              </a:ext>
            </a:extLst>
          </p:cNvPr>
          <p:cNvSpPr txBox="1"/>
          <p:nvPr userDrawn="1"/>
        </p:nvSpPr>
        <p:spPr>
          <a:xfrm>
            <a:off x="1108862" y="4749815"/>
            <a:ext cx="841054"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46" name="Freeform 215">
            <a:extLst>
              <a:ext uri="{FF2B5EF4-FFF2-40B4-BE49-F238E27FC236}">
                <a16:creationId xmlns:a16="http://schemas.microsoft.com/office/drawing/2014/main" id="{C2D41C9E-CE65-6CC3-6161-8FEA3E9681ED}"/>
              </a:ext>
            </a:extLst>
          </p:cNvPr>
          <p:cNvSpPr>
            <a:spLocks noChangeAspect="1"/>
          </p:cNvSpPr>
          <p:nvPr userDrawn="1"/>
        </p:nvSpPr>
        <p:spPr>
          <a:xfrm>
            <a:off x="3206740" y="418468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48" name="TextBox 47">
            <a:extLst>
              <a:ext uri="{FF2B5EF4-FFF2-40B4-BE49-F238E27FC236}">
                <a16:creationId xmlns:a16="http://schemas.microsoft.com/office/drawing/2014/main" id="{894E681E-0F5E-1DA3-EDAC-4304ED42BC04}"/>
              </a:ext>
            </a:extLst>
          </p:cNvPr>
          <p:cNvSpPr txBox="1"/>
          <p:nvPr userDrawn="1"/>
        </p:nvSpPr>
        <p:spPr>
          <a:xfrm>
            <a:off x="2936597" y="4749815"/>
            <a:ext cx="970054"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50" name="Freeform 217">
            <a:extLst>
              <a:ext uri="{FF2B5EF4-FFF2-40B4-BE49-F238E27FC236}">
                <a16:creationId xmlns:a16="http://schemas.microsoft.com/office/drawing/2014/main" id="{5E3C6D93-2FE1-9B5C-4837-E01BA0A96CCA}"/>
              </a:ext>
            </a:extLst>
          </p:cNvPr>
          <p:cNvSpPr>
            <a:spLocks noChangeAspect="1"/>
          </p:cNvSpPr>
          <p:nvPr userDrawn="1"/>
        </p:nvSpPr>
        <p:spPr>
          <a:xfrm>
            <a:off x="4138390" y="305355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52" name="TextBox 51">
            <a:extLst>
              <a:ext uri="{FF2B5EF4-FFF2-40B4-BE49-F238E27FC236}">
                <a16:creationId xmlns:a16="http://schemas.microsoft.com/office/drawing/2014/main" id="{2E4EBA86-B6E9-7FFE-C59A-BDB0EF632A13}"/>
              </a:ext>
            </a:extLst>
          </p:cNvPr>
          <p:cNvSpPr txBox="1"/>
          <p:nvPr userDrawn="1"/>
        </p:nvSpPr>
        <p:spPr>
          <a:xfrm>
            <a:off x="3915874" y="3594967"/>
            <a:ext cx="874801"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54" name="Graphic 53">
            <a:extLst>
              <a:ext uri="{FF2B5EF4-FFF2-40B4-BE49-F238E27FC236}">
                <a16:creationId xmlns:a16="http://schemas.microsoft.com/office/drawing/2014/main" id="{B6B5CF85-0DD5-CF7F-9A50-CC91E6002CC2}"/>
              </a:ext>
            </a:extLst>
          </p:cNvPr>
          <p:cNvPicPr>
            <a:picLocks noChangeAspect="1"/>
          </p:cNvPicPr>
          <p:nvPr userDrawn="1"/>
        </p:nvPicPr>
        <p:blipFill>
          <a:blip>
            <a:biLevel thresh="50000"/>
            <a:extLst>
              <a:ext uri="{96DAC541-7B7A-43D3-8B79-37D633B846F1}">
                <asvg:svgBlip xmlns:asvg="http://schemas.microsoft.com/office/drawing/2016/SVG/main" r:embed="rId11"/>
              </a:ext>
            </a:extLst>
          </a:blip>
          <a:srcRect/>
          <a:stretch/>
        </p:blipFill>
        <p:spPr>
          <a:xfrm>
            <a:off x="1314505" y="2057759"/>
            <a:ext cx="429768" cy="429768"/>
          </a:xfrm>
          <a:prstGeom prst="rect">
            <a:avLst/>
          </a:prstGeom>
        </p:spPr>
      </p:pic>
      <p:sp>
        <p:nvSpPr>
          <p:cNvPr id="56" name="TextBox 55">
            <a:extLst>
              <a:ext uri="{FF2B5EF4-FFF2-40B4-BE49-F238E27FC236}">
                <a16:creationId xmlns:a16="http://schemas.microsoft.com/office/drawing/2014/main" id="{28C5DC4D-9104-715B-F96B-7AED7BEA08EF}"/>
              </a:ext>
            </a:extLst>
          </p:cNvPr>
          <p:cNvSpPr txBox="1"/>
          <p:nvPr userDrawn="1"/>
        </p:nvSpPr>
        <p:spPr>
          <a:xfrm>
            <a:off x="1314505" y="2571108"/>
            <a:ext cx="429768" cy="2314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58" name="TextBox 57">
            <a:extLst>
              <a:ext uri="{FF2B5EF4-FFF2-40B4-BE49-F238E27FC236}">
                <a16:creationId xmlns:a16="http://schemas.microsoft.com/office/drawing/2014/main" id="{A64DB530-5F3E-FE90-8A2B-D7C09EF900EB}"/>
              </a:ext>
            </a:extLst>
          </p:cNvPr>
          <p:cNvSpPr txBox="1"/>
          <p:nvPr userDrawn="1"/>
        </p:nvSpPr>
        <p:spPr>
          <a:xfrm>
            <a:off x="3786124" y="7063346"/>
            <a:ext cx="979282"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60" name="Graphic 59">
            <a:extLst>
              <a:ext uri="{FF2B5EF4-FFF2-40B4-BE49-F238E27FC236}">
                <a16:creationId xmlns:a16="http://schemas.microsoft.com/office/drawing/2014/main" id="{188670F0-D3B0-E7F9-CB99-BE632C662256}"/>
              </a:ext>
            </a:extLst>
          </p:cNvPr>
          <p:cNvPicPr>
            <a:picLocks noChangeAspect="1"/>
          </p:cNvPicPr>
          <p:nvPr userDrawn="1"/>
        </p:nvPicPr>
        <p:blipFill>
          <a:blip>
            <a:biLevel thresh="50000"/>
            <a:extLst>
              <a:ext uri="{96DAC541-7B7A-43D3-8B79-37D633B846F1}">
                <asvg:svgBlip xmlns:asvg="http://schemas.microsoft.com/office/drawing/2016/SVG/main" r:embed="rId12"/>
              </a:ext>
            </a:extLst>
          </a:blip>
          <a:srcRect/>
          <a:stretch/>
        </p:blipFill>
        <p:spPr>
          <a:xfrm>
            <a:off x="4060881" y="6491339"/>
            <a:ext cx="429768" cy="429768"/>
          </a:xfrm>
          <a:prstGeom prst="rect">
            <a:avLst/>
          </a:prstGeom>
        </p:spPr>
      </p:pic>
      <p:pic>
        <p:nvPicPr>
          <p:cNvPr id="62" name="Graphic 61">
            <a:extLst>
              <a:ext uri="{FF2B5EF4-FFF2-40B4-BE49-F238E27FC236}">
                <a16:creationId xmlns:a16="http://schemas.microsoft.com/office/drawing/2014/main" id="{83215913-9E1D-7A0E-CF8C-41BED1F3EAD3}"/>
              </a:ext>
            </a:extLst>
          </p:cNvPr>
          <p:cNvPicPr>
            <a:picLocks noChangeAspect="1"/>
          </p:cNvPicPr>
          <p:nvPr userDrawn="1"/>
        </p:nvPicPr>
        <p:blipFill>
          <a:blip>
            <a:extLst>
              <a:ext uri="{96DAC541-7B7A-43D3-8B79-37D633B846F1}">
                <asvg:svgBlip xmlns:asvg="http://schemas.microsoft.com/office/drawing/2016/SVG/main" r:embed="rId13"/>
              </a:ext>
            </a:extLst>
          </a:blip>
          <a:srcRect/>
          <a:stretch/>
        </p:blipFill>
        <p:spPr>
          <a:xfrm>
            <a:off x="388576" y="996835"/>
            <a:ext cx="429768" cy="429768"/>
          </a:xfrm>
          <a:prstGeom prst="rect">
            <a:avLst/>
          </a:prstGeom>
        </p:spPr>
      </p:pic>
      <p:pic>
        <p:nvPicPr>
          <p:cNvPr id="64" name="Graphic 63">
            <a:extLst>
              <a:ext uri="{FF2B5EF4-FFF2-40B4-BE49-F238E27FC236}">
                <a16:creationId xmlns:a16="http://schemas.microsoft.com/office/drawing/2014/main" id="{B9AB4559-B0BE-87E3-0961-16E8EED1F50F}"/>
              </a:ext>
            </a:extLst>
          </p:cNvPr>
          <p:cNvPicPr>
            <a:picLocks noChangeAspect="1"/>
          </p:cNvPicPr>
          <p:nvPr userDrawn="1"/>
        </p:nvPicPr>
        <p:blipFill>
          <a:blip>
            <a:extLst>
              <a:ext uri="{96DAC541-7B7A-43D3-8B79-37D633B846F1}">
                <asvg:svgBlip xmlns:asvg="http://schemas.microsoft.com/office/drawing/2016/SVG/main" r:embed="rId14"/>
              </a:ext>
            </a:extLst>
          </a:blip>
          <a:srcRect/>
          <a:stretch/>
        </p:blipFill>
        <p:spPr>
          <a:xfrm>
            <a:off x="1314505" y="996835"/>
            <a:ext cx="429768" cy="429768"/>
          </a:xfrm>
          <a:prstGeom prst="rect">
            <a:avLst/>
          </a:prstGeom>
        </p:spPr>
      </p:pic>
      <p:pic>
        <p:nvPicPr>
          <p:cNvPr id="66" name="Graphic 65">
            <a:extLst>
              <a:ext uri="{FF2B5EF4-FFF2-40B4-BE49-F238E27FC236}">
                <a16:creationId xmlns:a16="http://schemas.microsoft.com/office/drawing/2014/main" id="{4B9FA98F-3FD1-BE85-12B1-E62FEE65A029}"/>
              </a:ext>
            </a:extLst>
          </p:cNvPr>
          <p:cNvPicPr>
            <a:picLocks noChangeAspect="1"/>
          </p:cNvPicPr>
          <p:nvPr userDrawn="1"/>
        </p:nvPicPr>
        <p:blipFill>
          <a:blip>
            <a:extLst>
              <a:ext uri="{96DAC541-7B7A-43D3-8B79-37D633B846F1}">
                <asvg:svgBlip xmlns:asvg="http://schemas.microsoft.com/office/drawing/2016/SVG/main" r:embed="rId15"/>
              </a:ext>
            </a:extLst>
          </a:blip>
          <a:srcRect/>
          <a:stretch/>
        </p:blipFill>
        <p:spPr>
          <a:xfrm>
            <a:off x="4138390" y="4184310"/>
            <a:ext cx="429768" cy="429768"/>
          </a:xfrm>
          <a:prstGeom prst="rect">
            <a:avLst/>
          </a:prstGeom>
        </p:spPr>
      </p:pic>
      <p:pic>
        <p:nvPicPr>
          <p:cNvPr id="68" name="Graphic 67">
            <a:extLst>
              <a:ext uri="{FF2B5EF4-FFF2-40B4-BE49-F238E27FC236}">
                <a16:creationId xmlns:a16="http://schemas.microsoft.com/office/drawing/2014/main" id="{5CFC2512-C73B-0B62-6A59-12C86AF007EA}"/>
              </a:ext>
            </a:extLst>
          </p:cNvPr>
          <p:cNvPicPr>
            <a:picLocks noChangeAspect="1"/>
          </p:cNvPicPr>
          <p:nvPr userDrawn="1"/>
        </p:nvPicPr>
        <p:blipFill>
          <a:blip>
            <a:extLst>
              <a:ext uri="{96DAC541-7B7A-43D3-8B79-37D633B846F1}">
                <asvg:svgBlip xmlns:asvg="http://schemas.microsoft.com/office/drawing/2016/SVG/main" r:embed="rId16"/>
              </a:ext>
            </a:extLst>
          </a:blip>
          <a:srcRect/>
          <a:stretch/>
        </p:blipFill>
        <p:spPr>
          <a:xfrm>
            <a:off x="5979259" y="4190573"/>
            <a:ext cx="429768" cy="429768"/>
          </a:xfrm>
          <a:prstGeom prst="rect">
            <a:avLst/>
          </a:prstGeom>
        </p:spPr>
      </p:pic>
      <p:pic>
        <p:nvPicPr>
          <p:cNvPr id="70" name="Graphic 69">
            <a:extLst>
              <a:ext uri="{FF2B5EF4-FFF2-40B4-BE49-F238E27FC236}">
                <a16:creationId xmlns:a16="http://schemas.microsoft.com/office/drawing/2014/main" id="{0FA14138-C8AB-8CF9-4136-BED40D57F058}"/>
              </a:ext>
            </a:extLst>
          </p:cNvPr>
          <p:cNvPicPr>
            <a:picLocks noChangeAspect="1"/>
          </p:cNvPicPr>
          <p:nvPr userDrawn="1"/>
        </p:nvPicPr>
        <p:blipFill>
          <a:blip>
            <a:extLst>
              <a:ext uri="{96DAC541-7B7A-43D3-8B79-37D633B846F1}">
                <asvg:svgBlip xmlns:asvg="http://schemas.microsoft.com/office/drawing/2016/SVG/main" r:embed="rId17"/>
              </a:ext>
            </a:extLst>
          </a:blip>
          <a:srcRect/>
          <a:stretch/>
        </p:blipFill>
        <p:spPr>
          <a:xfrm>
            <a:off x="5028581" y="4184310"/>
            <a:ext cx="429768" cy="429768"/>
          </a:xfrm>
          <a:prstGeom prst="rect">
            <a:avLst/>
          </a:prstGeom>
        </p:spPr>
      </p:pic>
      <p:pic>
        <p:nvPicPr>
          <p:cNvPr id="72" name="Graphic 71">
            <a:extLst>
              <a:ext uri="{FF2B5EF4-FFF2-40B4-BE49-F238E27FC236}">
                <a16:creationId xmlns:a16="http://schemas.microsoft.com/office/drawing/2014/main" id="{FC2B5349-1815-8BBD-88ED-261E641BB977}"/>
              </a:ext>
            </a:extLst>
          </p:cNvPr>
          <p:cNvPicPr>
            <a:picLocks noChangeAspect="1"/>
          </p:cNvPicPr>
          <p:nvPr userDrawn="1"/>
        </p:nvPicPr>
        <p:blipFill>
          <a:blip>
            <a:extLst>
              <a:ext uri="{96DAC541-7B7A-43D3-8B79-37D633B846F1}">
                <asvg:svgBlip xmlns:asvg="http://schemas.microsoft.com/office/drawing/2016/SVG/main" r:embed="rId18"/>
              </a:ext>
            </a:extLst>
          </a:blip>
          <a:srcRect/>
          <a:stretch/>
        </p:blipFill>
        <p:spPr>
          <a:xfrm>
            <a:off x="1314505" y="5262770"/>
            <a:ext cx="429768" cy="429768"/>
          </a:xfrm>
          <a:prstGeom prst="rect">
            <a:avLst/>
          </a:prstGeom>
        </p:spPr>
      </p:pic>
      <p:pic>
        <p:nvPicPr>
          <p:cNvPr id="74" name="Graphic 73">
            <a:extLst>
              <a:ext uri="{FF2B5EF4-FFF2-40B4-BE49-F238E27FC236}">
                <a16:creationId xmlns:a16="http://schemas.microsoft.com/office/drawing/2014/main" id="{E7A37C06-8BE8-8512-CB27-5147EB6BC69B}"/>
              </a:ext>
            </a:extLst>
          </p:cNvPr>
          <p:cNvPicPr>
            <a:picLocks noChangeAspect="1"/>
          </p:cNvPicPr>
          <p:nvPr userDrawn="1"/>
        </p:nvPicPr>
        <p:blipFill>
          <a:blip>
            <a:extLst>
              <a:ext uri="{96DAC541-7B7A-43D3-8B79-37D633B846F1}">
                <asvg:svgBlip xmlns:asvg="http://schemas.microsoft.com/office/drawing/2016/SVG/main" r:embed="rId19"/>
              </a:ext>
            </a:extLst>
          </a:blip>
          <a:srcRect/>
          <a:stretch/>
        </p:blipFill>
        <p:spPr>
          <a:xfrm>
            <a:off x="388576" y="5262770"/>
            <a:ext cx="429768" cy="429768"/>
          </a:xfrm>
          <a:prstGeom prst="rect">
            <a:avLst/>
          </a:prstGeom>
        </p:spPr>
      </p:pic>
      <p:pic>
        <p:nvPicPr>
          <p:cNvPr id="76" name="Graphic 75">
            <a:extLst>
              <a:ext uri="{FF2B5EF4-FFF2-40B4-BE49-F238E27FC236}">
                <a16:creationId xmlns:a16="http://schemas.microsoft.com/office/drawing/2014/main" id="{89541D5A-0A3B-242F-1056-74B42FAD71ED}"/>
              </a:ext>
            </a:extLst>
          </p:cNvPr>
          <p:cNvPicPr>
            <a:picLocks noChangeAspect="1"/>
          </p:cNvPicPr>
          <p:nvPr userDrawn="1"/>
        </p:nvPicPr>
        <p:blipFill>
          <a:blip>
            <a:extLst>
              <a:ext uri="{96DAC541-7B7A-43D3-8B79-37D633B846F1}">
                <asvg:svgBlip xmlns:asvg="http://schemas.microsoft.com/office/drawing/2016/SVG/main" r:embed="rId20"/>
              </a:ext>
            </a:extLst>
          </a:blip>
          <a:srcRect/>
          <a:stretch/>
        </p:blipFill>
        <p:spPr>
          <a:xfrm>
            <a:off x="6932851" y="4184310"/>
            <a:ext cx="429768" cy="429768"/>
          </a:xfrm>
          <a:prstGeom prst="rect">
            <a:avLst/>
          </a:prstGeom>
        </p:spPr>
      </p:pic>
      <p:pic>
        <p:nvPicPr>
          <p:cNvPr id="78" name="Graphic 77">
            <a:extLst>
              <a:ext uri="{FF2B5EF4-FFF2-40B4-BE49-F238E27FC236}">
                <a16:creationId xmlns:a16="http://schemas.microsoft.com/office/drawing/2014/main" id="{41BC6121-F7BA-115A-9494-22AA4E58F2D5}"/>
              </a:ext>
            </a:extLst>
          </p:cNvPr>
          <p:cNvPicPr>
            <a:picLocks noChangeAspect="1"/>
          </p:cNvPicPr>
          <p:nvPr userDrawn="1"/>
        </p:nvPicPr>
        <p:blipFill>
          <a:blip>
            <a:extLst>
              <a:ext uri="{96DAC541-7B7A-43D3-8B79-37D633B846F1}">
                <asvg:svgBlip xmlns:asvg="http://schemas.microsoft.com/office/drawing/2016/SVG/main" r:embed="rId21"/>
              </a:ext>
            </a:extLst>
          </a:blip>
          <a:srcRect/>
          <a:stretch/>
        </p:blipFill>
        <p:spPr>
          <a:xfrm>
            <a:off x="3206740" y="5262770"/>
            <a:ext cx="429768" cy="429768"/>
          </a:xfrm>
          <a:prstGeom prst="rect">
            <a:avLst/>
          </a:prstGeom>
        </p:spPr>
      </p:pic>
      <p:pic>
        <p:nvPicPr>
          <p:cNvPr id="80" name="Graphic 79">
            <a:extLst>
              <a:ext uri="{FF2B5EF4-FFF2-40B4-BE49-F238E27FC236}">
                <a16:creationId xmlns:a16="http://schemas.microsoft.com/office/drawing/2014/main" id="{3BB70A31-FD87-E657-CD02-5D1AC9F8BF13}"/>
              </a:ext>
            </a:extLst>
          </p:cNvPr>
          <p:cNvPicPr>
            <a:picLocks noChangeAspect="1"/>
          </p:cNvPicPr>
          <p:nvPr userDrawn="1"/>
        </p:nvPicPr>
        <p:blipFill>
          <a:blip>
            <a:extLst>
              <a:ext uri="{96DAC541-7B7A-43D3-8B79-37D633B846F1}">
                <asvg:svgBlip xmlns:asvg="http://schemas.microsoft.com/office/drawing/2016/SVG/main" r:embed="rId22"/>
              </a:ext>
            </a:extLst>
          </a:blip>
          <a:srcRect/>
          <a:stretch/>
        </p:blipFill>
        <p:spPr>
          <a:xfrm>
            <a:off x="2253850" y="5262770"/>
            <a:ext cx="429768" cy="429768"/>
          </a:xfrm>
          <a:prstGeom prst="rect">
            <a:avLst/>
          </a:prstGeom>
        </p:spPr>
      </p:pic>
      <p:pic>
        <p:nvPicPr>
          <p:cNvPr id="82" name="Graphic 81">
            <a:extLst>
              <a:ext uri="{FF2B5EF4-FFF2-40B4-BE49-F238E27FC236}">
                <a16:creationId xmlns:a16="http://schemas.microsoft.com/office/drawing/2014/main" id="{4428EBE3-BD30-40A0-C4C7-6685B3138C85}"/>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5979259" y="3059813"/>
            <a:ext cx="429768" cy="429768"/>
          </a:xfrm>
          <a:prstGeom prst="rect">
            <a:avLst/>
          </a:prstGeom>
        </p:spPr>
      </p:pic>
      <p:pic>
        <p:nvPicPr>
          <p:cNvPr id="84" name="Graphic 83">
            <a:extLst>
              <a:ext uri="{FF2B5EF4-FFF2-40B4-BE49-F238E27FC236}">
                <a16:creationId xmlns:a16="http://schemas.microsoft.com/office/drawing/2014/main" id="{5ED0F11C-0747-52BC-FCA5-CA722CFF6F53}"/>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5028581" y="5262770"/>
            <a:ext cx="429768" cy="429768"/>
          </a:xfrm>
          <a:prstGeom prst="rect">
            <a:avLst/>
          </a:prstGeom>
        </p:spPr>
      </p:pic>
      <p:pic>
        <p:nvPicPr>
          <p:cNvPr id="86" name="Graphic 85">
            <a:extLst>
              <a:ext uri="{FF2B5EF4-FFF2-40B4-BE49-F238E27FC236}">
                <a16:creationId xmlns:a16="http://schemas.microsoft.com/office/drawing/2014/main" id="{F44DF9BD-D0AE-91B8-EE47-4E5D3DE31337}"/>
              </a:ext>
            </a:extLst>
          </p:cNvPr>
          <p:cNvPicPr>
            <a:picLocks noChangeAspect="1"/>
          </p:cNvPicPr>
          <p:nvPr userDrawn="1"/>
        </p:nvPicPr>
        <p:blipFill>
          <a:blip>
            <a:extLst>
              <a:ext uri="{96DAC541-7B7A-43D3-8B79-37D633B846F1}">
                <asvg:svgBlip xmlns:asvg="http://schemas.microsoft.com/office/drawing/2016/SVG/main" r:embed="rId25"/>
              </a:ext>
            </a:extLst>
          </a:blip>
          <a:srcRect/>
          <a:stretch/>
        </p:blipFill>
        <p:spPr>
          <a:xfrm>
            <a:off x="2253850" y="2057759"/>
            <a:ext cx="429768" cy="429768"/>
          </a:xfrm>
          <a:prstGeom prst="rect">
            <a:avLst/>
          </a:prstGeom>
        </p:spPr>
      </p:pic>
      <p:pic>
        <p:nvPicPr>
          <p:cNvPr id="88" name="Graphic 87">
            <a:extLst>
              <a:ext uri="{FF2B5EF4-FFF2-40B4-BE49-F238E27FC236}">
                <a16:creationId xmlns:a16="http://schemas.microsoft.com/office/drawing/2014/main" id="{AAEB34EE-77C2-84AE-A487-42FDDD274699}"/>
              </a:ext>
            </a:extLst>
          </p:cNvPr>
          <p:cNvPicPr>
            <a:picLocks noChangeAspect="1"/>
          </p:cNvPicPr>
          <p:nvPr userDrawn="1"/>
        </p:nvPicPr>
        <p:blipFill>
          <a:blip>
            <a:extLst>
              <a:ext uri="{96DAC541-7B7A-43D3-8B79-37D633B846F1}">
                <asvg:svgBlip xmlns:asvg="http://schemas.microsoft.com/office/drawing/2016/SVG/main" r:embed="rId26"/>
              </a:ext>
            </a:extLst>
          </a:blip>
          <a:srcRect/>
          <a:stretch/>
        </p:blipFill>
        <p:spPr>
          <a:xfrm>
            <a:off x="4138390" y="2057759"/>
            <a:ext cx="429768" cy="429768"/>
          </a:xfrm>
          <a:prstGeom prst="rect">
            <a:avLst/>
          </a:prstGeom>
        </p:spPr>
      </p:pic>
      <p:pic>
        <p:nvPicPr>
          <p:cNvPr id="90" name="Graphic 89">
            <a:extLst>
              <a:ext uri="{FF2B5EF4-FFF2-40B4-BE49-F238E27FC236}">
                <a16:creationId xmlns:a16="http://schemas.microsoft.com/office/drawing/2014/main" id="{6819E992-53C5-EFE2-00D3-A7DE1BD603FB}"/>
              </a:ext>
            </a:extLst>
          </p:cNvPr>
          <p:cNvPicPr>
            <a:picLocks noChangeAspect="1"/>
          </p:cNvPicPr>
          <p:nvPr userDrawn="1"/>
        </p:nvPicPr>
        <p:blipFill>
          <a:blip>
            <a:extLst>
              <a:ext uri="{96DAC541-7B7A-43D3-8B79-37D633B846F1}">
                <asvg:svgBlip xmlns:asvg="http://schemas.microsoft.com/office/drawing/2016/SVG/main" r:embed="rId27"/>
              </a:ext>
            </a:extLst>
          </a:blip>
          <a:srcRect/>
          <a:stretch/>
        </p:blipFill>
        <p:spPr>
          <a:xfrm>
            <a:off x="5028581" y="2057759"/>
            <a:ext cx="429768" cy="429768"/>
          </a:xfrm>
          <a:prstGeom prst="rect">
            <a:avLst/>
          </a:prstGeom>
        </p:spPr>
      </p:pic>
      <p:pic>
        <p:nvPicPr>
          <p:cNvPr id="92" name="Graphic 91">
            <a:extLst>
              <a:ext uri="{FF2B5EF4-FFF2-40B4-BE49-F238E27FC236}">
                <a16:creationId xmlns:a16="http://schemas.microsoft.com/office/drawing/2014/main" id="{D666C253-0D8D-C3A7-BFE7-DADCB739DBD7}"/>
              </a:ext>
            </a:extLst>
          </p:cNvPr>
          <p:cNvPicPr>
            <a:picLocks noChangeAspect="1"/>
          </p:cNvPicPr>
          <p:nvPr userDrawn="1"/>
        </p:nvPicPr>
        <p:blipFill>
          <a:blip>
            <a:extLst>
              <a:ext uri="{96DAC541-7B7A-43D3-8B79-37D633B846F1}">
                <asvg:svgBlip xmlns:asvg="http://schemas.microsoft.com/office/drawing/2016/SVG/main" r:embed="rId28"/>
              </a:ext>
            </a:extLst>
          </a:blip>
          <a:srcRect/>
          <a:stretch/>
        </p:blipFill>
        <p:spPr>
          <a:xfrm>
            <a:off x="3206740" y="2057759"/>
            <a:ext cx="429768" cy="429768"/>
          </a:xfrm>
          <a:prstGeom prst="rect">
            <a:avLst/>
          </a:prstGeom>
        </p:spPr>
      </p:pic>
      <p:pic>
        <p:nvPicPr>
          <p:cNvPr id="94" name="Graphic 93">
            <a:extLst>
              <a:ext uri="{FF2B5EF4-FFF2-40B4-BE49-F238E27FC236}">
                <a16:creationId xmlns:a16="http://schemas.microsoft.com/office/drawing/2014/main" id="{AA47F8B3-37BC-88E3-74A5-827BE4D75C4B}"/>
              </a:ext>
            </a:extLst>
          </p:cNvPr>
          <p:cNvPicPr>
            <a:picLocks noChangeAspect="1"/>
          </p:cNvPicPr>
          <p:nvPr userDrawn="1"/>
        </p:nvPicPr>
        <p:blipFill>
          <a:blip>
            <a:extLst>
              <a:ext uri="{96DAC541-7B7A-43D3-8B79-37D633B846F1}">
                <asvg:svgBlip xmlns:asvg="http://schemas.microsoft.com/office/drawing/2016/SVG/main" r:embed="rId29"/>
              </a:ext>
            </a:extLst>
          </a:blip>
          <a:srcRect/>
          <a:stretch/>
        </p:blipFill>
        <p:spPr>
          <a:xfrm>
            <a:off x="5979259" y="2064022"/>
            <a:ext cx="429768" cy="429768"/>
          </a:xfrm>
          <a:prstGeom prst="rect">
            <a:avLst/>
          </a:prstGeom>
        </p:spPr>
      </p:pic>
      <p:pic>
        <p:nvPicPr>
          <p:cNvPr id="96" name="Graphic 95">
            <a:extLst>
              <a:ext uri="{FF2B5EF4-FFF2-40B4-BE49-F238E27FC236}">
                <a16:creationId xmlns:a16="http://schemas.microsoft.com/office/drawing/2014/main" id="{6FC2CC1F-8DDC-EF51-E5FF-DF99965C0E0B}"/>
              </a:ext>
            </a:extLst>
          </p:cNvPr>
          <p:cNvPicPr>
            <a:picLocks noChangeAspect="1"/>
          </p:cNvPicPr>
          <p:nvPr userDrawn="1"/>
        </p:nvPicPr>
        <p:blipFill>
          <a:blip>
            <a:extLst>
              <a:ext uri="{96DAC541-7B7A-43D3-8B79-37D633B846F1}">
                <asvg:svgBlip xmlns:asvg="http://schemas.microsoft.com/office/drawing/2016/SVG/main" r:embed="rId30"/>
              </a:ext>
            </a:extLst>
          </a:blip>
          <a:srcRect/>
          <a:stretch/>
        </p:blipFill>
        <p:spPr>
          <a:xfrm>
            <a:off x="6932851" y="2057759"/>
            <a:ext cx="429768" cy="429768"/>
          </a:xfrm>
          <a:prstGeom prst="rect">
            <a:avLst/>
          </a:prstGeom>
        </p:spPr>
      </p:pic>
      <p:pic>
        <p:nvPicPr>
          <p:cNvPr id="98" name="Graphic 97">
            <a:extLst>
              <a:ext uri="{FF2B5EF4-FFF2-40B4-BE49-F238E27FC236}">
                <a16:creationId xmlns:a16="http://schemas.microsoft.com/office/drawing/2014/main" id="{704EE4CF-17E3-B50B-6FE5-E7F88178C279}"/>
              </a:ext>
            </a:extLst>
          </p:cNvPr>
          <p:cNvPicPr>
            <a:picLocks noChangeAspect="1"/>
          </p:cNvPicPr>
          <p:nvPr userDrawn="1"/>
        </p:nvPicPr>
        <p:blipFill>
          <a:blip>
            <a:extLst>
              <a:ext uri="{96DAC541-7B7A-43D3-8B79-37D633B846F1}">
                <asvg:svgBlip xmlns:asvg="http://schemas.microsoft.com/office/drawing/2016/SVG/main" r:embed="rId31"/>
              </a:ext>
            </a:extLst>
          </a:blip>
          <a:srcRect/>
          <a:stretch/>
        </p:blipFill>
        <p:spPr>
          <a:xfrm>
            <a:off x="2253850" y="3053550"/>
            <a:ext cx="429768" cy="429768"/>
          </a:xfrm>
          <a:prstGeom prst="rect">
            <a:avLst/>
          </a:prstGeom>
        </p:spPr>
      </p:pic>
      <p:pic>
        <p:nvPicPr>
          <p:cNvPr id="100" name="Graphic 99">
            <a:extLst>
              <a:ext uri="{FF2B5EF4-FFF2-40B4-BE49-F238E27FC236}">
                <a16:creationId xmlns:a16="http://schemas.microsoft.com/office/drawing/2014/main" id="{38F947CC-45F6-88B8-8E60-5ABDBDC5E7E2}"/>
              </a:ext>
            </a:extLst>
          </p:cNvPr>
          <p:cNvPicPr>
            <a:picLocks noChangeAspect="1"/>
          </p:cNvPicPr>
          <p:nvPr userDrawn="1"/>
        </p:nvPicPr>
        <p:blipFill>
          <a:blip>
            <a:extLst>
              <a:ext uri="{96DAC541-7B7A-43D3-8B79-37D633B846F1}">
                <asvg:svgBlip xmlns:asvg="http://schemas.microsoft.com/office/drawing/2016/SVG/main" r:embed="rId32"/>
              </a:ext>
            </a:extLst>
          </a:blip>
          <a:srcRect/>
          <a:stretch/>
        </p:blipFill>
        <p:spPr>
          <a:xfrm>
            <a:off x="1314505" y="3053550"/>
            <a:ext cx="429768" cy="429768"/>
          </a:xfrm>
          <a:prstGeom prst="rect">
            <a:avLst/>
          </a:prstGeom>
        </p:spPr>
      </p:pic>
      <p:pic>
        <p:nvPicPr>
          <p:cNvPr id="102" name="Graphic 101">
            <a:extLst>
              <a:ext uri="{FF2B5EF4-FFF2-40B4-BE49-F238E27FC236}">
                <a16:creationId xmlns:a16="http://schemas.microsoft.com/office/drawing/2014/main" id="{754ADD9B-5609-F925-C031-C78840B7E9CE}"/>
              </a:ext>
            </a:extLst>
          </p:cNvPr>
          <p:cNvPicPr>
            <a:picLocks noChangeAspect="1"/>
          </p:cNvPicPr>
          <p:nvPr userDrawn="1"/>
        </p:nvPicPr>
        <p:blipFill>
          <a:blip>
            <a:extLst>
              <a:ext uri="{96DAC541-7B7A-43D3-8B79-37D633B846F1}">
                <asvg:svgBlip xmlns:asvg="http://schemas.microsoft.com/office/drawing/2016/SVG/main" r:embed="rId33"/>
              </a:ext>
            </a:extLst>
          </a:blip>
          <a:srcRect/>
          <a:stretch/>
        </p:blipFill>
        <p:spPr>
          <a:xfrm>
            <a:off x="3206740" y="3053550"/>
            <a:ext cx="429768" cy="429768"/>
          </a:xfrm>
          <a:prstGeom prst="rect">
            <a:avLst/>
          </a:prstGeom>
        </p:spPr>
      </p:pic>
      <p:pic>
        <p:nvPicPr>
          <p:cNvPr id="104" name="Graphic 103">
            <a:extLst>
              <a:ext uri="{FF2B5EF4-FFF2-40B4-BE49-F238E27FC236}">
                <a16:creationId xmlns:a16="http://schemas.microsoft.com/office/drawing/2014/main" id="{3DD95989-A80C-D9E0-CB60-88512B448680}"/>
              </a:ext>
            </a:extLst>
          </p:cNvPr>
          <p:cNvPicPr>
            <a:picLocks noChangeAspect="1"/>
          </p:cNvPicPr>
          <p:nvPr userDrawn="1"/>
        </p:nvPicPr>
        <p:blipFill>
          <a:blip>
            <a:extLst>
              <a:ext uri="{96DAC541-7B7A-43D3-8B79-37D633B846F1}">
                <asvg:svgBlip xmlns:asvg="http://schemas.microsoft.com/office/drawing/2016/SVG/main" r:embed="rId34"/>
              </a:ext>
            </a:extLst>
          </a:blip>
          <a:stretch>
            <a:fillRect/>
          </a:stretch>
        </p:blipFill>
        <p:spPr>
          <a:xfrm>
            <a:off x="388576" y="3053550"/>
            <a:ext cx="429768" cy="429768"/>
          </a:xfrm>
          <a:prstGeom prst="rect">
            <a:avLst/>
          </a:prstGeom>
        </p:spPr>
      </p:pic>
      <p:pic>
        <p:nvPicPr>
          <p:cNvPr id="106" name="Graphic 105">
            <a:extLst>
              <a:ext uri="{FF2B5EF4-FFF2-40B4-BE49-F238E27FC236}">
                <a16:creationId xmlns:a16="http://schemas.microsoft.com/office/drawing/2014/main" id="{968FC3F1-148D-0B48-F4D4-9D0E0B73B53E}"/>
              </a:ext>
            </a:extLst>
          </p:cNvPr>
          <p:cNvPicPr>
            <a:picLocks noChangeAspect="1"/>
          </p:cNvPicPr>
          <p:nvPr userDrawn="1"/>
        </p:nvPicPr>
        <p:blipFill>
          <a:blip>
            <a:extLst>
              <a:ext uri="{96DAC541-7B7A-43D3-8B79-37D633B846F1}">
                <asvg:svgBlip xmlns:asvg="http://schemas.microsoft.com/office/drawing/2016/SVG/main" r:embed="rId35"/>
              </a:ext>
            </a:extLst>
          </a:blip>
          <a:srcRect/>
          <a:stretch/>
        </p:blipFill>
        <p:spPr>
          <a:xfrm>
            <a:off x="5965151" y="6491339"/>
            <a:ext cx="429768" cy="429768"/>
          </a:xfrm>
          <a:prstGeom prst="rect">
            <a:avLst/>
          </a:prstGeom>
        </p:spPr>
      </p:pic>
      <p:pic>
        <p:nvPicPr>
          <p:cNvPr id="108" name="Graphic 107">
            <a:extLst>
              <a:ext uri="{FF2B5EF4-FFF2-40B4-BE49-F238E27FC236}">
                <a16:creationId xmlns:a16="http://schemas.microsoft.com/office/drawing/2014/main" id="{65D81DFD-E4A7-FA65-3FFD-54585D6E958A}"/>
              </a:ext>
            </a:extLst>
          </p:cNvPr>
          <p:cNvPicPr>
            <a:picLocks noChangeAspect="1"/>
          </p:cNvPicPr>
          <p:nvPr userDrawn="1"/>
        </p:nvPicPr>
        <p:blipFill>
          <a:blip>
            <a:extLst>
              <a:ext uri="{96DAC541-7B7A-43D3-8B79-37D633B846F1}">
                <asvg:svgBlip xmlns:asvg="http://schemas.microsoft.com/office/drawing/2016/SVG/main" r:embed="rId36"/>
              </a:ext>
            </a:extLst>
          </a:blip>
          <a:srcRect/>
          <a:stretch/>
        </p:blipFill>
        <p:spPr>
          <a:xfrm>
            <a:off x="383705" y="7664394"/>
            <a:ext cx="429768" cy="429768"/>
          </a:xfrm>
          <a:prstGeom prst="rect">
            <a:avLst/>
          </a:prstGeom>
        </p:spPr>
      </p:pic>
      <p:pic>
        <p:nvPicPr>
          <p:cNvPr id="110" name="Graphic 109">
            <a:extLst>
              <a:ext uri="{FF2B5EF4-FFF2-40B4-BE49-F238E27FC236}">
                <a16:creationId xmlns:a16="http://schemas.microsoft.com/office/drawing/2014/main" id="{D403D35C-547F-E90A-8846-B674D2DA86D2}"/>
              </a:ext>
            </a:extLst>
          </p:cNvPr>
          <p:cNvPicPr>
            <a:picLocks noChangeAspect="1"/>
          </p:cNvPicPr>
          <p:nvPr userDrawn="1"/>
        </p:nvPicPr>
        <p:blipFill>
          <a:blip>
            <a:extLst>
              <a:ext uri="{96DAC541-7B7A-43D3-8B79-37D633B846F1}">
                <asvg:svgBlip xmlns:asvg="http://schemas.microsoft.com/office/drawing/2016/SVG/main" r:embed="rId37"/>
              </a:ext>
            </a:extLst>
          </a:blip>
          <a:srcRect/>
          <a:stretch/>
        </p:blipFill>
        <p:spPr>
          <a:xfrm>
            <a:off x="2275940" y="7664394"/>
            <a:ext cx="429768" cy="429768"/>
          </a:xfrm>
          <a:prstGeom prst="rect">
            <a:avLst/>
          </a:prstGeom>
        </p:spPr>
      </p:pic>
      <p:pic>
        <p:nvPicPr>
          <p:cNvPr id="112" name="Graphic 111">
            <a:extLst>
              <a:ext uri="{FF2B5EF4-FFF2-40B4-BE49-F238E27FC236}">
                <a16:creationId xmlns:a16="http://schemas.microsoft.com/office/drawing/2014/main" id="{FA0E74FD-E547-5021-370B-2B3CFF19D459}"/>
              </a:ext>
            </a:extLst>
          </p:cNvPr>
          <p:cNvPicPr>
            <a:picLocks noChangeAspect="1"/>
          </p:cNvPicPr>
          <p:nvPr userDrawn="1"/>
        </p:nvPicPr>
        <p:blipFill>
          <a:blip>
            <a:extLst>
              <a:ext uri="{96DAC541-7B7A-43D3-8B79-37D633B846F1}">
                <asvg:svgBlip xmlns:asvg="http://schemas.microsoft.com/office/drawing/2016/SVG/main" r:embed="rId38"/>
              </a:ext>
            </a:extLst>
          </a:blip>
          <a:srcRect/>
          <a:stretch/>
        </p:blipFill>
        <p:spPr>
          <a:xfrm>
            <a:off x="1323050" y="7664394"/>
            <a:ext cx="429768" cy="429768"/>
          </a:xfrm>
          <a:prstGeom prst="rect">
            <a:avLst/>
          </a:prstGeom>
        </p:spPr>
      </p:pic>
      <p:pic>
        <p:nvPicPr>
          <p:cNvPr id="114" name="Graphic 113">
            <a:extLst>
              <a:ext uri="{FF2B5EF4-FFF2-40B4-BE49-F238E27FC236}">
                <a16:creationId xmlns:a16="http://schemas.microsoft.com/office/drawing/2014/main" id="{E8E4DAB2-7D0E-5481-3DCF-8FB792BC3360}"/>
              </a:ext>
            </a:extLst>
          </p:cNvPr>
          <p:cNvPicPr>
            <a:picLocks noChangeAspect="1"/>
          </p:cNvPicPr>
          <p:nvPr userDrawn="1"/>
        </p:nvPicPr>
        <p:blipFill>
          <a:blip>
            <a:extLst>
              <a:ext uri="{96DAC541-7B7A-43D3-8B79-37D633B846F1}">
                <asvg:svgBlip xmlns:asvg="http://schemas.microsoft.com/office/drawing/2016/SVG/main" r:embed="rId39"/>
              </a:ext>
            </a:extLst>
          </a:blip>
          <a:srcRect/>
          <a:stretch/>
        </p:blipFill>
        <p:spPr>
          <a:xfrm>
            <a:off x="388576" y="6491339"/>
            <a:ext cx="429768" cy="429768"/>
          </a:xfrm>
          <a:prstGeom prst="rect">
            <a:avLst/>
          </a:prstGeom>
        </p:spPr>
      </p:pic>
      <p:pic>
        <p:nvPicPr>
          <p:cNvPr id="116" name="Graphic 115">
            <a:extLst>
              <a:ext uri="{FF2B5EF4-FFF2-40B4-BE49-F238E27FC236}">
                <a16:creationId xmlns:a16="http://schemas.microsoft.com/office/drawing/2014/main" id="{5B9B2BDE-717D-9031-0077-E1A99E7C7111}"/>
              </a:ext>
            </a:extLst>
          </p:cNvPr>
          <p:cNvPicPr>
            <a:picLocks noChangeAspect="1"/>
          </p:cNvPicPr>
          <p:nvPr userDrawn="1"/>
        </p:nvPicPr>
        <p:blipFill>
          <a:blip>
            <a:extLst>
              <a:ext uri="{96DAC541-7B7A-43D3-8B79-37D633B846F1}">
                <asvg:svgBlip xmlns:asvg="http://schemas.microsoft.com/office/drawing/2016/SVG/main" r:embed="rId40"/>
              </a:ext>
            </a:extLst>
          </a:blip>
          <a:srcRect/>
          <a:stretch/>
        </p:blipFill>
        <p:spPr>
          <a:xfrm>
            <a:off x="3207590" y="7664394"/>
            <a:ext cx="429768" cy="429768"/>
          </a:xfrm>
          <a:prstGeom prst="rect">
            <a:avLst/>
          </a:prstGeom>
        </p:spPr>
      </p:pic>
      <p:pic>
        <p:nvPicPr>
          <p:cNvPr id="118" name="Graphic 117">
            <a:extLst>
              <a:ext uri="{FF2B5EF4-FFF2-40B4-BE49-F238E27FC236}">
                <a16:creationId xmlns:a16="http://schemas.microsoft.com/office/drawing/2014/main" id="{21A29D30-6CE2-3E45-2D0A-81242F4784DE}"/>
              </a:ext>
            </a:extLst>
          </p:cNvPr>
          <p:cNvPicPr>
            <a:picLocks noChangeAspect="1"/>
          </p:cNvPicPr>
          <p:nvPr userDrawn="1"/>
        </p:nvPicPr>
        <p:blipFill>
          <a:blip>
            <a:extLst>
              <a:ext uri="{96DAC541-7B7A-43D3-8B79-37D633B846F1}">
                <asvg:svgBlip xmlns:asvg="http://schemas.microsoft.com/office/drawing/2016/SVG/main" r:embed="rId41"/>
              </a:ext>
            </a:extLst>
          </a:blip>
          <a:srcRect/>
          <a:stretch/>
        </p:blipFill>
        <p:spPr>
          <a:xfrm>
            <a:off x="4097781" y="7664394"/>
            <a:ext cx="429768" cy="429768"/>
          </a:xfrm>
          <a:prstGeom prst="rect">
            <a:avLst/>
          </a:prstGeom>
        </p:spPr>
      </p:pic>
      <p:pic>
        <p:nvPicPr>
          <p:cNvPr id="120" name="Graphic 119">
            <a:extLst>
              <a:ext uri="{FF2B5EF4-FFF2-40B4-BE49-F238E27FC236}">
                <a16:creationId xmlns:a16="http://schemas.microsoft.com/office/drawing/2014/main" id="{53075348-0D92-CA4B-5395-F0B5F823532E}"/>
              </a:ext>
            </a:extLst>
          </p:cNvPr>
          <p:cNvPicPr>
            <a:picLocks noChangeAspect="1"/>
          </p:cNvPicPr>
          <p:nvPr userDrawn="1"/>
        </p:nvPicPr>
        <p:blipFill>
          <a:blip>
            <a:extLst>
              <a:ext uri="{96DAC541-7B7A-43D3-8B79-37D633B846F1}">
                <asvg:svgBlip xmlns:asvg="http://schemas.microsoft.com/office/drawing/2016/SVG/main" r:embed="rId42"/>
              </a:ext>
            </a:extLst>
          </a:blip>
          <a:srcRect/>
          <a:stretch/>
        </p:blipFill>
        <p:spPr>
          <a:xfrm>
            <a:off x="6002051" y="7664394"/>
            <a:ext cx="429768" cy="429768"/>
          </a:xfrm>
          <a:prstGeom prst="rect">
            <a:avLst/>
          </a:prstGeom>
        </p:spPr>
      </p:pic>
      <p:pic>
        <p:nvPicPr>
          <p:cNvPr id="122" name="Graphic 121">
            <a:extLst>
              <a:ext uri="{FF2B5EF4-FFF2-40B4-BE49-F238E27FC236}">
                <a16:creationId xmlns:a16="http://schemas.microsoft.com/office/drawing/2014/main" id="{C0AF74A3-F599-5EBF-224A-E86560EDF1D1}"/>
              </a:ext>
            </a:extLst>
          </p:cNvPr>
          <p:cNvPicPr>
            <a:picLocks noChangeAspect="1"/>
          </p:cNvPicPr>
          <p:nvPr userDrawn="1"/>
        </p:nvPicPr>
        <p:blipFill>
          <a:blip>
            <a:extLst>
              <a:ext uri="{96DAC541-7B7A-43D3-8B79-37D633B846F1}">
                <asvg:svgBlip xmlns:asvg="http://schemas.microsoft.com/office/drawing/2016/SVG/main" r:embed="rId43"/>
              </a:ext>
            </a:extLst>
          </a:blip>
          <a:stretch>
            <a:fillRect/>
          </a:stretch>
        </p:blipFill>
        <p:spPr>
          <a:xfrm>
            <a:off x="6926298" y="6538474"/>
            <a:ext cx="429768" cy="429768"/>
          </a:xfrm>
          <a:prstGeom prst="rect">
            <a:avLst/>
          </a:prstGeom>
        </p:spPr>
      </p:pic>
      <p:sp>
        <p:nvSpPr>
          <p:cNvPr id="124" name="TextBox 123">
            <a:extLst>
              <a:ext uri="{FF2B5EF4-FFF2-40B4-BE49-F238E27FC236}">
                <a16:creationId xmlns:a16="http://schemas.microsoft.com/office/drawing/2014/main" id="{07EC61DE-05FA-2E12-72F8-E0BC8F72A522}"/>
              </a:ext>
            </a:extLst>
          </p:cNvPr>
          <p:cNvSpPr txBox="1"/>
          <p:nvPr userDrawn="1"/>
        </p:nvSpPr>
        <p:spPr>
          <a:xfrm>
            <a:off x="5869055" y="3594967"/>
            <a:ext cx="650176"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126" name="TextBox 125">
            <a:extLst>
              <a:ext uri="{FF2B5EF4-FFF2-40B4-BE49-F238E27FC236}">
                <a16:creationId xmlns:a16="http://schemas.microsoft.com/office/drawing/2014/main" id="{D8F9ABA2-3375-D385-C8BD-9AE80EC37C32}"/>
              </a:ext>
            </a:extLst>
          </p:cNvPr>
          <p:cNvSpPr txBox="1"/>
          <p:nvPr userDrawn="1"/>
        </p:nvSpPr>
        <p:spPr>
          <a:xfrm>
            <a:off x="3024523" y="5868672"/>
            <a:ext cx="794202"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128" name="TextBox 127">
            <a:extLst>
              <a:ext uri="{FF2B5EF4-FFF2-40B4-BE49-F238E27FC236}">
                <a16:creationId xmlns:a16="http://schemas.microsoft.com/office/drawing/2014/main" id="{6046B630-4D6E-ABC1-A932-7D206ECE9E54}"/>
              </a:ext>
            </a:extLst>
          </p:cNvPr>
          <p:cNvSpPr txBox="1"/>
          <p:nvPr userDrawn="1"/>
        </p:nvSpPr>
        <p:spPr>
          <a:xfrm>
            <a:off x="4823595" y="5868672"/>
            <a:ext cx="839741"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130" name="TextBox 129">
            <a:extLst>
              <a:ext uri="{FF2B5EF4-FFF2-40B4-BE49-F238E27FC236}">
                <a16:creationId xmlns:a16="http://schemas.microsoft.com/office/drawing/2014/main" id="{B9AB1BFA-6282-3332-C415-3BFD3CD05DA2}"/>
              </a:ext>
            </a:extLst>
          </p:cNvPr>
          <p:cNvSpPr txBox="1"/>
          <p:nvPr userDrawn="1"/>
        </p:nvSpPr>
        <p:spPr>
          <a:xfrm>
            <a:off x="4835383" y="7063346"/>
            <a:ext cx="782120"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132" name="TextBox 131">
            <a:extLst>
              <a:ext uri="{FF2B5EF4-FFF2-40B4-BE49-F238E27FC236}">
                <a16:creationId xmlns:a16="http://schemas.microsoft.com/office/drawing/2014/main" id="{80151527-F152-C0BD-7B8D-767DA92D970C}"/>
              </a:ext>
            </a:extLst>
          </p:cNvPr>
          <p:cNvSpPr txBox="1"/>
          <p:nvPr userDrawn="1"/>
        </p:nvSpPr>
        <p:spPr>
          <a:xfrm>
            <a:off x="5775728" y="7063346"/>
            <a:ext cx="808615"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134" name="TextBox 133">
            <a:extLst>
              <a:ext uri="{FF2B5EF4-FFF2-40B4-BE49-F238E27FC236}">
                <a16:creationId xmlns:a16="http://schemas.microsoft.com/office/drawing/2014/main" id="{B080C4CE-EF3F-E96F-B98C-23C1056B3D28}"/>
              </a:ext>
            </a:extLst>
          </p:cNvPr>
          <p:cNvSpPr txBox="1"/>
          <p:nvPr userDrawn="1"/>
        </p:nvSpPr>
        <p:spPr>
          <a:xfrm>
            <a:off x="143263" y="1488602"/>
            <a:ext cx="920395"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136" name="TextBox 135">
            <a:extLst>
              <a:ext uri="{FF2B5EF4-FFF2-40B4-BE49-F238E27FC236}">
                <a16:creationId xmlns:a16="http://schemas.microsoft.com/office/drawing/2014/main" id="{1CE90173-5642-2392-9573-8BB0D821CE5F}"/>
              </a:ext>
            </a:extLst>
          </p:cNvPr>
          <p:cNvSpPr txBox="1"/>
          <p:nvPr userDrawn="1"/>
        </p:nvSpPr>
        <p:spPr>
          <a:xfrm>
            <a:off x="1091989" y="1488602"/>
            <a:ext cx="874800"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138" name="TextBox 137">
            <a:extLst>
              <a:ext uri="{FF2B5EF4-FFF2-40B4-BE49-F238E27FC236}">
                <a16:creationId xmlns:a16="http://schemas.microsoft.com/office/drawing/2014/main" id="{41D880CD-7BB8-3472-AD60-2B93484BBFFB}"/>
              </a:ext>
            </a:extLst>
          </p:cNvPr>
          <p:cNvSpPr txBox="1"/>
          <p:nvPr userDrawn="1"/>
        </p:nvSpPr>
        <p:spPr>
          <a:xfrm>
            <a:off x="2047022" y="2571108"/>
            <a:ext cx="843424"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140" name="TextBox 139">
            <a:extLst>
              <a:ext uri="{FF2B5EF4-FFF2-40B4-BE49-F238E27FC236}">
                <a16:creationId xmlns:a16="http://schemas.microsoft.com/office/drawing/2014/main" id="{74BEBD1B-7B1A-D8E0-A2D0-2BCEDBE4EA9F}"/>
              </a:ext>
            </a:extLst>
          </p:cNvPr>
          <p:cNvSpPr txBox="1"/>
          <p:nvPr userDrawn="1"/>
        </p:nvSpPr>
        <p:spPr>
          <a:xfrm>
            <a:off x="2926569" y="2571108"/>
            <a:ext cx="990111"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142" name="TextBox 141">
            <a:extLst>
              <a:ext uri="{FF2B5EF4-FFF2-40B4-BE49-F238E27FC236}">
                <a16:creationId xmlns:a16="http://schemas.microsoft.com/office/drawing/2014/main" id="{219A3F4F-3304-52EB-7358-4E37FD75D25F}"/>
              </a:ext>
            </a:extLst>
          </p:cNvPr>
          <p:cNvSpPr txBox="1"/>
          <p:nvPr userDrawn="1"/>
        </p:nvSpPr>
        <p:spPr>
          <a:xfrm>
            <a:off x="3960242" y="2571108"/>
            <a:ext cx="786065"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144" name="TextBox 143">
            <a:extLst>
              <a:ext uri="{FF2B5EF4-FFF2-40B4-BE49-F238E27FC236}">
                <a16:creationId xmlns:a16="http://schemas.microsoft.com/office/drawing/2014/main" id="{A345CB7E-CD14-5A8E-5D3E-368F1B9DF12D}"/>
              </a:ext>
            </a:extLst>
          </p:cNvPr>
          <p:cNvSpPr txBox="1"/>
          <p:nvPr userDrawn="1"/>
        </p:nvSpPr>
        <p:spPr>
          <a:xfrm>
            <a:off x="4837441" y="2571108"/>
            <a:ext cx="812049"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146" name="TextBox 145">
            <a:extLst>
              <a:ext uri="{FF2B5EF4-FFF2-40B4-BE49-F238E27FC236}">
                <a16:creationId xmlns:a16="http://schemas.microsoft.com/office/drawing/2014/main" id="{9175A9B7-F0B0-1177-A4B2-7BE47D640B58}"/>
              </a:ext>
            </a:extLst>
          </p:cNvPr>
          <p:cNvSpPr txBox="1"/>
          <p:nvPr userDrawn="1"/>
        </p:nvSpPr>
        <p:spPr>
          <a:xfrm>
            <a:off x="5788119" y="2571108"/>
            <a:ext cx="812048"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148" name="TextBox 147">
            <a:extLst>
              <a:ext uri="{FF2B5EF4-FFF2-40B4-BE49-F238E27FC236}">
                <a16:creationId xmlns:a16="http://schemas.microsoft.com/office/drawing/2014/main" id="{5889571E-69DA-705A-6B2A-2246BAAE2DFA}"/>
              </a:ext>
            </a:extLst>
          </p:cNvPr>
          <p:cNvSpPr txBox="1"/>
          <p:nvPr userDrawn="1"/>
        </p:nvSpPr>
        <p:spPr>
          <a:xfrm>
            <a:off x="6627409" y="2571108"/>
            <a:ext cx="1040653"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150" name="TextBox 149">
            <a:extLst>
              <a:ext uri="{FF2B5EF4-FFF2-40B4-BE49-F238E27FC236}">
                <a16:creationId xmlns:a16="http://schemas.microsoft.com/office/drawing/2014/main" id="{0AC62C1C-7B18-388D-E3C1-4D3951B7761E}"/>
              </a:ext>
            </a:extLst>
          </p:cNvPr>
          <p:cNvSpPr txBox="1"/>
          <p:nvPr userDrawn="1"/>
        </p:nvSpPr>
        <p:spPr>
          <a:xfrm>
            <a:off x="156450" y="3594967"/>
            <a:ext cx="894020"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152" name="TextBox 151">
            <a:extLst>
              <a:ext uri="{FF2B5EF4-FFF2-40B4-BE49-F238E27FC236}">
                <a16:creationId xmlns:a16="http://schemas.microsoft.com/office/drawing/2014/main" id="{8C823C39-504A-DA8B-09CD-624CC3F4BA03}"/>
              </a:ext>
            </a:extLst>
          </p:cNvPr>
          <p:cNvSpPr txBox="1"/>
          <p:nvPr userDrawn="1"/>
        </p:nvSpPr>
        <p:spPr>
          <a:xfrm>
            <a:off x="1107677" y="3594967"/>
            <a:ext cx="843424"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154" name="TextBox 153">
            <a:extLst>
              <a:ext uri="{FF2B5EF4-FFF2-40B4-BE49-F238E27FC236}">
                <a16:creationId xmlns:a16="http://schemas.microsoft.com/office/drawing/2014/main" id="{5B77E07B-CBDD-5D42-F1D2-C18BB49EA1AD}"/>
              </a:ext>
            </a:extLst>
          </p:cNvPr>
          <p:cNvSpPr txBox="1"/>
          <p:nvPr userDrawn="1"/>
        </p:nvSpPr>
        <p:spPr>
          <a:xfrm>
            <a:off x="2061439" y="3594967"/>
            <a:ext cx="814591"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156" name="TextBox 155">
            <a:extLst>
              <a:ext uri="{FF2B5EF4-FFF2-40B4-BE49-F238E27FC236}">
                <a16:creationId xmlns:a16="http://schemas.microsoft.com/office/drawing/2014/main" id="{D249DAE8-5D90-798B-821B-C1B0CBF0D38E}"/>
              </a:ext>
            </a:extLst>
          </p:cNvPr>
          <p:cNvSpPr txBox="1"/>
          <p:nvPr userDrawn="1"/>
        </p:nvSpPr>
        <p:spPr>
          <a:xfrm>
            <a:off x="2836943" y="3594967"/>
            <a:ext cx="1169363"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158" name="TextBox 157">
            <a:extLst>
              <a:ext uri="{FF2B5EF4-FFF2-40B4-BE49-F238E27FC236}">
                <a16:creationId xmlns:a16="http://schemas.microsoft.com/office/drawing/2014/main" id="{0B798D9B-E54B-F1C5-E16B-7BE45887EC18}"/>
              </a:ext>
            </a:extLst>
          </p:cNvPr>
          <p:cNvSpPr txBox="1"/>
          <p:nvPr userDrawn="1"/>
        </p:nvSpPr>
        <p:spPr>
          <a:xfrm>
            <a:off x="6709491" y="7062360"/>
            <a:ext cx="863382"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160" name="TextBox 159">
            <a:extLst>
              <a:ext uri="{FF2B5EF4-FFF2-40B4-BE49-F238E27FC236}">
                <a16:creationId xmlns:a16="http://schemas.microsoft.com/office/drawing/2014/main" id="{D34D44F9-7A64-6FD2-D5EB-8B7BA2993831}"/>
              </a:ext>
            </a:extLst>
          </p:cNvPr>
          <p:cNvSpPr txBox="1"/>
          <p:nvPr userDrawn="1"/>
        </p:nvSpPr>
        <p:spPr>
          <a:xfrm>
            <a:off x="192981" y="8188280"/>
            <a:ext cx="811216"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162" name="TextBox 161">
            <a:extLst>
              <a:ext uri="{FF2B5EF4-FFF2-40B4-BE49-F238E27FC236}">
                <a16:creationId xmlns:a16="http://schemas.microsoft.com/office/drawing/2014/main" id="{0BE3567F-580C-CB41-9C64-3DCAFE37A3B5}"/>
              </a:ext>
            </a:extLst>
          </p:cNvPr>
          <p:cNvSpPr txBox="1"/>
          <p:nvPr userDrawn="1"/>
        </p:nvSpPr>
        <p:spPr>
          <a:xfrm>
            <a:off x="1121458" y="8188280"/>
            <a:ext cx="832953"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164" name="TextBox 163">
            <a:extLst>
              <a:ext uri="{FF2B5EF4-FFF2-40B4-BE49-F238E27FC236}">
                <a16:creationId xmlns:a16="http://schemas.microsoft.com/office/drawing/2014/main" id="{E2703767-4476-03B7-6BE6-DBB85DE3FA22}"/>
              </a:ext>
            </a:extLst>
          </p:cNvPr>
          <p:cNvSpPr txBox="1"/>
          <p:nvPr userDrawn="1"/>
        </p:nvSpPr>
        <p:spPr>
          <a:xfrm>
            <a:off x="2069112" y="8188280"/>
            <a:ext cx="843424"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166" name="TextBox 165">
            <a:extLst>
              <a:ext uri="{FF2B5EF4-FFF2-40B4-BE49-F238E27FC236}">
                <a16:creationId xmlns:a16="http://schemas.microsoft.com/office/drawing/2014/main" id="{4E22F3F4-56F2-6B41-55C0-5B2CE2E273DF}"/>
              </a:ext>
            </a:extLst>
          </p:cNvPr>
          <p:cNvSpPr txBox="1"/>
          <p:nvPr userDrawn="1"/>
        </p:nvSpPr>
        <p:spPr>
          <a:xfrm>
            <a:off x="3033000" y="8188280"/>
            <a:ext cx="778949"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168" name="TextBox 167">
            <a:extLst>
              <a:ext uri="{FF2B5EF4-FFF2-40B4-BE49-F238E27FC236}">
                <a16:creationId xmlns:a16="http://schemas.microsoft.com/office/drawing/2014/main" id="{E74E2808-6485-382E-ED46-FD20A72B1639}"/>
              </a:ext>
            </a:extLst>
          </p:cNvPr>
          <p:cNvSpPr txBox="1"/>
          <p:nvPr userDrawn="1"/>
        </p:nvSpPr>
        <p:spPr>
          <a:xfrm>
            <a:off x="3915565" y="8188280"/>
            <a:ext cx="794201"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170" name="TextBox 169">
            <a:extLst>
              <a:ext uri="{FF2B5EF4-FFF2-40B4-BE49-F238E27FC236}">
                <a16:creationId xmlns:a16="http://schemas.microsoft.com/office/drawing/2014/main" id="{A331F7E5-44FE-6A5F-E39C-70CF3B6CAB87}"/>
              </a:ext>
            </a:extLst>
          </p:cNvPr>
          <p:cNvSpPr txBox="1"/>
          <p:nvPr userDrawn="1"/>
        </p:nvSpPr>
        <p:spPr>
          <a:xfrm>
            <a:off x="135421" y="7063346"/>
            <a:ext cx="936079" cy="1370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172" name="TextBox 171">
            <a:extLst>
              <a:ext uri="{FF2B5EF4-FFF2-40B4-BE49-F238E27FC236}">
                <a16:creationId xmlns:a16="http://schemas.microsoft.com/office/drawing/2014/main" id="{21637CED-F22E-D8B5-B58C-94ED34E282E8}"/>
              </a:ext>
            </a:extLst>
          </p:cNvPr>
          <p:cNvSpPr txBox="1"/>
          <p:nvPr userDrawn="1"/>
        </p:nvSpPr>
        <p:spPr>
          <a:xfrm>
            <a:off x="5797065" y="8188280"/>
            <a:ext cx="839740"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174" name="TextBox 173">
            <a:extLst>
              <a:ext uri="{FF2B5EF4-FFF2-40B4-BE49-F238E27FC236}">
                <a16:creationId xmlns:a16="http://schemas.microsoft.com/office/drawing/2014/main" id="{CF141AD9-21E0-929A-4733-E620FDB9A704}"/>
              </a:ext>
            </a:extLst>
          </p:cNvPr>
          <p:cNvSpPr txBox="1"/>
          <p:nvPr userDrawn="1"/>
        </p:nvSpPr>
        <p:spPr>
          <a:xfrm>
            <a:off x="3931562" y="4749815"/>
            <a:ext cx="843424"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176" name="TextBox 175">
            <a:extLst>
              <a:ext uri="{FF2B5EF4-FFF2-40B4-BE49-F238E27FC236}">
                <a16:creationId xmlns:a16="http://schemas.microsoft.com/office/drawing/2014/main" id="{31930D86-3BC0-B50B-3382-F9E45F3A6CC6}"/>
              </a:ext>
            </a:extLst>
          </p:cNvPr>
          <p:cNvSpPr txBox="1"/>
          <p:nvPr userDrawn="1"/>
        </p:nvSpPr>
        <p:spPr>
          <a:xfrm>
            <a:off x="5707058" y="4749815"/>
            <a:ext cx="974170"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178" name="TextBox 177">
            <a:extLst>
              <a:ext uri="{FF2B5EF4-FFF2-40B4-BE49-F238E27FC236}">
                <a16:creationId xmlns:a16="http://schemas.microsoft.com/office/drawing/2014/main" id="{42A4EB5C-2454-BFA4-6FD1-EEC039BCEF24}"/>
              </a:ext>
            </a:extLst>
          </p:cNvPr>
          <p:cNvSpPr txBox="1"/>
          <p:nvPr userDrawn="1"/>
        </p:nvSpPr>
        <p:spPr>
          <a:xfrm>
            <a:off x="4776913" y="4749815"/>
            <a:ext cx="933104"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180" name="TextBox 179">
            <a:extLst>
              <a:ext uri="{FF2B5EF4-FFF2-40B4-BE49-F238E27FC236}">
                <a16:creationId xmlns:a16="http://schemas.microsoft.com/office/drawing/2014/main" id="{A0C2C9A2-0D4B-6299-E2C3-2790FA67D21C}"/>
              </a:ext>
            </a:extLst>
          </p:cNvPr>
          <p:cNvSpPr txBox="1"/>
          <p:nvPr userDrawn="1"/>
        </p:nvSpPr>
        <p:spPr>
          <a:xfrm>
            <a:off x="6685023" y="4749815"/>
            <a:ext cx="925424"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182" name="TextBox 181">
            <a:extLst>
              <a:ext uri="{FF2B5EF4-FFF2-40B4-BE49-F238E27FC236}">
                <a16:creationId xmlns:a16="http://schemas.microsoft.com/office/drawing/2014/main" id="{611FF39F-C8C6-D027-194A-DC9938780E15}"/>
              </a:ext>
            </a:extLst>
          </p:cNvPr>
          <p:cNvSpPr txBox="1"/>
          <p:nvPr userDrawn="1"/>
        </p:nvSpPr>
        <p:spPr>
          <a:xfrm>
            <a:off x="131385" y="5868672"/>
            <a:ext cx="944150"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184" name="TextBox 183">
            <a:extLst>
              <a:ext uri="{FF2B5EF4-FFF2-40B4-BE49-F238E27FC236}">
                <a16:creationId xmlns:a16="http://schemas.microsoft.com/office/drawing/2014/main" id="{F5F2208B-41DD-91D1-E99E-BDE276ECBC04}"/>
              </a:ext>
            </a:extLst>
          </p:cNvPr>
          <p:cNvSpPr txBox="1"/>
          <p:nvPr userDrawn="1"/>
        </p:nvSpPr>
        <p:spPr>
          <a:xfrm>
            <a:off x="1123365" y="5868672"/>
            <a:ext cx="812048"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186" name="TextBox 185">
            <a:extLst>
              <a:ext uri="{FF2B5EF4-FFF2-40B4-BE49-F238E27FC236}">
                <a16:creationId xmlns:a16="http://schemas.microsoft.com/office/drawing/2014/main" id="{BCA9E947-2222-74A8-550A-1297331128A4}"/>
              </a:ext>
            </a:extLst>
          </p:cNvPr>
          <p:cNvSpPr txBox="1"/>
          <p:nvPr userDrawn="1"/>
        </p:nvSpPr>
        <p:spPr>
          <a:xfrm>
            <a:off x="1943451" y="5868672"/>
            <a:ext cx="1050567"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188" name="Graphic 187">
            <a:extLst>
              <a:ext uri="{FF2B5EF4-FFF2-40B4-BE49-F238E27FC236}">
                <a16:creationId xmlns:a16="http://schemas.microsoft.com/office/drawing/2014/main" id="{8491029B-076C-54A2-5243-31AA43AE9D8F}"/>
              </a:ext>
            </a:extLst>
          </p:cNvPr>
          <p:cNvPicPr>
            <a:picLocks noChangeAspect="1"/>
          </p:cNvPicPr>
          <p:nvPr userDrawn="1"/>
        </p:nvPicPr>
        <p:blipFill>
          <a:blip>
            <a:biLevel thresh="50000"/>
            <a:extLst>
              <a:ext uri="{96DAC541-7B7A-43D3-8B79-37D633B846F1}">
                <asvg:svgBlip xmlns:asvg="http://schemas.microsoft.com/office/drawing/2016/SVG/main" r:embed="rId44"/>
              </a:ext>
            </a:extLst>
          </a:blip>
          <a:srcRect/>
          <a:stretch/>
        </p:blipFill>
        <p:spPr>
          <a:xfrm>
            <a:off x="2253850" y="934083"/>
            <a:ext cx="429768" cy="429768"/>
          </a:xfrm>
          <a:prstGeom prst="rect">
            <a:avLst/>
          </a:prstGeom>
        </p:spPr>
      </p:pic>
      <p:sp>
        <p:nvSpPr>
          <p:cNvPr id="190" name="TextBox 189">
            <a:extLst>
              <a:ext uri="{FF2B5EF4-FFF2-40B4-BE49-F238E27FC236}">
                <a16:creationId xmlns:a16="http://schemas.microsoft.com/office/drawing/2014/main" id="{D8DD8378-7611-00C0-35C3-632EFA7B45DB}"/>
              </a:ext>
            </a:extLst>
          </p:cNvPr>
          <p:cNvSpPr txBox="1"/>
          <p:nvPr userDrawn="1"/>
        </p:nvSpPr>
        <p:spPr>
          <a:xfrm>
            <a:off x="2053788" y="1488602"/>
            <a:ext cx="82989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192" name="Picture Placeholder 24">
            <a:extLst>
              <a:ext uri="{FF2B5EF4-FFF2-40B4-BE49-F238E27FC236}">
                <a16:creationId xmlns:a16="http://schemas.microsoft.com/office/drawing/2014/main" id="{36948FC7-9042-57E6-24FC-7F7F46BD4BD7}"/>
              </a:ext>
            </a:extLst>
          </p:cNvPr>
          <p:cNvPicPr>
            <a:picLocks noChangeAspect="1"/>
          </p:cNvPicPr>
          <p:nvPr userDrawn="1"/>
        </p:nvPicPr>
        <p:blipFill>
          <a:blip>
            <a:extLst>
              <a:ext uri="{96DAC541-7B7A-43D3-8B79-37D633B846F1}">
                <asvg:svgBlip xmlns:asvg="http://schemas.microsoft.com/office/drawing/2016/SVG/main" r:embed="rId45"/>
              </a:ext>
            </a:extLst>
          </a:blip>
          <a:srcRect/>
          <a:stretch/>
        </p:blipFill>
        <p:spPr>
          <a:xfrm>
            <a:off x="5979259" y="5269033"/>
            <a:ext cx="429768" cy="429768"/>
          </a:xfrm>
          <a:prstGeom prst="rect">
            <a:avLst/>
          </a:prstGeom>
        </p:spPr>
      </p:pic>
      <p:sp>
        <p:nvSpPr>
          <p:cNvPr id="194" name="TextBox 193">
            <a:extLst>
              <a:ext uri="{FF2B5EF4-FFF2-40B4-BE49-F238E27FC236}">
                <a16:creationId xmlns:a16="http://schemas.microsoft.com/office/drawing/2014/main" id="{1B80C6D6-C028-81EA-2AA0-59C0EE1375F3}"/>
              </a:ext>
            </a:extLst>
          </p:cNvPr>
          <p:cNvSpPr txBox="1"/>
          <p:nvPr userDrawn="1"/>
        </p:nvSpPr>
        <p:spPr>
          <a:xfrm>
            <a:off x="5774273" y="5868672"/>
            <a:ext cx="839741"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196" name="Picture Placeholder 24">
            <a:extLst>
              <a:ext uri="{FF2B5EF4-FFF2-40B4-BE49-F238E27FC236}">
                <a16:creationId xmlns:a16="http://schemas.microsoft.com/office/drawing/2014/main" id="{C2F2FE24-AC06-9445-1D9E-73914590AD3B}"/>
              </a:ext>
            </a:extLst>
          </p:cNvPr>
          <p:cNvPicPr>
            <a:picLocks noChangeAspect="1"/>
          </p:cNvPicPr>
          <p:nvPr userDrawn="1"/>
        </p:nvPicPr>
        <p:blipFill>
          <a:blip>
            <a:extLst>
              <a:ext uri="{96DAC541-7B7A-43D3-8B79-37D633B846F1}">
                <asvg:svgBlip xmlns:asvg="http://schemas.microsoft.com/office/drawing/2016/SVG/main" r:embed="rId46"/>
              </a:ext>
            </a:extLst>
          </a:blip>
          <a:srcRect/>
          <a:stretch/>
        </p:blipFill>
        <p:spPr>
          <a:xfrm>
            <a:off x="6929699" y="7664394"/>
            <a:ext cx="429768" cy="429768"/>
          </a:xfrm>
          <a:prstGeom prst="rect">
            <a:avLst/>
          </a:prstGeom>
        </p:spPr>
      </p:pic>
      <p:sp>
        <p:nvSpPr>
          <p:cNvPr id="198" name="TextBox 197">
            <a:extLst>
              <a:ext uri="{FF2B5EF4-FFF2-40B4-BE49-F238E27FC236}">
                <a16:creationId xmlns:a16="http://schemas.microsoft.com/office/drawing/2014/main" id="{F4200927-B6D7-104A-DB66-356D9C00E7D2}"/>
              </a:ext>
            </a:extLst>
          </p:cNvPr>
          <p:cNvSpPr txBox="1"/>
          <p:nvPr userDrawn="1"/>
        </p:nvSpPr>
        <p:spPr>
          <a:xfrm>
            <a:off x="6627409" y="8189798"/>
            <a:ext cx="1034349" cy="3371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200" name="Freeform 311">
            <a:extLst>
              <a:ext uri="{FF2B5EF4-FFF2-40B4-BE49-F238E27FC236}">
                <a16:creationId xmlns:a16="http://schemas.microsoft.com/office/drawing/2014/main" id="{E4A1D202-5263-F0B0-BBE4-A1227C0A401F}"/>
              </a:ext>
            </a:extLst>
          </p:cNvPr>
          <p:cNvSpPr/>
          <p:nvPr userDrawn="1"/>
        </p:nvSpPr>
        <p:spPr>
          <a:xfrm>
            <a:off x="3206740" y="93408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202" name="TextBox 201">
            <a:extLst>
              <a:ext uri="{FF2B5EF4-FFF2-40B4-BE49-F238E27FC236}">
                <a16:creationId xmlns:a16="http://schemas.microsoft.com/office/drawing/2014/main" id="{9C861401-9AB6-5491-CE74-C9DA58CF4EE6}"/>
              </a:ext>
            </a:extLst>
          </p:cNvPr>
          <p:cNvSpPr txBox="1"/>
          <p:nvPr userDrawn="1"/>
        </p:nvSpPr>
        <p:spPr>
          <a:xfrm>
            <a:off x="2979208" y="1488602"/>
            <a:ext cx="88483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204" name="Freeform 313">
            <a:extLst>
              <a:ext uri="{FF2B5EF4-FFF2-40B4-BE49-F238E27FC236}">
                <a16:creationId xmlns:a16="http://schemas.microsoft.com/office/drawing/2014/main" id="{62934226-8204-3D68-9951-1B940D872DE8}"/>
              </a:ext>
            </a:extLst>
          </p:cNvPr>
          <p:cNvSpPr/>
          <p:nvPr userDrawn="1"/>
        </p:nvSpPr>
        <p:spPr>
          <a:xfrm>
            <a:off x="338605" y="885643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206" name="TextBox 205">
            <a:extLst>
              <a:ext uri="{FF2B5EF4-FFF2-40B4-BE49-F238E27FC236}">
                <a16:creationId xmlns:a16="http://schemas.microsoft.com/office/drawing/2014/main" id="{B5478F7E-64C4-5BBA-90BF-4EC660427535}"/>
              </a:ext>
            </a:extLst>
          </p:cNvPr>
          <p:cNvSpPr txBox="1"/>
          <p:nvPr userDrawn="1"/>
        </p:nvSpPr>
        <p:spPr>
          <a:xfrm>
            <a:off x="36315" y="9381842"/>
            <a:ext cx="1034349" cy="3371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208" name="Freeform 316">
            <a:extLst>
              <a:ext uri="{FF2B5EF4-FFF2-40B4-BE49-F238E27FC236}">
                <a16:creationId xmlns:a16="http://schemas.microsoft.com/office/drawing/2014/main" id="{AD1F9330-1113-C72D-12EB-FE0A019ECF92}"/>
              </a:ext>
            </a:extLst>
          </p:cNvPr>
          <p:cNvSpPr>
            <a:spLocks noChangeAspect="1"/>
          </p:cNvSpPr>
          <p:nvPr userDrawn="1"/>
        </p:nvSpPr>
        <p:spPr>
          <a:xfrm>
            <a:off x="5028581" y="305393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210" name="TextBox 209">
            <a:extLst>
              <a:ext uri="{FF2B5EF4-FFF2-40B4-BE49-F238E27FC236}">
                <a16:creationId xmlns:a16="http://schemas.microsoft.com/office/drawing/2014/main" id="{231E0269-28B4-BBC6-F0EB-4124F7B5162A}"/>
              </a:ext>
            </a:extLst>
          </p:cNvPr>
          <p:cNvSpPr txBox="1"/>
          <p:nvPr userDrawn="1"/>
        </p:nvSpPr>
        <p:spPr>
          <a:xfrm>
            <a:off x="4790675" y="3594967"/>
            <a:ext cx="827737"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212" name="Freeform 318">
            <a:extLst>
              <a:ext uri="{FF2B5EF4-FFF2-40B4-BE49-F238E27FC236}">
                <a16:creationId xmlns:a16="http://schemas.microsoft.com/office/drawing/2014/main" id="{2E69A759-31C6-2C3A-354C-8816DB923FC0}"/>
              </a:ext>
            </a:extLst>
          </p:cNvPr>
          <p:cNvSpPr>
            <a:spLocks noChangeAspect="1"/>
          </p:cNvSpPr>
          <p:nvPr userDrawn="1"/>
        </p:nvSpPr>
        <p:spPr>
          <a:xfrm>
            <a:off x="6932851" y="526314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214" name="TextBox 213">
            <a:extLst>
              <a:ext uri="{FF2B5EF4-FFF2-40B4-BE49-F238E27FC236}">
                <a16:creationId xmlns:a16="http://schemas.microsoft.com/office/drawing/2014/main" id="{A6A11C0E-ED2B-D882-EE50-C76A0F74518A}"/>
              </a:ext>
            </a:extLst>
          </p:cNvPr>
          <p:cNvSpPr txBox="1"/>
          <p:nvPr userDrawn="1"/>
        </p:nvSpPr>
        <p:spPr>
          <a:xfrm>
            <a:off x="6710335" y="5868672"/>
            <a:ext cx="874800"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216" name="TextBox 215">
            <a:extLst>
              <a:ext uri="{FF2B5EF4-FFF2-40B4-BE49-F238E27FC236}">
                <a16:creationId xmlns:a16="http://schemas.microsoft.com/office/drawing/2014/main" id="{57F2D549-2349-CA18-B756-E857997C717D}"/>
              </a:ext>
            </a:extLst>
          </p:cNvPr>
          <p:cNvSpPr txBox="1"/>
          <p:nvPr userDrawn="1"/>
        </p:nvSpPr>
        <p:spPr>
          <a:xfrm>
            <a:off x="3910858" y="1488602"/>
            <a:ext cx="88483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218" name="TextBox 217">
            <a:extLst>
              <a:ext uri="{FF2B5EF4-FFF2-40B4-BE49-F238E27FC236}">
                <a16:creationId xmlns:a16="http://schemas.microsoft.com/office/drawing/2014/main" id="{0A2606AC-B565-1D53-E716-983F3B04C9B4}"/>
              </a:ext>
            </a:extLst>
          </p:cNvPr>
          <p:cNvSpPr txBox="1"/>
          <p:nvPr userDrawn="1"/>
        </p:nvSpPr>
        <p:spPr>
          <a:xfrm>
            <a:off x="3956174" y="5868672"/>
            <a:ext cx="794201"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220" name="TextBox 219">
            <a:extLst>
              <a:ext uri="{FF2B5EF4-FFF2-40B4-BE49-F238E27FC236}">
                <a16:creationId xmlns:a16="http://schemas.microsoft.com/office/drawing/2014/main" id="{BE4493B2-554C-84DF-A68C-BA4064CB3A4A}"/>
              </a:ext>
            </a:extLst>
          </p:cNvPr>
          <p:cNvSpPr txBox="1"/>
          <p:nvPr userDrawn="1"/>
        </p:nvSpPr>
        <p:spPr>
          <a:xfrm>
            <a:off x="4765583" y="8188280"/>
            <a:ext cx="995521"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222" name="Picture 221">
            <a:extLst>
              <a:ext uri="{FF2B5EF4-FFF2-40B4-BE49-F238E27FC236}">
                <a16:creationId xmlns:a16="http://schemas.microsoft.com/office/drawing/2014/main" id="{E14F816D-2B4E-B5C4-BEBC-EC1173F8AA62}"/>
              </a:ext>
            </a:extLst>
          </p:cNvPr>
          <p:cNvPicPr>
            <a:picLocks noChangeAspect="1"/>
          </p:cNvPicPr>
          <p:nvPr userDrawn="1"/>
        </p:nvPicPr>
        <p:blipFill rotWithShape="1">
          <a:blip r:embed="rId47"/>
          <a:srcRect t="10093" b="9698"/>
          <a:stretch/>
        </p:blipFill>
        <p:spPr>
          <a:xfrm>
            <a:off x="4138390" y="900838"/>
            <a:ext cx="429768" cy="446101"/>
          </a:xfrm>
          <a:prstGeom prst="rect">
            <a:avLst/>
          </a:prstGeom>
        </p:spPr>
      </p:pic>
      <p:pic>
        <p:nvPicPr>
          <p:cNvPr id="224" name="Picture 223">
            <a:extLst>
              <a:ext uri="{FF2B5EF4-FFF2-40B4-BE49-F238E27FC236}">
                <a16:creationId xmlns:a16="http://schemas.microsoft.com/office/drawing/2014/main" id="{F477BB9A-34A0-CF21-9B1B-8346E101851F}"/>
              </a:ext>
            </a:extLst>
          </p:cNvPr>
          <p:cNvPicPr>
            <a:picLocks noChangeAspect="1"/>
          </p:cNvPicPr>
          <p:nvPr userDrawn="1"/>
        </p:nvPicPr>
        <p:blipFill rotWithShape="1">
          <a:blip r:embed="rId48"/>
          <a:srcRect t="14028" b="9604"/>
          <a:stretch/>
        </p:blipFill>
        <p:spPr>
          <a:xfrm>
            <a:off x="5028581" y="896264"/>
            <a:ext cx="429768" cy="424735"/>
          </a:xfrm>
          <a:prstGeom prst="rect">
            <a:avLst/>
          </a:prstGeom>
        </p:spPr>
      </p:pic>
      <p:pic>
        <p:nvPicPr>
          <p:cNvPr id="226" name="Picture 225">
            <a:extLst>
              <a:ext uri="{FF2B5EF4-FFF2-40B4-BE49-F238E27FC236}">
                <a16:creationId xmlns:a16="http://schemas.microsoft.com/office/drawing/2014/main" id="{EABCAB5E-9583-A1B3-62C0-CB47E898FC7F}"/>
              </a:ext>
            </a:extLst>
          </p:cNvPr>
          <p:cNvPicPr>
            <a:picLocks noChangeAspect="1"/>
          </p:cNvPicPr>
          <p:nvPr userDrawn="1"/>
        </p:nvPicPr>
        <p:blipFill rotWithShape="1">
          <a:blip r:embed="rId49"/>
          <a:srcRect t="10481" b="9310"/>
          <a:stretch/>
        </p:blipFill>
        <p:spPr>
          <a:xfrm>
            <a:off x="4138390" y="5254604"/>
            <a:ext cx="429768" cy="446101"/>
          </a:xfrm>
          <a:prstGeom prst="rect">
            <a:avLst/>
          </a:prstGeom>
        </p:spPr>
      </p:pic>
      <p:pic>
        <p:nvPicPr>
          <p:cNvPr id="228" name="Picture 227">
            <a:extLst>
              <a:ext uri="{FF2B5EF4-FFF2-40B4-BE49-F238E27FC236}">
                <a16:creationId xmlns:a16="http://schemas.microsoft.com/office/drawing/2014/main" id="{2B0E134D-E43C-9731-68B2-7ED52FF6B447}"/>
              </a:ext>
            </a:extLst>
          </p:cNvPr>
          <p:cNvPicPr>
            <a:picLocks noChangeAspect="1"/>
          </p:cNvPicPr>
          <p:nvPr userDrawn="1"/>
        </p:nvPicPr>
        <p:blipFill rotWithShape="1">
          <a:blip r:embed="rId50"/>
          <a:srcRect t="13435" b="14835"/>
          <a:stretch/>
        </p:blipFill>
        <p:spPr>
          <a:xfrm>
            <a:off x="5048459" y="7686072"/>
            <a:ext cx="429768" cy="398939"/>
          </a:xfrm>
          <a:prstGeom prst="rect">
            <a:avLst/>
          </a:prstGeom>
        </p:spPr>
      </p:pic>
      <p:pic>
        <p:nvPicPr>
          <p:cNvPr id="230" name="Picture 229">
            <a:extLst>
              <a:ext uri="{FF2B5EF4-FFF2-40B4-BE49-F238E27FC236}">
                <a16:creationId xmlns:a16="http://schemas.microsoft.com/office/drawing/2014/main" id="{02F6BE87-BD12-FF88-8123-0594DE8EC776}"/>
              </a:ext>
            </a:extLst>
          </p:cNvPr>
          <p:cNvPicPr>
            <a:picLocks noChangeAspect="1"/>
          </p:cNvPicPr>
          <p:nvPr userDrawn="1"/>
        </p:nvPicPr>
        <p:blipFill rotWithShape="1">
          <a:blip r:embed="rId51"/>
          <a:srcRect t="13435" b="13540"/>
          <a:stretch/>
        </p:blipFill>
        <p:spPr>
          <a:xfrm>
            <a:off x="1277950" y="8896679"/>
            <a:ext cx="429768" cy="406145"/>
          </a:xfrm>
          <a:prstGeom prst="rect">
            <a:avLst/>
          </a:prstGeom>
        </p:spPr>
      </p:pic>
      <p:sp>
        <p:nvSpPr>
          <p:cNvPr id="232" name="TextBox 231">
            <a:extLst>
              <a:ext uri="{FF2B5EF4-FFF2-40B4-BE49-F238E27FC236}">
                <a16:creationId xmlns:a16="http://schemas.microsoft.com/office/drawing/2014/main" id="{51A3FF8B-04A4-1D11-3E2A-85B97C130940}"/>
              </a:ext>
            </a:extLst>
          </p:cNvPr>
          <p:cNvSpPr txBox="1"/>
          <p:nvPr userDrawn="1"/>
        </p:nvSpPr>
        <p:spPr>
          <a:xfrm>
            <a:off x="975660" y="9381842"/>
            <a:ext cx="1034349" cy="3371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234" name="Picture 233">
            <a:extLst>
              <a:ext uri="{FF2B5EF4-FFF2-40B4-BE49-F238E27FC236}">
                <a16:creationId xmlns:a16="http://schemas.microsoft.com/office/drawing/2014/main" id="{5A62827C-1712-9646-6DC1-DEC3070AD1A2}"/>
              </a:ext>
            </a:extLst>
          </p:cNvPr>
          <p:cNvPicPr>
            <a:picLocks noChangeAspect="1"/>
          </p:cNvPicPr>
          <p:nvPr userDrawn="1"/>
        </p:nvPicPr>
        <p:blipFill rotWithShape="1">
          <a:blip r:embed="rId52"/>
          <a:srcRect t="6107" b="9600"/>
          <a:stretch/>
        </p:blipFill>
        <p:spPr>
          <a:xfrm>
            <a:off x="5011559" y="6478077"/>
            <a:ext cx="429768" cy="468818"/>
          </a:xfrm>
          <a:prstGeom prst="rect">
            <a:avLst/>
          </a:prstGeom>
        </p:spPr>
      </p:pic>
      <p:sp>
        <p:nvSpPr>
          <p:cNvPr id="236" name="TextBox 235">
            <a:extLst>
              <a:ext uri="{FF2B5EF4-FFF2-40B4-BE49-F238E27FC236}">
                <a16:creationId xmlns:a16="http://schemas.microsoft.com/office/drawing/2014/main" id="{1A315CB1-614D-AA97-7600-1B86122D813F}"/>
              </a:ext>
            </a:extLst>
          </p:cNvPr>
          <p:cNvSpPr txBox="1"/>
          <p:nvPr userDrawn="1"/>
        </p:nvSpPr>
        <p:spPr>
          <a:xfrm>
            <a:off x="136493" y="249060"/>
            <a:ext cx="7148825" cy="646331"/>
          </a:xfrm>
          <a:prstGeom prst="rect">
            <a:avLst/>
          </a:prstGeom>
          <a:noFill/>
        </p:spPr>
        <p:txBody>
          <a:bodyPr wrap="square" rtlCol="0">
            <a:spAutoFit/>
          </a:bodyPr>
          <a:lstStyle/>
          <a:p>
            <a:r>
              <a:rPr lang="en-US" dirty="0"/>
              <a:t>Pictograms (set 2 of 2)</a:t>
            </a:r>
            <a:r>
              <a:rPr lang="en-US" dirty="0">
                <a:solidFill>
                  <a:srgbClr val="C00000"/>
                </a:solidFill>
              </a:rPr>
              <a:t>  </a:t>
            </a:r>
            <a:r>
              <a:rPr lang="en-US" sz="1800" kern="1200" dirty="0">
                <a:solidFill>
                  <a:srgbClr val="C00000"/>
                </a:solidFill>
                <a:effectLst/>
                <a:latin typeface="Aptos" panose="020B0004020202020204" pitchFamily="34" charset="0"/>
                <a:ea typeface="+mn-ea"/>
                <a:cs typeface="+mn-cs"/>
              </a:rPr>
              <a:t>Open </a:t>
            </a:r>
            <a:r>
              <a:rPr lang="en-US" sz="1800" i="1" kern="1200" dirty="0">
                <a:solidFill>
                  <a:srgbClr val="C00000"/>
                </a:solidFill>
                <a:effectLst/>
                <a:latin typeface="Aptos" panose="020B0004020202020204" pitchFamily="34" charset="0"/>
                <a:ea typeface="+mn-ea"/>
                <a:cs typeface="+mn-cs"/>
              </a:rPr>
              <a:t>View-&gt;Slide Master </a:t>
            </a:r>
            <a:r>
              <a:rPr lang="en-US" sz="1800" kern="1200" dirty="0">
                <a:solidFill>
                  <a:srgbClr val="C00000"/>
                </a:solidFill>
                <a:effectLst/>
                <a:latin typeface="Aptos" panose="020B0004020202020204" pitchFamily="34" charset="0"/>
                <a:ea typeface="+mn-ea"/>
                <a:cs typeface="+mn-cs"/>
              </a:rPr>
              <a:t>to select and copy any pictograms to the clipboard</a:t>
            </a:r>
            <a:endParaRPr lang="en-US" dirty="0">
              <a:solidFill>
                <a:srgbClr val="C00000"/>
              </a:solidFill>
            </a:endParaRPr>
          </a:p>
        </p:txBody>
      </p:sp>
    </p:spTree>
    <p:extLst>
      <p:ext uri="{BB962C8B-B14F-4D97-AF65-F5344CB8AC3E}">
        <p14:creationId xmlns:p14="http://schemas.microsoft.com/office/powerpoint/2010/main" val="35108631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2" r:id="rId11"/>
    <p:sldLayoutId id="2147483673" r:id="rId12"/>
    <p:sldLayoutId id="2147483671" r:id="rId13"/>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pPr marL="0" indent="0"/>
            <a:endParaRPr lang="en-US" dirty="0"/>
          </a:p>
        </p:txBody>
      </p:sp>
    </p:spTree>
    <p:extLst>
      <p:ext uri="{BB962C8B-B14F-4D97-AF65-F5344CB8AC3E}">
        <p14:creationId xmlns:p14="http://schemas.microsoft.com/office/powerpoint/2010/main" val="239942549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4893</TotalTime>
  <Words>0</Words>
  <Application>Microsoft Office PowerPoint</Application>
  <PresentationFormat>Custom</PresentationFormat>
  <Paragraphs>0</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Arial</vt:lpstr>
      <vt:lpstr>IBM Plex Sans</vt:lpstr>
      <vt:lpstr>IBM Plex Sans Light</vt:lpstr>
      <vt:lpstr>IBM Plex Sans SmBld</vt:lpstr>
      <vt:lpstr>Office Theme</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37</cp:revision>
  <dcterms:created xsi:type="dcterms:W3CDTF">2026-08-14T00:09:48Z</dcterms:created>
  <dcterms:modified xsi:type="dcterms:W3CDTF">2026-10-02T21:28:42Z</dcterms:modified>
</cp:coreProperties>
</file>